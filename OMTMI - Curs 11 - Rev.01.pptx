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19.xml" ContentType="application/vnd.openxmlformats-officedocument.presentationml.notesSlide+xml"/>
  <Override PartName="/ppt/slideMasters/slideMaster1.xml" ContentType="application/vnd.openxmlformats-officedocument.presentationml.slideMaster+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customXml/itemProps2.xml" ContentType="application/vnd.openxmlformats-officedocument.customXmlProperties+xml"/>
  <Override PartName="/customXml/itemProps1.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3"/>
  </p:sldMasterIdLst>
  <p:notesMasterIdLst>
    <p:notesMasterId r:id="rId30"/>
  </p:notesMasterIdLst>
  <p:handoutMasterIdLst>
    <p:handoutMasterId r:id="rId31"/>
  </p:handoutMasterIdLst>
  <p:sldIdLst>
    <p:sldId id="256" r:id="rId4"/>
    <p:sldId id="257" r:id="rId5"/>
    <p:sldId id="258" r:id="rId6"/>
    <p:sldId id="409" r:id="rId7"/>
    <p:sldId id="479" r:id="rId8"/>
    <p:sldId id="483" r:id="rId9"/>
    <p:sldId id="484" r:id="rId10"/>
    <p:sldId id="485" r:id="rId11"/>
    <p:sldId id="487" r:id="rId12"/>
    <p:sldId id="486" r:id="rId13"/>
    <p:sldId id="488" r:id="rId14"/>
    <p:sldId id="482" r:id="rId15"/>
    <p:sldId id="489" r:id="rId16"/>
    <p:sldId id="480" r:id="rId17"/>
    <p:sldId id="481" r:id="rId18"/>
    <p:sldId id="490" r:id="rId19"/>
    <p:sldId id="491" r:id="rId20"/>
    <p:sldId id="494" r:id="rId21"/>
    <p:sldId id="493" r:id="rId22"/>
    <p:sldId id="492" r:id="rId23"/>
    <p:sldId id="496" r:id="rId24"/>
    <p:sldId id="497" r:id="rId25"/>
    <p:sldId id="495" r:id="rId26"/>
    <p:sldId id="498" r:id="rId27"/>
    <p:sldId id="454" r:id="rId28"/>
    <p:sldId id="282" r:id="rId29"/>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11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3164"/>
    <a:srgbClr val="225B5F"/>
    <a:srgbClr val="E6E6E6"/>
    <a:srgbClr val="0F1722"/>
    <a:srgbClr val="348151"/>
    <a:srgbClr val="1B24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autoAdjust="0"/>
    <p:restoredTop sz="94660"/>
  </p:normalViewPr>
  <p:slideViewPr>
    <p:cSldViewPr snapToGrid="0" showGuides="1">
      <p:cViewPr varScale="1">
        <p:scale>
          <a:sx n="79" d="100"/>
          <a:sy n="79" d="100"/>
        </p:scale>
        <p:origin x="77" y="72"/>
      </p:cViewPr>
      <p:guideLst>
        <p:guide orient="horz" pos="2160"/>
        <p:guide pos="3840"/>
        <p:guide orient="horz" pos="3113"/>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88" d="100"/>
          <a:sy n="88" d="100"/>
        </p:scale>
        <p:origin x="382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1.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customXml" Target="../customXml/item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a:extLst>
              <a:ext uri="{FF2B5EF4-FFF2-40B4-BE49-F238E27FC236}">
                <a16:creationId xmlns:a16="http://schemas.microsoft.com/office/drawing/2014/main" id="{5E4FC509-A25D-4AC1-956B-244FAC61AF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a:extLst>
              <a:ext uri="{FF2B5EF4-FFF2-40B4-BE49-F238E27FC236}">
                <a16:creationId xmlns:a16="http://schemas.microsoft.com/office/drawing/2014/main" id="{F1EDCBDF-04F2-4646-A118-9A2CBABEDF9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155A0F4-67A8-4DDF-B72F-F078B64BFF36}" type="datetime1">
              <a:rPr lang="ro-RO" smtClean="0"/>
              <a:t>16.12.2025</a:t>
            </a:fld>
            <a:endParaRPr lang="ro-RO" dirty="0"/>
          </a:p>
        </p:txBody>
      </p:sp>
      <p:sp>
        <p:nvSpPr>
          <p:cNvPr id="4" name="Substituent subsol 3">
            <a:extLst>
              <a:ext uri="{FF2B5EF4-FFF2-40B4-BE49-F238E27FC236}">
                <a16:creationId xmlns:a16="http://schemas.microsoft.com/office/drawing/2014/main" id="{95BD4EF4-9023-4CAF-937E-F78CF009DBD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a:extLst>
              <a:ext uri="{FF2B5EF4-FFF2-40B4-BE49-F238E27FC236}">
                <a16:creationId xmlns:a16="http://schemas.microsoft.com/office/drawing/2014/main" id="{C0300887-CA61-4CEF-BD28-E51D6F957D7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A00C303-0EDA-42E1-9745-6C6A39A7B5C4}" type="slidenum">
              <a:rPr lang="ro-RO" smtClean="0"/>
              <a:t>‹#›</a:t>
            </a:fld>
            <a:endParaRPr lang="ro-RO" dirty="0"/>
          </a:p>
        </p:txBody>
      </p:sp>
    </p:spTree>
    <p:extLst>
      <p:ext uri="{BB962C8B-B14F-4D97-AF65-F5344CB8AC3E}">
        <p14:creationId xmlns:p14="http://schemas.microsoft.com/office/powerpoint/2010/main" val="30167664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873D40-B89D-443E-A396-B604801B68BE}" type="datetime1">
              <a:rPr lang="ro-RO" noProof="0" smtClean="0"/>
              <a:pPr/>
              <a:t>16.12.2025</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o-RO" noProof="0" dirty="0"/>
              <a:t>Editați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FC40A10-6036-4879-816D-55C01FC94846}" type="slidenum">
              <a:rPr lang="ro-RO" noProof="0" smtClean="0"/>
              <a:t>‹#›</a:t>
            </a:fld>
            <a:endParaRPr lang="ro-RO" noProof="0" dirty="0"/>
          </a:p>
        </p:txBody>
      </p:sp>
    </p:spTree>
    <p:extLst>
      <p:ext uri="{BB962C8B-B14F-4D97-AF65-F5344CB8AC3E}">
        <p14:creationId xmlns:p14="http://schemas.microsoft.com/office/powerpoint/2010/main" val="76573961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dirty="0"/>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1</a:t>
            </a:fld>
            <a:endParaRPr lang="ro-RO" dirty="0"/>
          </a:p>
        </p:txBody>
      </p:sp>
    </p:spTree>
    <p:extLst>
      <p:ext uri="{BB962C8B-B14F-4D97-AF65-F5344CB8AC3E}">
        <p14:creationId xmlns:p14="http://schemas.microsoft.com/office/powerpoint/2010/main" val="3848339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dirty="0"/>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2</a:t>
            </a:fld>
            <a:endParaRPr lang="ro-RO" dirty="0"/>
          </a:p>
        </p:txBody>
      </p:sp>
    </p:spTree>
    <p:extLst>
      <p:ext uri="{BB962C8B-B14F-4D97-AF65-F5344CB8AC3E}">
        <p14:creationId xmlns:p14="http://schemas.microsoft.com/office/powerpoint/2010/main" val="2901811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dirty="0"/>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3</a:t>
            </a:fld>
            <a:endParaRPr lang="ro-RO" dirty="0"/>
          </a:p>
        </p:txBody>
      </p:sp>
    </p:spTree>
    <p:extLst>
      <p:ext uri="{BB962C8B-B14F-4D97-AF65-F5344CB8AC3E}">
        <p14:creationId xmlns:p14="http://schemas.microsoft.com/office/powerpoint/2010/main" val="1787154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810B-9684-EC2A-752E-1F79C8F02858}"/>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1E812551-17FF-CB12-AEC1-825FE4DE2393}"/>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823289E9-6027-BE29-EC71-ADF3D4686343}"/>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69763F33-D9C5-00CE-D939-EB9E68A48EC1}"/>
              </a:ext>
            </a:extLst>
          </p:cNvPr>
          <p:cNvSpPr>
            <a:spLocks noGrp="1"/>
          </p:cNvSpPr>
          <p:nvPr>
            <p:ph type="sldNum" sz="quarter" idx="10"/>
          </p:nvPr>
        </p:nvSpPr>
        <p:spPr/>
        <p:txBody>
          <a:bodyPr rtlCol="0"/>
          <a:lstStyle/>
          <a:p>
            <a:pPr rtl="0"/>
            <a:fld id="{6FC40A10-6036-4879-816D-55C01FC94846}" type="slidenum">
              <a:rPr lang="ro-RO" smtClean="0"/>
              <a:t>4</a:t>
            </a:fld>
            <a:endParaRPr lang="ro-RO" dirty="0"/>
          </a:p>
        </p:txBody>
      </p:sp>
    </p:spTree>
    <p:extLst>
      <p:ext uri="{BB962C8B-B14F-4D97-AF65-F5344CB8AC3E}">
        <p14:creationId xmlns:p14="http://schemas.microsoft.com/office/powerpoint/2010/main" val="342548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7C203-C5E9-8D80-244E-78BC8BD3D909}"/>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DA429CA7-43A3-5D9A-EEC5-9DF7B4E52C3B}"/>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0C38B443-DFE8-AF18-2919-C8706B201302}"/>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C858D866-F0E4-C103-1E51-AA0A5BE5319C}"/>
              </a:ext>
            </a:extLst>
          </p:cNvPr>
          <p:cNvSpPr>
            <a:spLocks noGrp="1"/>
          </p:cNvSpPr>
          <p:nvPr>
            <p:ph type="sldNum" sz="quarter" idx="10"/>
          </p:nvPr>
        </p:nvSpPr>
        <p:spPr/>
        <p:txBody>
          <a:bodyPr rtlCol="0"/>
          <a:lstStyle/>
          <a:p>
            <a:pPr rtl="0"/>
            <a:fld id="{6FC40A10-6036-4879-816D-55C01FC94846}" type="slidenum">
              <a:rPr lang="ro-RO" smtClean="0"/>
              <a:t>5</a:t>
            </a:fld>
            <a:endParaRPr lang="ro-RO" dirty="0"/>
          </a:p>
        </p:txBody>
      </p:sp>
    </p:spTree>
    <p:extLst>
      <p:ext uri="{BB962C8B-B14F-4D97-AF65-F5344CB8AC3E}">
        <p14:creationId xmlns:p14="http://schemas.microsoft.com/office/powerpoint/2010/main" val="2115826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94BC9-E1A1-742F-20D1-566891E502AC}"/>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FC266BC6-B379-2BA3-592D-0C2489F29818}"/>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B9B68C6A-5E9C-5F5D-A8DF-063E6C34C1AA}"/>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01E4AF74-3FB4-8CEC-1A8C-9419C5B91DE6}"/>
              </a:ext>
            </a:extLst>
          </p:cNvPr>
          <p:cNvSpPr>
            <a:spLocks noGrp="1"/>
          </p:cNvSpPr>
          <p:nvPr>
            <p:ph type="sldNum" sz="quarter" idx="10"/>
          </p:nvPr>
        </p:nvSpPr>
        <p:spPr/>
        <p:txBody>
          <a:bodyPr rtlCol="0"/>
          <a:lstStyle/>
          <a:p>
            <a:pPr rtl="0"/>
            <a:fld id="{6FC40A10-6036-4879-816D-55C01FC94846}" type="slidenum">
              <a:rPr lang="ro-RO" smtClean="0"/>
              <a:t>6</a:t>
            </a:fld>
            <a:endParaRPr lang="ro-RO" dirty="0"/>
          </a:p>
        </p:txBody>
      </p:sp>
    </p:spTree>
    <p:extLst>
      <p:ext uri="{BB962C8B-B14F-4D97-AF65-F5344CB8AC3E}">
        <p14:creationId xmlns:p14="http://schemas.microsoft.com/office/powerpoint/2010/main" val="3534312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0883-D02A-BD18-F06B-CDDB32A96F23}"/>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5A2A1DB4-D5BD-84F3-7298-F8C3C7F524CD}"/>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6ED598EF-70CC-5376-A304-AD9290A4473C}"/>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7689748F-A447-9119-5105-1FF63BAC3C9C}"/>
              </a:ext>
            </a:extLst>
          </p:cNvPr>
          <p:cNvSpPr>
            <a:spLocks noGrp="1"/>
          </p:cNvSpPr>
          <p:nvPr>
            <p:ph type="sldNum" sz="quarter" idx="10"/>
          </p:nvPr>
        </p:nvSpPr>
        <p:spPr/>
        <p:txBody>
          <a:bodyPr rtlCol="0"/>
          <a:lstStyle/>
          <a:p>
            <a:pPr rtl="0"/>
            <a:fld id="{6FC40A10-6036-4879-816D-55C01FC94846}" type="slidenum">
              <a:rPr lang="ro-RO" smtClean="0"/>
              <a:t>7</a:t>
            </a:fld>
            <a:endParaRPr lang="ro-RO" dirty="0"/>
          </a:p>
        </p:txBody>
      </p:sp>
    </p:spTree>
    <p:extLst>
      <p:ext uri="{BB962C8B-B14F-4D97-AF65-F5344CB8AC3E}">
        <p14:creationId xmlns:p14="http://schemas.microsoft.com/office/powerpoint/2010/main" val="979992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0883-D02A-BD18-F06B-CDDB32A96F23}"/>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5A2A1DB4-D5BD-84F3-7298-F8C3C7F524CD}"/>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6ED598EF-70CC-5376-A304-AD9290A4473C}"/>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7689748F-A447-9119-5105-1FF63BAC3C9C}"/>
              </a:ext>
            </a:extLst>
          </p:cNvPr>
          <p:cNvSpPr>
            <a:spLocks noGrp="1"/>
          </p:cNvSpPr>
          <p:nvPr>
            <p:ph type="sldNum" sz="quarter" idx="10"/>
          </p:nvPr>
        </p:nvSpPr>
        <p:spPr/>
        <p:txBody>
          <a:bodyPr rtlCol="0"/>
          <a:lstStyle/>
          <a:p>
            <a:pPr rtl="0"/>
            <a:fld id="{6FC40A10-6036-4879-816D-55C01FC94846}" type="slidenum">
              <a:rPr lang="ro-RO" smtClean="0"/>
              <a:t>8</a:t>
            </a:fld>
            <a:endParaRPr lang="ro-RO" dirty="0"/>
          </a:p>
        </p:txBody>
      </p:sp>
    </p:spTree>
    <p:extLst>
      <p:ext uri="{BB962C8B-B14F-4D97-AF65-F5344CB8AC3E}">
        <p14:creationId xmlns:p14="http://schemas.microsoft.com/office/powerpoint/2010/main" val="1422795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E6603-55C4-F443-B6F4-4686B05FCA8B}"/>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102B1826-B30F-AAD3-3055-173E180F1BDF}"/>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1EDE9C22-1FDE-7B95-C0A7-0D1BAFDCAEA0}"/>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4D84F319-7D65-FB9E-73DD-B2A6F6589FE0}"/>
              </a:ext>
            </a:extLst>
          </p:cNvPr>
          <p:cNvSpPr>
            <a:spLocks noGrp="1"/>
          </p:cNvSpPr>
          <p:nvPr>
            <p:ph type="sldNum" sz="quarter" idx="10"/>
          </p:nvPr>
        </p:nvSpPr>
        <p:spPr/>
        <p:txBody>
          <a:bodyPr rtlCol="0"/>
          <a:lstStyle/>
          <a:p>
            <a:pPr rtl="0"/>
            <a:fld id="{6FC40A10-6036-4879-816D-55C01FC94846}" type="slidenum">
              <a:rPr lang="ro-RO" smtClean="0"/>
              <a:t>9</a:t>
            </a:fld>
            <a:endParaRPr lang="ro-RO" dirty="0"/>
          </a:p>
        </p:txBody>
      </p:sp>
    </p:spTree>
    <p:extLst>
      <p:ext uri="{BB962C8B-B14F-4D97-AF65-F5344CB8AC3E}">
        <p14:creationId xmlns:p14="http://schemas.microsoft.com/office/powerpoint/2010/main" val="1386984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38E99-0A68-1CC3-8976-F1B1022DC31F}"/>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473AB684-21BC-3F5D-6171-ED0DFE04B23A}"/>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C350520E-B346-A72A-324C-EE4B220B36B5}"/>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CA887647-C7AC-F141-43D3-F698A11A864A}"/>
              </a:ext>
            </a:extLst>
          </p:cNvPr>
          <p:cNvSpPr>
            <a:spLocks noGrp="1"/>
          </p:cNvSpPr>
          <p:nvPr>
            <p:ph type="sldNum" sz="quarter" idx="10"/>
          </p:nvPr>
        </p:nvSpPr>
        <p:spPr/>
        <p:txBody>
          <a:bodyPr rtlCol="0"/>
          <a:lstStyle/>
          <a:p>
            <a:pPr rtl="0"/>
            <a:fld id="{6FC40A10-6036-4879-816D-55C01FC94846}" type="slidenum">
              <a:rPr lang="ro-RO" smtClean="0"/>
              <a:t>10</a:t>
            </a:fld>
            <a:endParaRPr lang="ro-RO" dirty="0"/>
          </a:p>
        </p:txBody>
      </p:sp>
    </p:spTree>
    <p:extLst>
      <p:ext uri="{BB962C8B-B14F-4D97-AF65-F5344CB8AC3E}">
        <p14:creationId xmlns:p14="http://schemas.microsoft.com/office/powerpoint/2010/main" val="370200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44B29-DC6E-3CF4-609A-5FE66CADBA01}"/>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667751A4-3484-90B0-1823-50BE53BA7AFC}"/>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E11A6BA1-869D-8F0A-3CE2-743D126202D1}"/>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24F4160E-48FC-EABC-A714-2475ADC543B2}"/>
              </a:ext>
            </a:extLst>
          </p:cNvPr>
          <p:cNvSpPr>
            <a:spLocks noGrp="1"/>
          </p:cNvSpPr>
          <p:nvPr>
            <p:ph type="sldNum" sz="quarter" idx="10"/>
          </p:nvPr>
        </p:nvSpPr>
        <p:spPr/>
        <p:txBody>
          <a:bodyPr rtlCol="0"/>
          <a:lstStyle/>
          <a:p>
            <a:pPr rtl="0"/>
            <a:fld id="{6FC40A10-6036-4879-816D-55C01FC94846}" type="slidenum">
              <a:rPr lang="ro-RO" smtClean="0"/>
              <a:t>11</a:t>
            </a:fld>
            <a:endParaRPr lang="ro-RO" dirty="0"/>
          </a:p>
        </p:txBody>
      </p:sp>
    </p:spTree>
    <p:extLst>
      <p:ext uri="{BB962C8B-B14F-4D97-AF65-F5344CB8AC3E}">
        <p14:creationId xmlns:p14="http://schemas.microsoft.com/office/powerpoint/2010/main" val="18047051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A49C9-A2F0-2F05-28B3-ED97835524D7}"/>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F9C2BC70-924E-242E-AA35-8364AEBC4ECB}"/>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13ECCA3A-DBCA-25F2-5A1D-C03DEE9C12FB}"/>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C963A02C-EB2C-3045-44AA-FCBF6AE78BB5}"/>
              </a:ext>
            </a:extLst>
          </p:cNvPr>
          <p:cNvSpPr>
            <a:spLocks noGrp="1"/>
          </p:cNvSpPr>
          <p:nvPr>
            <p:ph type="sldNum" sz="quarter" idx="10"/>
          </p:nvPr>
        </p:nvSpPr>
        <p:spPr/>
        <p:txBody>
          <a:bodyPr rtlCol="0"/>
          <a:lstStyle/>
          <a:p>
            <a:pPr rtl="0"/>
            <a:fld id="{6FC40A10-6036-4879-816D-55C01FC94846}" type="slidenum">
              <a:rPr lang="ro-RO" smtClean="0"/>
              <a:t>12</a:t>
            </a:fld>
            <a:endParaRPr lang="ro-RO" dirty="0"/>
          </a:p>
        </p:txBody>
      </p:sp>
    </p:spTree>
    <p:extLst>
      <p:ext uri="{BB962C8B-B14F-4D97-AF65-F5344CB8AC3E}">
        <p14:creationId xmlns:p14="http://schemas.microsoft.com/office/powerpoint/2010/main" val="10041657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64123-FEA6-C58A-F3DC-95645F036EB2}"/>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5D1AE480-F95F-FDD3-A083-6A838A77C124}"/>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92D0AE1A-AF9D-F58D-071B-8218866F9779}"/>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9E0F8DA6-21FF-7E97-00AC-DF74EE4D4455}"/>
              </a:ext>
            </a:extLst>
          </p:cNvPr>
          <p:cNvSpPr>
            <a:spLocks noGrp="1"/>
          </p:cNvSpPr>
          <p:nvPr>
            <p:ph type="sldNum" sz="quarter" idx="10"/>
          </p:nvPr>
        </p:nvSpPr>
        <p:spPr/>
        <p:txBody>
          <a:bodyPr rtlCol="0"/>
          <a:lstStyle/>
          <a:p>
            <a:pPr rtl="0"/>
            <a:fld id="{6FC40A10-6036-4879-816D-55C01FC94846}" type="slidenum">
              <a:rPr lang="ro-RO" smtClean="0"/>
              <a:t>13</a:t>
            </a:fld>
            <a:endParaRPr lang="ro-RO" dirty="0"/>
          </a:p>
        </p:txBody>
      </p:sp>
    </p:spTree>
    <p:extLst>
      <p:ext uri="{BB962C8B-B14F-4D97-AF65-F5344CB8AC3E}">
        <p14:creationId xmlns:p14="http://schemas.microsoft.com/office/powerpoint/2010/main" val="2148849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FF7FA-467B-12AE-0B03-59C09D39708A}"/>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02866AEE-6E4C-5C0F-7398-1C75A752CC39}"/>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00B01B8F-9F48-2EEA-9F68-05D724D42EE8}"/>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A0627FE8-5EF1-C7E7-E7DF-9C5412D5F402}"/>
              </a:ext>
            </a:extLst>
          </p:cNvPr>
          <p:cNvSpPr>
            <a:spLocks noGrp="1"/>
          </p:cNvSpPr>
          <p:nvPr>
            <p:ph type="sldNum" sz="quarter" idx="10"/>
          </p:nvPr>
        </p:nvSpPr>
        <p:spPr/>
        <p:txBody>
          <a:bodyPr rtlCol="0"/>
          <a:lstStyle/>
          <a:p>
            <a:pPr rtl="0"/>
            <a:fld id="{6FC40A10-6036-4879-816D-55C01FC94846}" type="slidenum">
              <a:rPr lang="ro-RO" smtClean="0"/>
              <a:t>14</a:t>
            </a:fld>
            <a:endParaRPr lang="ro-RO" dirty="0"/>
          </a:p>
        </p:txBody>
      </p:sp>
    </p:spTree>
    <p:extLst>
      <p:ext uri="{BB962C8B-B14F-4D97-AF65-F5344CB8AC3E}">
        <p14:creationId xmlns:p14="http://schemas.microsoft.com/office/powerpoint/2010/main" val="25297966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FF7FA-467B-12AE-0B03-59C09D39708A}"/>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02866AEE-6E4C-5C0F-7398-1C75A752CC39}"/>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00B01B8F-9F48-2EEA-9F68-05D724D42EE8}"/>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A0627FE8-5EF1-C7E7-E7DF-9C5412D5F402}"/>
              </a:ext>
            </a:extLst>
          </p:cNvPr>
          <p:cNvSpPr>
            <a:spLocks noGrp="1"/>
          </p:cNvSpPr>
          <p:nvPr>
            <p:ph type="sldNum" sz="quarter" idx="10"/>
          </p:nvPr>
        </p:nvSpPr>
        <p:spPr/>
        <p:txBody>
          <a:bodyPr rtlCol="0"/>
          <a:lstStyle/>
          <a:p>
            <a:pPr rtl="0"/>
            <a:fld id="{6FC40A10-6036-4879-816D-55C01FC94846}" type="slidenum">
              <a:rPr lang="ro-RO" smtClean="0"/>
              <a:t>15</a:t>
            </a:fld>
            <a:endParaRPr lang="ro-RO" dirty="0"/>
          </a:p>
        </p:txBody>
      </p:sp>
    </p:spTree>
    <p:extLst>
      <p:ext uri="{BB962C8B-B14F-4D97-AF65-F5344CB8AC3E}">
        <p14:creationId xmlns:p14="http://schemas.microsoft.com/office/powerpoint/2010/main" val="1985171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E1BA2-8E9F-8145-CE39-B1C56D0489CC}"/>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1081D09D-C76B-9A78-E54F-5564EE46731C}"/>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17A1DB93-091D-7138-7B3D-36A55CEC2A72}"/>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AE9CDAB7-3397-522B-2A4B-19B43C00F05B}"/>
              </a:ext>
            </a:extLst>
          </p:cNvPr>
          <p:cNvSpPr>
            <a:spLocks noGrp="1"/>
          </p:cNvSpPr>
          <p:nvPr>
            <p:ph type="sldNum" sz="quarter" idx="10"/>
          </p:nvPr>
        </p:nvSpPr>
        <p:spPr/>
        <p:txBody>
          <a:bodyPr rtlCol="0"/>
          <a:lstStyle/>
          <a:p>
            <a:pPr rtl="0"/>
            <a:fld id="{6FC40A10-6036-4879-816D-55C01FC94846}" type="slidenum">
              <a:rPr lang="ro-RO" smtClean="0"/>
              <a:t>16</a:t>
            </a:fld>
            <a:endParaRPr lang="ro-RO" dirty="0"/>
          </a:p>
        </p:txBody>
      </p:sp>
    </p:spTree>
    <p:extLst>
      <p:ext uri="{BB962C8B-B14F-4D97-AF65-F5344CB8AC3E}">
        <p14:creationId xmlns:p14="http://schemas.microsoft.com/office/powerpoint/2010/main" val="152511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66F28-646F-DACE-DAEF-03F2E3A050D3}"/>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0EF7AFD2-28B5-9533-3807-AD233F7D6F2A}"/>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63D7DA8E-5BB3-B996-5154-AE52876FC7C6}"/>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550AD2D2-0E33-8613-C0F9-AF44F87F4B22}"/>
              </a:ext>
            </a:extLst>
          </p:cNvPr>
          <p:cNvSpPr>
            <a:spLocks noGrp="1"/>
          </p:cNvSpPr>
          <p:nvPr>
            <p:ph type="sldNum" sz="quarter" idx="10"/>
          </p:nvPr>
        </p:nvSpPr>
        <p:spPr/>
        <p:txBody>
          <a:bodyPr rtlCol="0"/>
          <a:lstStyle/>
          <a:p>
            <a:pPr rtl="0"/>
            <a:fld id="{6FC40A10-6036-4879-816D-55C01FC94846}" type="slidenum">
              <a:rPr lang="ro-RO" smtClean="0"/>
              <a:t>17</a:t>
            </a:fld>
            <a:endParaRPr lang="ro-RO" dirty="0"/>
          </a:p>
        </p:txBody>
      </p:sp>
    </p:spTree>
    <p:extLst>
      <p:ext uri="{BB962C8B-B14F-4D97-AF65-F5344CB8AC3E}">
        <p14:creationId xmlns:p14="http://schemas.microsoft.com/office/powerpoint/2010/main" val="9840257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1D8BA-7296-7C12-2EAF-E1187014801B}"/>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56C00C6E-EA1E-4BE6-33BC-62F3E68DFAA3}"/>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5B3343E3-BBBE-CDA9-A957-356A82C86A87}"/>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4F162D5E-53E2-4463-3162-125C910062B1}"/>
              </a:ext>
            </a:extLst>
          </p:cNvPr>
          <p:cNvSpPr>
            <a:spLocks noGrp="1"/>
          </p:cNvSpPr>
          <p:nvPr>
            <p:ph type="sldNum" sz="quarter" idx="10"/>
          </p:nvPr>
        </p:nvSpPr>
        <p:spPr/>
        <p:txBody>
          <a:bodyPr rtlCol="0"/>
          <a:lstStyle/>
          <a:p>
            <a:pPr rtl="0"/>
            <a:fld id="{6FC40A10-6036-4879-816D-55C01FC94846}" type="slidenum">
              <a:rPr lang="ro-RO" smtClean="0"/>
              <a:t>18</a:t>
            </a:fld>
            <a:endParaRPr lang="ro-RO" dirty="0"/>
          </a:p>
        </p:txBody>
      </p:sp>
    </p:spTree>
    <p:extLst>
      <p:ext uri="{BB962C8B-B14F-4D97-AF65-F5344CB8AC3E}">
        <p14:creationId xmlns:p14="http://schemas.microsoft.com/office/powerpoint/2010/main" val="29039533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EABEF-8383-CA80-2389-576F89917586}"/>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95EB3939-0520-1AB5-11A2-F8DA6E67763D}"/>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5402F42E-2252-2933-1526-56330E179279}"/>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933E9DEA-75F8-8B8A-25A8-907766504E6A}"/>
              </a:ext>
            </a:extLst>
          </p:cNvPr>
          <p:cNvSpPr>
            <a:spLocks noGrp="1"/>
          </p:cNvSpPr>
          <p:nvPr>
            <p:ph type="sldNum" sz="quarter" idx="10"/>
          </p:nvPr>
        </p:nvSpPr>
        <p:spPr/>
        <p:txBody>
          <a:bodyPr rtlCol="0"/>
          <a:lstStyle/>
          <a:p>
            <a:pPr rtl="0"/>
            <a:fld id="{6FC40A10-6036-4879-816D-55C01FC94846}" type="slidenum">
              <a:rPr lang="ro-RO" smtClean="0"/>
              <a:t>19</a:t>
            </a:fld>
            <a:endParaRPr lang="ro-RO" dirty="0"/>
          </a:p>
        </p:txBody>
      </p:sp>
    </p:spTree>
    <p:extLst>
      <p:ext uri="{BB962C8B-B14F-4D97-AF65-F5344CB8AC3E}">
        <p14:creationId xmlns:p14="http://schemas.microsoft.com/office/powerpoint/2010/main" val="147359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E240B-DDD6-D6FD-D2E5-FC760AE15075}"/>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AEA05C01-46DA-299A-D1DD-7932B1B6F4DF}"/>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EE598161-5179-ABA4-586C-E748CDE6B60E}"/>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5D4D8C34-BC87-A70C-DD81-55F7838E1A65}"/>
              </a:ext>
            </a:extLst>
          </p:cNvPr>
          <p:cNvSpPr>
            <a:spLocks noGrp="1"/>
          </p:cNvSpPr>
          <p:nvPr>
            <p:ph type="sldNum" sz="quarter" idx="10"/>
          </p:nvPr>
        </p:nvSpPr>
        <p:spPr/>
        <p:txBody>
          <a:bodyPr rtlCol="0"/>
          <a:lstStyle/>
          <a:p>
            <a:pPr rtl="0"/>
            <a:fld id="{6FC40A10-6036-4879-816D-55C01FC94846}" type="slidenum">
              <a:rPr lang="ro-RO" smtClean="0"/>
              <a:t>20</a:t>
            </a:fld>
            <a:endParaRPr lang="ro-RO" dirty="0"/>
          </a:p>
        </p:txBody>
      </p:sp>
    </p:spTree>
    <p:extLst>
      <p:ext uri="{BB962C8B-B14F-4D97-AF65-F5344CB8AC3E}">
        <p14:creationId xmlns:p14="http://schemas.microsoft.com/office/powerpoint/2010/main" val="36806892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83026-3A4E-0E27-51FE-B2BE3FAED92A}"/>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21FB037F-9BCD-9182-4FE4-B9D54BD90040}"/>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94F71363-A8A3-D725-D52E-B301DFC3AF7D}"/>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AE1272DF-759E-F965-2954-F89CC71354F5}"/>
              </a:ext>
            </a:extLst>
          </p:cNvPr>
          <p:cNvSpPr>
            <a:spLocks noGrp="1"/>
          </p:cNvSpPr>
          <p:nvPr>
            <p:ph type="sldNum" sz="quarter" idx="10"/>
          </p:nvPr>
        </p:nvSpPr>
        <p:spPr/>
        <p:txBody>
          <a:bodyPr rtlCol="0"/>
          <a:lstStyle/>
          <a:p>
            <a:pPr rtl="0"/>
            <a:fld id="{6FC40A10-6036-4879-816D-55C01FC94846}" type="slidenum">
              <a:rPr lang="ro-RO" smtClean="0"/>
              <a:t>21</a:t>
            </a:fld>
            <a:endParaRPr lang="ro-RO" dirty="0"/>
          </a:p>
        </p:txBody>
      </p:sp>
    </p:spTree>
    <p:extLst>
      <p:ext uri="{BB962C8B-B14F-4D97-AF65-F5344CB8AC3E}">
        <p14:creationId xmlns:p14="http://schemas.microsoft.com/office/powerpoint/2010/main" val="36032747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36940-BB93-F692-E150-9C1EF2BCFECC}"/>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1766FD6C-EBEA-6240-AEF8-823BEBD63BD0}"/>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C4EA7899-D4EE-047F-2273-290E99D93ED2}"/>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55CD6233-CD5F-7ADD-9EF0-D320083B433B}"/>
              </a:ext>
            </a:extLst>
          </p:cNvPr>
          <p:cNvSpPr>
            <a:spLocks noGrp="1"/>
          </p:cNvSpPr>
          <p:nvPr>
            <p:ph type="sldNum" sz="quarter" idx="10"/>
          </p:nvPr>
        </p:nvSpPr>
        <p:spPr/>
        <p:txBody>
          <a:bodyPr rtlCol="0"/>
          <a:lstStyle/>
          <a:p>
            <a:pPr rtl="0"/>
            <a:fld id="{6FC40A10-6036-4879-816D-55C01FC94846}" type="slidenum">
              <a:rPr lang="ro-RO" smtClean="0"/>
              <a:t>22</a:t>
            </a:fld>
            <a:endParaRPr lang="ro-RO" dirty="0"/>
          </a:p>
        </p:txBody>
      </p:sp>
    </p:spTree>
    <p:extLst>
      <p:ext uri="{BB962C8B-B14F-4D97-AF65-F5344CB8AC3E}">
        <p14:creationId xmlns:p14="http://schemas.microsoft.com/office/powerpoint/2010/main" val="21779113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E240B-DDD6-D6FD-D2E5-FC760AE15075}"/>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AEA05C01-46DA-299A-D1DD-7932B1B6F4DF}"/>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EE598161-5179-ABA4-586C-E748CDE6B60E}"/>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5D4D8C34-BC87-A70C-DD81-55F7838E1A65}"/>
              </a:ext>
            </a:extLst>
          </p:cNvPr>
          <p:cNvSpPr>
            <a:spLocks noGrp="1"/>
          </p:cNvSpPr>
          <p:nvPr>
            <p:ph type="sldNum" sz="quarter" idx="10"/>
          </p:nvPr>
        </p:nvSpPr>
        <p:spPr/>
        <p:txBody>
          <a:bodyPr rtlCol="0"/>
          <a:lstStyle/>
          <a:p>
            <a:pPr rtl="0"/>
            <a:fld id="{6FC40A10-6036-4879-816D-55C01FC94846}" type="slidenum">
              <a:rPr lang="ro-RO" smtClean="0"/>
              <a:t>23</a:t>
            </a:fld>
            <a:endParaRPr lang="ro-RO" dirty="0"/>
          </a:p>
        </p:txBody>
      </p:sp>
    </p:spTree>
    <p:extLst>
      <p:ext uri="{BB962C8B-B14F-4D97-AF65-F5344CB8AC3E}">
        <p14:creationId xmlns:p14="http://schemas.microsoft.com/office/powerpoint/2010/main" val="21907150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4C827-7D2D-A044-9139-AD70D8234D11}"/>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5277D07D-0BAA-101F-24E8-2B4972E44886}"/>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B7BEC73B-C9EB-EB0C-41DA-51A5C03A6605}"/>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9F8FC80C-C9F0-12F2-96F9-26F9AC7ED779}"/>
              </a:ext>
            </a:extLst>
          </p:cNvPr>
          <p:cNvSpPr>
            <a:spLocks noGrp="1"/>
          </p:cNvSpPr>
          <p:nvPr>
            <p:ph type="sldNum" sz="quarter" idx="10"/>
          </p:nvPr>
        </p:nvSpPr>
        <p:spPr/>
        <p:txBody>
          <a:bodyPr rtlCol="0"/>
          <a:lstStyle/>
          <a:p>
            <a:pPr rtl="0"/>
            <a:fld id="{6FC40A10-6036-4879-816D-55C01FC94846}" type="slidenum">
              <a:rPr lang="ro-RO" smtClean="0"/>
              <a:t>24</a:t>
            </a:fld>
            <a:endParaRPr lang="ro-RO" dirty="0"/>
          </a:p>
        </p:txBody>
      </p:sp>
    </p:spTree>
    <p:extLst>
      <p:ext uri="{BB962C8B-B14F-4D97-AF65-F5344CB8AC3E}">
        <p14:creationId xmlns:p14="http://schemas.microsoft.com/office/powerpoint/2010/main" val="20099762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B87F0-D28C-A66D-12DC-683DFCA0A8E8}"/>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7AC215E1-DA41-B791-9678-9B04AD8AB688}"/>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7D323370-20A7-8442-AFAD-21C4183D3972}"/>
              </a:ext>
            </a:extLst>
          </p:cNvPr>
          <p:cNvSpPr>
            <a:spLocks noGrp="1"/>
          </p:cNvSpPr>
          <p:nvPr>
            <p:ph type="body" idx="1"/>
          </p:nvPr>
        </p:nvSpPr>
        <p:spPr/>
        <p:txBody>
          <a:bodyPr rtlCol="0"/>
          <a:lstStyle/>
          <a:p>
            <a:pPr rtl="0"/>
            <a:endParaRPr lang="ro-RO" dirty="0"/>
          </a:p>
        </p:txBody>
      </p:sp>
      <p:sp>
        <p:nvSpPr>
          <p:cNvPr id="4" name="Substituent număr diapozitiv 3">
            <a:extLst>
              <a:ext uri="{FF2B5EF4-FFF2-40B4-BE49-F238E27FC236}">
                <a16:creationId xmlns:a16="http://schemas.microsoft.com/office/drawing/2014/main" id="{DEFB3FF6-6356-683A-911B-98527CA3B1E8}"/>
              </a:ext>
            </a:extLst>
          </p:cNvPr>
          <p:cNvSpPr>
            <a:spLocks noGrp="1"/>
          </p:cNvSpPr>
          <p:nvPr>
            <p:ph type="sldNum" sz="quarter" idx="10"/>
          </p:nvPr>
        </p:nvSpPr>
        <p:spPr/>
        <p:txBody>
          <a:bodyPr rtlCol="0"/>
          <a:lstStyle/>
          <a:p>
            <a:pPr rtl="0"/>
            <a:fld id="{6FC40A10-6036-4879-816D-55C01FC94846}" type="slidenum">
              <a:rPr lang="ro-RO" smtClean="0"/>
              <a:t>25</a:t>
            </a:fld>
            <a:endParaRPr lang="ro-RO" dirty="0"/>
          </a:p>
        </p:txBody>
      </p:sp>
    </p:spTree>
    <p:extLst>
      <p:ext uri="{BB962C8B-B14F-4D97-AF65-F5344CB8AC3E}">
        <p14:creationId xmlns:p14="http://schemas.microsoft.com/office/powerpoint/2010/main" val="21189810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rtlCol="0"/>
          <a:lstStyle/>
          <a:p>
            <a:pPr rtl="0"/>
            <a:endParaRPr lang="ro-RO" dirty="0"/>
          </a:p>
        </p:txBody>
      </p:sp>
      <p:sp>
        <p:nvSpPr>
          <p:cNvPr id="4" name="Substituent număr diapozitiv 3"/>
          <p:cNvSpPr>
            <a:spLocks noGrp="1"/>
          </p:cNvSpPr>
          <p:nvPr>
            <p:ph type="sldNum" sz="quarter" idx="10"/>
          </p:nvPr>
        </p:nvSpPr>
        <p:spPr/>
        <p:txBody>
          <a:bodyPr rtlCol="0"/>
          <a:lstStyle/>
          <a:p>
            <a:pPr rtl="0"/>
            <a:fld id="{6FC40A10-6036-4879-816D-55C01FC94846}" type="slidenum">
              <a:rPr lang="ro-RO" smtClean="0"/>
              <a:t>26</a:t>
            </a:fld>
            <a:endParaRPr lang="ro-RO" dirty="0"/>
          </a:p>
        </p:txBody>
      </p:sp>
    </p:spTree>
    <p:extLst>
      <p:ext uri="{BB962C8B-B14F-4D97-AF65-F5344CB8AC3E}">
        <p14:creationId xmlns:p14="http://schemas.microsoft.com/office/powerpoint/2010/main" val="37252863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zitiv titlu cu siglă">
    <p:spTree>
      <p:nvGrpSpPr>
        <p:cNvPr id="1" name=""/>
        <p:cNvGrpSpPr/>
        <p:nvPr/>
      </p:nvGrpSpPr>
      <p:grpSpPr>
        <a:xfrm>
          <a:off x="0" y="0"/>
          <a:ext cx="0" cy="0"/>
          <a:chOff x="0" y="0"/>
          <a:chExt cx="0" cy="0"/>
        </a:xfrm>
      </p:grpSpPr>
      <p:sp>
        <p:nvSpPr>
          <p:cNvPr id="8" name="Dreptunghi 7">
            <a:extLst>
              <a:ext uri="{FF2B5EF4-FFF2-40B4-BE49-F238E27FC236}">
                <a16:creationId xmlns:a16="http://schemas.microsoft.com/office/drawing/2014/main" id="{278196A9-689D-4410-BFC0-7ACB19755A0C}"/>
              </a:ext>
            </a:extLst>
          </p:cNvPr>
          <p:cNvSpPr/>
          <p:nvPr userDrawn="1"/>
        </p:nvSpPr>
        <p:spPr>
          <a:xfrm>
            <a:off x="0" y="0"/>
            <a:ext cx="12192000" cy="4416552"/>
          </a:xfrm>
          <a:prstGeom prst="rect">
            <a:avLst/>
          </a:prstGeom>
          <a:blipFill>
            <a:blip r:embed="rId2"/>
            <a:srcRect/>
            <a:stretch>
              <a:fillRect l="-842" r="-84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2" name="Titlu 1">
            <a:extLst>
              <a:ext uri="{FF2B5EF4-FFF2-40B4-BE49-F238E27FC236}">
                <a16:creationId xmlns:a16="http://schemas.microsoft.com/office/drawing/2014/main" id="{129BFEAD-57CF-438A-8084-C5AC7F47E544}"/>
              </a:ext>
            </a:extLst>
          </p:cNvPr>
          <p:cNvSpPr>
            <a:spLocks noGrp="1"/>
          </p:cNvSpPr>
          <p:nvPr>
            <p:ph type="ctrTitle" hasCustomPrompt="1"/>
          </p:nvPr>
        </p:nvSpPr>
        <p:spPr>
          <a:xfrm>
            <a:off x="1524000" y="2462986"/>
            <a:ext cx="9144000" cy="1786094"/>
          </a:xfrm>
        </p:spPr>
        <p:txBody>
          <a:bodyPr rtlCol="0" anchor="b"/>
          <a:lstStyle>
            <a:lvl1pPr algn="ctr">
              <a:defRPr sz="6000"/>
            </a:lvl1pPr>
          </a:lstStyle>
          <a:p>
            <a:pPr rtl="0"/>
            <a:r>
              <a:rPr lang="ro-RO" noProof="0" dirty="0"/>
              <a:t>FACEȚI CLIC PENTRU A EDITA STILUL DE TITLU COORDONATOR</a:t>
            </a:r>
          </a:p>
        </p:txBody>
      </p:sp>
      <p:sp>
        <p:nvSpPr>
          <p:cNvPr id="4" name="Substituent dată 3">
            <a:extLst>
              <a:ext uri="{FF2B5EF4-FFF2-40B4-BE49-F238E27FC236}">
                <a16:creationId xmlns:a16="http://schemas.microsoft.com/office/drawing/2014/main" id="{7E17A3CB-B083-4E49-9123-A5E47559DCDB}"/>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A8C4102C-4609-416C-A808-0FFE0051DAA1}"/>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2D7BCC5D-6F2C-472F-BD4C-4096793DFC2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7" name="Dreptunghi 6">
            <a:extLst>
              <a:ext uri="{FF2B5EF4-FFF2-40B4-BE49-F238E27FC236}">
                <a16:creationId xmlns:a16="http://schemas.microsoft.com/office/drawing/2014/main" id="{7BE854BB-FA44-4CAB-85DF-F5C412560348}"/>
              </a:ext>
            </a:extLst>
          </p:cNvPr>
          <p:cNvSpPr/>
          <p:nvPr userDrawn="1"/>
        </p:nvSpPr>
        <p:spPr>
          <a:xfrm>
            <a:off x="0" y="4416552"/>
            <a:ext cx="12192000" cy="2441448"/>
          </a:xfrm>
          <a:prstGeom prst="rect">
            <a:avLst/>
          </a:prstGeom>
          <a:gradFill flip="none" rotWithShape="1">
            <a:gsLst>
              <a:gs pos="0">
                <a:schemeClr val="accent2"/>
              </a:gs>
              <a:gs pos="34000">
                <a:srgbClr val="0F1722"/>
              </a:gs>
              <a:gs pos="69000">
                <a:srgbClr val="0F1722"/>
              </a:gs>
              <a:gs pos="100000">
                <a:schemeClr val="accent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3" name="Subtitlu 2">
            <a:extLst>
              <a:ext uri="{FF2B5EF4-FFF2-40B4-BE49-F238E27FC236}">
                <a16:creationId xmlns:a16="http://schemas.microsoft.com/office/drawing/2014/main" id="{389BFFF1-5465-4317-B9DB-C23A5B1D76EF}"/>
              </a:ext>
            </a:extLst>
          </p:cNvPr>
          <p:cNvSpPr>
            <a:spLocks noGrp="1"/>
          </p:cNvSpPr>
          <p:nvPr>
            <p:ph type="subTitle" idx="1"/>
          </p:nvPr>
        </p:nvSpPr>
        <p:spPr>
          <a:xfrm>
            <a:off x="1524000" y="4734696"/>
            <a:ext cx="9144000" cy="459798"/>
          </a:xfrm>
        </p:spPr>
        <p:txBody>
          <a:bodyPr lIns="0" tIns="0" rIns="0" bIns="0" rtlCol="0">
            <a:normAutofit/>
          </a:bodyPr>
          <a:lstStyle>
            <a:lvl1pPr marL="0" indent="0" algn="ctr">
              <a:lnSpc>
                <a:spcPct val="100000"/>
              </a:lnSpc>
              <a:spcBef>
                <a:spcPts val="0"/>
              </a:spcBef>
              <a:buNone/>
              <a:defRPr sz="2800" b="1">
                <a:latin typeface="+mn-lt"/>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o-RO" noProof="0"/>
              <a:t>Faceți clic pentru a edita stilul de subtitlu coordonator</a:t>
            </a:r>
            <a:endParaRPr lang="ro-RO" noProof="0" dirty="0"/>
          </a:p>
        </p:txBody>
      </p:sp>
      <p:sp>
        <p:nvSpPr>
          <p:cNvPr id="10" name="Substituent imagine 9">
            <a:extLst>
              <a:ext uri="{FF2B5EF4-FFF2-40B4-BE49-F238E27FC236}">
                <a16:creationId xmlns:a16="http://schemas.microsoft.com/office/drawing/2014/main" id="{EA313B4B-5B98-4B33-885A-DF7669E72D7A}"/>
              </a:ext>
            </a:extLst>
          </p:cNvPr>
          <p:cNvSpPr>
            <a:spLocks noGrp="1"/>
          </p:cNvSpPr>
          <p:nvPr>
            <p:ph type="pic" sz="quarter" idx="13"/>
          </p:nvPr>
        </p:nvSpPr>
        <p:spPr>
          <a:xfrm>
            <a:off x="5355336" y="1172982"/>
            <a:ext cx="1481328" cy="758952"/>
          </a:xfrm>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grpSp>
        <p:nvGrpSpPr>
          <p:cNvPr id="15" name="Grup 14">
            <a:extLst>
              <a:ext uri="{FF2B5EF4-FFF2-40B4-BE49-F238E27FC236}">
                <a16:creationId xmlns:a16="http://schemas.microsoft.com/office/drawing/2014/main" id="{676B4374-8F24-43DE-860D-E5C6EA850AB4}"/>
              </a:ext>
            </a:extLst>
          </p:cNvPr>
          <p:cNvGrpSpPr/>
          <p:nvPr userDrawn="1"/>
        </p:nvGrpSpPr>
        <p:grpSpPr>
          <a:xfrm>
            <a:off x="3592857" y="2253996"/>
            <a:ext cx="5059349" cy="100584"/>
            <a:chOff x="3632179" y="2253996"/>
            <a:chExt cx="5059349" cy="100584"/>
          </a:xfrm>
        </p:grpSpPr>
        <p:sp>
          <p:nvSpPr>
            <p:cNvPr id="11" name="Oval 10">
              <a:extLst>
                <a:ext uri="{FF2B5EF4-FFF2-40B4-BE49-F238E27FC236}">
                  <a16:creationId xmlns:a16="http://schemas.microsoft.com/office/drawing/2014/main" id="{585C7755-9394-4129-AB48-1AC32DA80C75}"/>
                </a:ext>
              </a:extLst>
            </p:cNvPr>
            <p:cNvSpPr/>
            <p:nvPr userDrawn="1"/>
          </p:nvSpPr>
          <p:spPr>
            <a:xfrm>
              <a:off x="3632179" y="2253996"/>
              <a:ext cx="100584"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3" name="Conector drept 12">
              <a:extLst>
                <a:ext uri="{FF2B5EF4-FFF2-40B4-BE49-F238E27FC236}">
                  <a16:creationId xmlns:a16="http://schemas.microsoft.com/office/drawing/2014/main" id="{64C71ABE-575A-48CF-82B1-EDE8535F3993}"/>
                </a:ext>
              </a:extLst>
            </p:cNvPr>
            <p:cNvCxnSpPr/>
            <p:nvPr userDrawn="1"/>
          </p:nvCxnSpPr>
          <p:spPr>
            <a:xfrm>
              <a:off x="3663971" y="2307679"/>
              <a:ext cx="4942702"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E3C1EA63-78B2-4715-B4DC-63D98AC7F354}"/>
                </a:ext>
              </a:extLst>
            </p:cNvPr>
            <p:cNvSpPr/>
            <p:nvPr userDrawn="1"/>
          </p:nvSpPr>
          <p:spPr>
            <a:xfrm>
              <a:off x="8590944" y="2253996"/>
              <a:ext cx="100584"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grpSp>
      <p:grpSp>
        <p:nvGrpSpPr>
          <p:cNvPr id="16" name="Grup 15">
            <a:extLst>
              <a:ext uri="{FF2B5EF4-FFF2-40B4-BE49-F238E27FC236}">
                <a16:creationId xmlns:a16="http://schemas.microsoft.com/office/drawing/2014/main" id="{E9BB74A1-0BEA-4AD8-8138-0641A45D8B40}"/>
              </a:ext>
            </a:extLst>
          </p:cNvPr>
          <p:cNvGrpSpPr/>
          <p:nvPr userDrawn="1"/>
        </p:nvGrpSpPr>
        <p:grpSpPr>
          <a:xfrm>
            <a:off x="4509141" y="5305363"/>
            <a:ext cx="3254397" cy="100584"/>
            <a:chOff x="3506762" y="2253996"/>
            <a:chExt cx="5668705" cy="100584"/>
          </a:xfrm>
        </p:grpSpPr>
        <p:sp>
          <p:nvSpPr>
            <p:cNvPr id="17" name="Oval 16">
              <a:extLst>
                <a:ext uri="{FF2B5EF4-FFF2-40B4-BE49-F238E27FC236}">
                  <a16:creationId xmlns:a16="http://schemas.microsoft.com/office/drawing/2014/main" id="{73D0026E-5270-4C52-A1AF-5631E8192DCD}"/>
                </a:ext>
              </a:extLst>
            </p:cNvPr>
            <p:cNvSpPr/>
            <p:nvPr userDrawn="1"/>
          </p:nvSpPr>
          <p:spPr>
            <a:xfrm>
              <a:off x="3506762" y="2253996"/>
              <a:ext cx="175203"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8" name="Conector drept 17">
              <a:extLst>
                <a:ext uri="{FF2B5EF4-FFF2-40B4-BE49-F238E27FC236}">
                  <a16:creationId xmlns:a16="http://schemas.microsoft.com/office/drawing/2014/main" id="{A6085D92-5F70-4097-A2FF-C15B13788D08}"/>
                </a:ext>
              </a:extLst>
            </p:cNvPr>
            <p:cNvCxnSpPr/>
            <p:nvPr userDrawn="1"/>
          </p:nvCxnSpPr>
          <p:spPr>
            <a:xfrm>
              <a:off x="3631690" y="2307679"/>
              <a:ext cx="5465515"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BE68EB6C-48D0-4EBF-8541-926D16790F52}"/>
                </a:ext>
              </a:extLst>
            </p:cNvPr>
            <p:cNvSpPr/>
            <p:nvPr userDrawn="1"/>
          </p:nvSpPr>
          <p:spPr>
            <a:xfrm>
              <a:off x="8999887" y="2253996"/>
              <a:ext cx="175580"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grpSp>
    </p:spTree>
    <p:extLst>
      <p:ext uri="{BB962C8B-B14F-4D97-AF65-F5344CB8AC3E}">
        <p14:creationId xmlns:p14="http://schemas.microsoft.com/office/powerpoint/2010/main" val="342463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ntet secțiune cu imagine">
    <p:spTree>
      <p:nvGrpSpPr>
        <p:cNvPr id="1" name=""/>
        <p:cNvGrpSpPr/>
        <p:nvPr/>
      </p:nvGrpSpPr>
      <p:grpSpPr>
        <a:xfrm>
          <a:off x="0" y="0"/>
          <a:ext cx="0" cy="0"/>
          <a:chOff x="0" y="0"/>
          <a:chExt cx="0" cy="0"/>
        </a:xfrm>
      </p:grpSpPr>
      <p:sp>
        <p:nvSpPr>
          <p:cNvPr id="8" name="Substituent imagine 7">
            <a:extLst>
              <a:ext uri="{FF2B5EF4-FFF2-40B4-BE49-F238E27FC236}">
                <a16:creationId xmlns:a16="http://schemas.microsoft.com/office/drawing/2014/main" id="{C799DC18-D353-427C-B849-0204F13D9B3D}"/>
              </a:ext>
            </a:extLst>
          </p:cNvPr>
          <p:cNvSpPr>
            <a:spLocks noGrp="1"/>
          </p:cNvSpPr>
          <p:nvPr>
            <p:ph type="pic" sz="quarter" idx="14"/>
          </p:nvPr>
        </p:nvSpPr>
        <p:spPr>
          <a:xfrm>
            <a:off x="0" y="0"/>
            <a:ext cx="6083300" cy="6858000"/>
          </a:xfrm>
        </p:spPr>
        <p:txBody>
          <a:bodyPr rtlCol="0" anchor="ctr" anchorCtr="0">
            <a:normAutofit/>
          </a:bodyPr>
          <a:lstStyle>
            <a:lvl1pPr marL="0" indent="0" algn="ctr">
              <a:buNone/>
              <a:defRPr sz="1800"/>
            </a:lvl1pPr>
          </a:lstStyle>
          <a:p>
            <a:pPr rtl="0"/>
            <a:r>
              <a:rPr lang="ro-RO" noProof="0"/>
              <a:t>Faceți clic pe pictogramă pentru a adăuga o imagine</a:t>
            </a:r>
            <a:endParaRPr lang="ro-RO" noProof="0" dirty="0"/>
          </a:p>
        </p:txBody>
      </p:sp>
      <p:sp>
        <p:nvSpPr>
          <p:cNvPr id="7" name="Dreptunghi 6">
            <a:extLst>
              <a:ext uri="{FF2B5EF4-FFF2-40B4-BE49-F238E27FC236}">
                <a16:creationId xmlns:a16="http://schemas.microsoft.com/office/drawing/2014/main" id="{45015858-8549-49EA-BB83-070E0D9D4890}"/>
              </a:ext>
            </a:extLst>
          </p:cNvPr>
          <p:cNvSpPr/>
          <p:nvPr userDrawn="1"/>
        </p:nvSpPr>
        <p:spPr>
          <a:xfrm>
            <a:off x="6083808" y="0"/>
            <a:ext cx="6108192" cy="6858000"/>
          </a:xfrm>
          <a:prstGeom prst="rect">
            <a:avLst/>
          </a:prstGeom>
          <a:gradFill flip="none" rotWithShape="1">
            <a:gsLst>
              <a:gs pos="0">
                <a:schemeClr val="accent2"/>
              </a:gs>
              <a:gs pos="36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a:extLst>
              <a:ext uri="{FF2B5EF4-FFF2-40B4-BE49-F238E27FC236}">
                <a16:creationId xmlns:a16="http://schemas.microsoft.com/office/drawing/2014/main" id="{2206FBAC-B8FD-4768-B682-E0B93BA33105}"/>
              </a:ext>
            </a:extLst>
          </p:cNvPr>
          <p:cNvSpPr>
            <a:spLocks noGrp="1"/>
          </p:cNvSpPr>
          <p:nvPr>
            <p:ph type="title" hasCustomPrompt="1"/>
          </p:nvPr>
        </p:nvSpPr>
        <p:spPr>
          <a:xfrm>
            <a:off x="6769768" y="2133599"/>
            <a:ext cx="4618957" cy="2492461"/>
          </a:xfrm>
        </p:spPr>
        <p:txBody>
          <a:bodyPr lIns="0" tIns="0" rIns="0" bIns="0" rtlCol="0" anchor="b" anchorCtr="0">
            <a:noAutofit/>
          </a:bodyPr>
          <a:lstStyle>
            <a:lvl1pPr>
              <a:defRPr sz="6000"/>
            </a:lvl1pPr>
          </a:lstStyle>
          <a:p>
            <a:pPr rtl="0"/>
            <a:r>
              <a:rPr lang="ro-RO" noProof="0" dirty="0"/>
              <a:t>PREZENTARE</a:t>
            </a:r>
            <a:br>
              <a:rPr lang="ro-RO" noProof="0" dirty="0"/>
            </a:br>
            <a:r>
              <a:rPr lang="ro-RO" noProof="0" dirty="0"/>
              <a:t>TITLU</a:t>
            </a:r>
          </a:p>
        </p:txBody>
      </p:sp>
      <p:sp>
        <p:nvSpPr>
          <p:cNvPr id="4" name="Substituent dată 3">
            <a:extLst>
              <a:ext uri="{FF2B5EF4-FFF2-40B4-BE49-F238E27FC236}">
                <a16:creationId xmlns:a16="http://schemas.microsoft.com/office/drawing/2014/main" id="{2472534F-03A6-408A-9BF1-303D0A440BA4}"/>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0A24E181-0C50-4F43-A5A7-6FDD1500C708}"/>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13A749CC-EB55-4FEF-AA4C-9A9C6E2AA9C0}"/>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grpSp>
        <p:nvGrpSpPr>
          <p:cNvPr id="9" name="Grup 8">
            <a:extLst>
              <a:ext uri="{FF2B5EF4-FFF2-40B4-BE49-F238E27FC236}">
                <a16:creationId xmlns:a16="http://schemas.microsoft.com/office/drawing/2014/main" id="{6F3E26A6-6962-4A35-AA86-805537D45296}"/>
              </a:ext>
            </a:extLst>
          </p:cNvPr>
          <p:cNvGrpSpPr/>
          <p:nvPr userDrawn="1"/>
        </p:nvGrpSpPr>
        <p:grpSpPr>
          <a:xfrm>
            <a:off x="6769768" y="2386683"/>
            <a:ext cx="4698084" cy="102440"/>
            <a:chOff x="3631690" y="2252140"/>
            <a:chExt cx="8183399" cy="102440"/>
          </a:xfrm>
        </p:grpSpPr>
        <p:sp>
          <p:nvSpPr>
            <p:cNvPr id="10" name="Oval 9">
              <a:extLst>
                <a:ext uri="{FF2B5EF4-FFF2-40B4-BE49-F238E27FC236}">
                  <a16:creationId xmlns:a16="http://schemas.microsoft.com/office/drawing/2014/main" id="{681504C4-12AC-4251-8E47-0089784BDB9B}"/>
                </a:ext>
              </a:extLst>
            </p:cNvPr>
            <p:cNvSpPr/>
            <p:nvPr userDrawn="1"/>
          </p:nvSpPr>
          <p:spPr>
            <a:xfrm>
              <a:off x="3631690" y="2253996"/>
              <a:ext cx="175203"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1" name="Conector drept 10">
              <a:extLst>
                <a:ext uri="{FF2B5EF4-FFF2-40B4-BE49-F238E27FC236}">
                  <a16:creationId xmlns:a16="http://schemas.microsoft.com/office/drawing/2014/main" id="{192040D0-01C2-4643-8F84-3B8F334E545C}"/>
                </a:ext>
              </a:extLst>
            </p:cNvPr>
            <p:cNvCxnSpPr/>
            <p:nvPr userDrawn="1"/>
          </p:nvCxnSpPr>
          <p:spPr>
            <a:xfrm>
              <a:off x="3681983" y="2307679"/>
              <a:ext cx="7995282"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7ED601E9-2BFC-460B-A2A8-69A787A4988E}"/>
                </a:ext>
              </a:extLst>
            </p:cNvPr>
            <p:cNvSpPr/>
            <p:nvPr userDrawn="1"/>
          </p:nvSpPr>
          <p:spPr>
            <a:xfrm>
              <a:off x="11639510" y="2252140"/>
              <a:ext cx="175579"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grpSp>
      <p:grpSp>
        <p:nvGrpSpPr>
          <p:cNvPr id="13" name="Grup 12">
            <a:extLst>
              <a:ext uri="{FF2B5EF4-FFF2-40B4-BE49-F238E27FC236}">
                <a16:creationId xmlns:a16="http://schemas.microsoft.com/office/drawing/2014/main" id="{BB49A8A6-FEDB-4D20-B581-A84DB8EFE977}"/>
              </a:ext>
            </a:extLst>
          </p:cNvPr>
          <p:cNvGrpSpPr/>
          <p:nvPr userDrawn="1"/>
        </p:nvGrpSpPr>
        <p:grpSpPr>
          <a:xfrm>
            <a:off x="6769768" y="4295484"/>
            <a:ext cx="4698084" cy="100584"/>
            <a:chOff x="3631690" y="2253996"/>
            <a:chExt cx="8183393" cy="100584"/>
          </a:xfrm>
        </p:grpSpPr>
        <p:sp>
          <p:nvSpPr>
            <p:cNvPr id="14" name="Oval 13">
              <a:extLst>
                <a:ext uri="{FF2B5EF4-FFF2-40B4-BE49-F238E27FC236}">
                  <a16:creationId xmlns:a16="http://schemas.microsoft.com/office/drawing/2014/main" id="{C2F65998-5EC3-446A-8307-1CF81A348CE3}"/>
                </a:ext>
              </a:extLst>
            </p:cNvPr>
            <p:cNvSpPr/>
            <p:nvPr userDrawn="1"/>
          </p:nvSpPr>
          <p:spPr>
            <a:xfrm>
              <a:off x="3631690" y="2253996"/>
              <a:ext cx="175203"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5" name="Conector drept 14">
              <a:extLst>
                <a:ext uri="{FF2B5EF4-FFF2-40B4-BE49-F238E27FC236}">
                  <a16:creationId xmlns:a16="http://schemas.microsoft.com/office/drawing/2014/main" id="{7CC5D776-F60A-4A0C-AA7C-EFACDA2CEA88}"/>
                </a:ext>
              </a:extLst>
            </p:cNvPr>
            <p:cNvCxnSpPr/>
            <p:nvPr userDrawn="1"/>
          </p:nvCxnSpPr>
          <p:spPr>
            <a:xfrm>
              <a:off x="3681983" y="2307679"/>
              <a:ext cx="7995278"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AEAFE309-55C5-409C-92ED-748307C74318}"/>
                </a:ext>
              </a:extLst>
            </p:cNvPr>
            <p:cNvSpPr/>
            <p:nvPr userDrawn="1"/>
          </p:nvSpPr>
          <p:spPr>
            <a:xfrm>
              <a:off x="11639504" y="2253996"/>
              <a:ext cx="175579"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grpSp>
      <p:sp>
        <p:nvSpPr>
          <p:cNvPr id="17" name="Subtitlu 2">
            <a:extLst>
              <a:ext uri="{FF2B5EF4-FFF2-40B4-BE49-F238E27FC236}">
                <a16:creationId xmlns:a16="http://schemas.microsoft.com/office/drawing/2014/main" id="{5B77B20B-76F5-4912-803D-5709F730D4FB}"/>
              </a:ext>
            </a:extLst>
          </p:cNvPr>
          <p:cNvSpPr>
            <a:spLocks noGrp="1"/>
          </p:cNvSpPr>
          <p:nvPr>
            <p:ph type="subTitle" idx="1"/>
          </p:nvPr>
        </p:nvSpPr>
        <p:spPr>
          <a:xfrm>
            <a:off x="6769767" y="4889444"/>
            <a:ext cx="4618957" cy="590626"/>
          </a:xfrm>
        </p:spPr>
        <p:txBody>
          <a:bodyPr lIns="0" tIns="0" rIns="0" bIns="0" rtlCol="0">
            <a:normAutofit/>
          </a:bodyPr>
          <a:lstStyle>
            <a:lvl1pPr marL="0" indent="0" algn="l">
              <a:lnSpc>
                <a:spcPct val="100000"/>
              </a:lnSpc>
              <a:spcBef>
                <a:spcPts val="0"/>
              </a:spcBef>
              <a:buNone/>
              <a:defRPr sz="2800" b="1">
                <a:latin typeface="+mn-lt"/>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o-RO" noProof="0"/>
              <a:t>Faceți clic pentru a edita stilul de subtitlu coordonator</a:t>
            </a:r>
            <a:endParaRPr lang="ro-RO" noProof="0" dirty="0"/>
          </a:p>
        </p:txBody>
      </p:sp>
      <p:sp>
        <p:nvSpPr>
          <p:cNvPr id="18" name="Substituent imagine 9">
            <a:extLst>
              <a:ext uri="{FF2B5EF4-FFF2-40B4-BE49-F238E27FC236}">
                <a16:creationId xmlns:a16="http://schemas.microsoft.com/office/drawing/2014/main" id="{4293BA4F-7776-4C41-BE4F-7247935D5CCC}"/>
              </a:ext>
            </a:extLst>
          </p:cNvPr>
          <p:cNvSpPr>
            <a:spLocks noGrp="1"/>
          </p:cNvSpPr>
          <p:nvPr>
            <p:ph type="pic" sz="quarter" idx="13"/>
          </p:nvPr>
        </p:nvSpPr>
        <p:spPr>
          <a:xfrm>
            <a:off x="3706368" y="3079602"/>
            <a:ext cx="1481328" cy="758952"/>
          </a:xfrm>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spTree>
    <p:extLst>
      <p:ext uri="{BB962C8B-B14F-4D97-AF65-F5344CB8AC3E}">
        <p14:creationId xmlns:p14="http://schemas.microsoft.com/office/powerpoint/2010/main" val="907692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u și conținut cu imagine">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2091023"/>
            <a:ext cx="5021940" cy="804338"/>
          </a:xfrm>
        </p:spPr>
        <p:txBody>
          <a:bodyPr lIns="0" tIns="0" rIns="0" bIns="0" rtlCol="0" anchor="b">
            <a:normAutofit/>
          </a:bodyPr>
          <a:lstStyle>
            <a:lvl1pPr>
              <a:defRPr sz="3600"/>
            </a:lvl1pPr>
          </a:lstStyle>
          <a:p>
            <a:pPr rtl="0"/>
            <a:r>
              <a:rPr lang="ro-RO" noProof="0" dirty="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0" y="3244567"/>
            <a:ext cx="4205904" cy="569085"/>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2993948"/>
            <a:ext cx="3251227" cy="100800"/>
            <a:chOff x="0" y="3240138"/>
            <a:chExt cx="3251227" cy="100800"/>
          </a:xfrm>
        </p:grpSpPr>
        <p:cxnSp>
          <p:nvCxnSpPr>
            <p:cNvPr id="13" name="Conector drept 12">
              <a:extLst>
                <a:ext uri="{FF2B5EF4-FFF2-40B4-BE49-F238E27FC236}">
                  <a16:creationId xmlns:a16="http://schemas.microsoft.com/office/drawing/2014/main" id="{785A4134-866D-4143-AC1E-8A2FFDB49855}"/>
                </a:ext>
              </a:extLst>
            </p:cNvPr>
            <p:cNvCxnSpPr/>
            <p:nvPr userDrawn="1"/>
          </p:nvCxnSpPr>
          <p:spPr>
            <a:xfrm>
              <a:off x="0" y="3290538"/>
              <a:ext cx="3208093"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3150427"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6" name="Substituent text 2">
            <a:extLst>
              <a:ext uri="{FF2B5EF4-FFF2-40B4-BE49-F238E27FC236}">
                <a16:creationId xmlns:a16="http://schemas.microsoft.com/office/drawing/2014/main" id="{BB522941-5C7D-4701-9AD7-BB4C11C6EBCE}"/>
              </a:ext>
            </a:extLst>
          </p:cNvPr>
          <p:cNvSpPr>
            <a:spLocks noGrp="1"/>
          </p:cNvSpPr>
          <p:nvPr>
            <p:ph type="body" idx="14" hasCustomPrompt="1"/>
          </p:nvPr>
        </p:nvSpPr>
        <p:spPr>
          <a:xfrm>
            <a:off x="815720" y="3869349"/>
            <a:ext cx="4215201" cy="1328330"/>
          </a:xfrm>
        </p:spPr>
        <p:txBody>
          <a:bodyPr lIns="0" tIns="0" rIns="0" bIns="0" rtlCol="0">
            <a:normAutofit/>
          </a:bodyPr>
          <a:lstStyle>
            <a:lvl1pPr marL="0" indent="0">
              <a:lnSpc>
                <a:spcPct val="100000"/>
              </a:lnSpc>
              <a:spcBef>
                <a:spcPts val="600"/>
              </a:spcBef>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2" name="Substituent imagine 7">
            <a:extLst>
              <a:ext uri="{FF2B5EF4-FFF2-40B4-BE49-F238E27FC236}">
                <a16:creationId xmlns:a16="http://schemas.microsoft.com/office/drawing/2014/main" id="{DE71F7A0-F439-470D-A1B8-556C960D112C}"/>
              </a:ext>
            </a:extLst>
          </p:cNvPr>
          <p:cNvSpPr>
            <a:spLocks noGrp="1"/>
          </p:cNvSpPr>
          <p:nvPr>
            <p:ph type="pic" sz="quarter" idx="15"/>
          </p:nvPr>
        </p:nvSpPr>
        <p:spPr>
          <a:xfrm>
            <a:off x="6103003" y="2490534"/>
            <a:ext cx="6083300" cy="2587752"/>
          </a:xfrm>
        </p:spPr>
        <p:txBody>
          <a:bodyPr rtlCol="0" anchor="ctr" anchorCtr="0">
            <a:normAutofit/>
          </a:bodyPr>
          <a:lstStyle>
            <a:lvl1pPr marL="0" indent="0" algn="ctr">
              <a:buNone/>
              <a:defRPr sz="1800"/>
            </a:lvl1pPr>
          </a:lstStyle>
          <a:p>
            <a:pPr rtl="0"/>
            <a:r>
              <a:rPr lang="ro-RO" noProof="0"/>
              <a:t>Faceți clic pe pictogramă pentru a adăuga o imagine</a:t>
            </a:r>
            <a:endParaRPr lang="ro-RO" noProof="0" dirty="0"/>
          </a:p>
        </p:txBody>
      </p:sp>
    </p:spTree>
    <p:extLst>
      <p:ext uri="{BB962C8B-B14F-4D97-AF65-F5344CB8AC3E}">
        <p14:creationId xmlns:p14="http://schemas.microsoft.com/office/powerpoint/2010/main" val="2539969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spect titlu, imagine și conținut">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6894591" y="1090118"/>
            <a:ext cx="4494133" cy="804338"/>
          </a:xfrm>
        </p:spPr>
        <p:txBody>
          <a:bodyPr lIns="0" tIns="0" rIns="0" bIns="0" rtlCol="0" anchor="b">
            <a:normAutofit/>
          </a:bodyPr>
          <a:lstStyle>
            <a:lvl1pPr>
              <a:defRPr sz="3600"/>
            </a:lvl1pPr>
          </a:lstStyle>
          <a:p>
            <a:pPr rtl="0"/>
            <a:r>
              <a:rPr lang="ro-RO" noProof="0" dirty="0"/>
              <a:t>FACEȚI CLIC PENTRU A EDITA</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6894591" y="2243662"/>
            <a:ext cx="4473108" cy="569085"/>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6924675" y="1993043"/>
            <a:ext cx="5267325" cy="100800"/>
            <a:chOff x="0" y="3240138"/>
            <a:chExt cx="3434400" cy="100800"/>
          </a:xfrm>
        </p:grpSpPr>
        <p:cxnSp>
          <p:nvCxnSpPr>
            <p:cNvPr id="12" name="Conector drept 11">
              <a:extLst>
                <a:ext uri="{FF2B5EF4-FFF2-40B4-BE49-F238E27FC236}">
                  <a16:creationId xmlns:a16="http://schemas.microsoft.com/office/drawing/2014/main" id="{370B72A7-B625-48B8-88E6-BCE2A4DD531E}"/>
                </a:ext>
              </a:extLst>
            </p:cNvPr>
            <p:cNvCxnSpPr/>
            <p:nvPr userDrawn="1"/>
          </p:nvCxnSpPr>
          <p:spPr>
            <a:xfrm>
              <a:off x="0" y="3290538"/>
              <a:ext cx="3384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368676"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4" name="Substituent text 2">
            <a:extLst>
              <a:ext uri="{FF2B5EF4-FFF2-40B4-BE49-F238E27FC236}">
                <a16:creationId xmlns:a16="http://schemas.microsoft.com/office/drawing/2014/main" id="{BE12A846-0DFC-435B-BAE9-D90C353E0344}"/>
              </a:ext>
            </a:extLst>
          </p:cNvPr>
          <p:cNvSpPr>
            <a:spLocks noGrp="1"/>
          </p:cNvSpPr>
          <p:nvPr>
            <p:ph type="body" idx="14" hasCustomPrompt="1"/>
          </p:nvPr>
        </p:nvSpPr>
        <p:spPr>
          <a:xfrm>
            <a:off x="6894591" y="2868443"/>
            <a:ext cx="4482996" cy="2432603"/>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2" name="Substituent imagine 7">
            <a:extLst>
              <a:ext uri="{FF2B5EF4-FFF2-40B4-BE49-F238E27FC236}">
                <a16:creationId xmlns:a16="http://schemas.microsoft.com/office/drawing/2014/main" id="{F0861AA2-8248-462C-B6D8-FFD829F41ED0}"/>
              </a:ext>
            </a:extLst>
          </p:cNvPr>
          <p:cNvSpPr>
            <a:spLocks noGrp="1"/>
          </p:cNvSpPr>
          <p:nvPr>
            <p:ph type="pic" sz="quarter" idx="15"/>
          </p:nvPr>
        </p:nvSpPr>
        <p:spPr>
          <a:xfrm>
            <a:off x="2854411" y="1472184"/>
            <a:ext cx="3246204" cy="5385816"/>
          </a:xfrm>
        </p:spPr>
        <p:txBody>
          <a:bodyPr rtlCol="0" anchor="ctr" anchorCtr="0">
            <a:normAutofit/>
          </a:bodyPr>
          <a:lstStyle>
            <a:lvl1pPr marL="0" indent="0" algn="ctr">
              <a:buNone/>
              <a:defRPr sz="1800"/>
            </a:lvl1pPr>
          </a:lstStyle>
          <a:p>
            <a:pPr rtl="0"/>
            <a:r>
              <a:rPr lang="ro-RO" noProof="0"/>
              <a:t>Faceți clic pe pictogramă pentru a adăuga o imagine</a:t>
            </a:r>
            <a:endParaRPr lang="ro-RO" noProof="0" dirty="0"/>
          </a:p>
        </p:txBody>
      </p:sp>
    </p:spTree>
    <p:extLst>
      <p:ext uri="{BB962C8B-B14F-4D97-AF65-F5344CB8AC3E}">
        <p14:creationId xmlns:p14="http://schemas.microsoft.com/office/powerpoint/2010/main" val="1247638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spect titlu și conținut ver 2">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2219359"/>
            <a:ext cx="5021940" cy="804338"/>
          </a:xfrm>
        </p:spPr>
        <p:txBody>
          <a:bodyPr lIns="0" tIns="0" rIns="0" bIns="0" rtlCol="0" anchor="b">
            <a:normAutofit/>
          </a:bodyPr>
          <a:lstStyle>
            <a:lvl1pPr>
              <a:defRPr sz="3600"/>
            </a:lvl1pPr>
          </a:lstStyle>
          <a:p>
            <a:pPr rtl="0"/>
            <a:r>
              <a:rPr lang="ro-RO" noProof="0" dirty="0"/>
              <a:t>FACEȚI CLIC PENTRU A EDITA</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3122284"/>
            <a:ext cx="2555857" cy="100800"/>
            <a:chOff x="0" y="3240138"/>
            <a:chExt cx="2555857" cy="100800"/>
          </a:xfrm>
        </p:grpSpPr>
        <p:cxnSp>
          <p:nvCxnSpPr>
            <p:cNvPr id="13" name="Conector drept 12">
              <a:extLst>
                <a:ext uri="{FF2B5EF4-FFF2-40B4-BE49-F238E27FC236}">
                  <a16:creationId xmlns:a16="http://schemas.microsoft.com/office/drawing/2014/main" id="{785A4134-866D-4143-AC1E-8A2FFDB49855}"/>
                </a:ext>
              </a:extLst>
            </p:cNvPr>
            <p:cNvCxnSpPr/>
            <p:nvPr userDrawn="1"/>
          </p:nvCxnSpPr>
          <p:spPr>
            <a:xfrm>
              <a:off x="0" y="3290538"/>
              <a:ext cx="2492188"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455057"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Substituent text 2">
            <a:extLst>
              <a:ext uri="{FF2B5EF4-FFF2-40B4-BE49-F238E27FC236}">
                <a16:creationId xmlns:a16="http://schemas.microsoft.com/office/drawing/2014/main" id="{4C9D5785-B116-4BE7-AC26-5CD6481FFA6A}"/>
              </a:ext>
            </a:extLst>
          </p:cNvPr>
          <p:cNvSpPr>
            <a:spLocks noGrp="1"/>
          </p:cNvSpPr>
          <p:nvPr>
            <p:ph type="body" idx="14" hasCustomPrompt="1"/>
          </p:nvPr>
        </p:nvSpPr>
        <p:spPr>
          <a:xfrm>
            <a:off x="815720" y="3392200"/>
            <a:ext cx="5009495" cy="2210173"/>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23" name="Substituent imagine 7">
            <a:extLst>
              <a:ext uri="{FF2B5EF4-FFF2-40B4-BE49-F238E27FC236}">
                <a16:creationId xmlns:a16="http://schemas.microsoft.com/office/drawing/2014/main" id="{278C2B8F-0B29-449C-AFFD-42BB56FA1595}"/>
              </a:ext>
            </a:extLst>
          </p:cNvPr>
          <p:cNvSpPr>
            <a:spLocks noGrp="1"/>
          </p:cNvSpPr>
          <p:nvPr>
            <p:ph type="pic" sz="quarter" idx="15"/>
          </p:nvPr>
        </p:nvSpPr>
        <p:spPr>
          <a:xfrm>
            <a:off x="6108356" y="-20834"/>
            <a:ext cx="5245444" cy="5385816"/>
          </a:xfrm>
        </p:spPr>
        <p:txBody>
          <a:bodyPr rtlCol="0" anchor="ctr" anchorCtr="0">
            <a:normAutofit/>
          </a:bodyPr>
          <a:lstStyle>
            <a:lvl1pPr marL="0" indent="0" algn="ctr">
              <a:buNone/>
              <a:defRPr sz="1800"/>
            </a:lvl1pPr>
          </a:lstStyle>
          <a:p>
            <a:pPr rtl="0"/>
            <a:r>
              <a:rPr lang="ro-RO" noProof="0"/>
              <a:t>Faceți clic pe pictogramă pentru a adăuga o imagine</a:t>
            </a:r>
            <a:endParaRPr lang="ro-RO" noProof="0" dirty="0"/>
          </a:p>
        </p:txBody>
      </p:sp>
    </p:spTree>
    <p:extLst>
      <p:ext uri="{BB962C8B-B14F-4D97-AF65-F5344CB8AC3E}">
        <p14:creationId xmlns:p14="http://schemas.microsoft.com/office/powerpoint/2010/main" val="23103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spect de conținut pictograme">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6400317" y="707529"/>
            <a:ext cx="4494133" cy="569086"/>
          </a:xfrm>
        </p:spPr>
        <p:txBody>
          <a:bodyPr lIns="0" tIns="0" rIns="0" bIns="0" rtlCol="0" anchor="b">
            <a:normAutofit/>
          </a:bodyPr>
          <a:lstStyle>
            <a:lvl1pPr>
              <a:defRPr sz="3600"/>
            </a:lvl1pPr>
          </a:lstStyle>
          <a:p>
            <a:pPr rtl="0"/>
            <a:r>
              <a:rPr lang="ro-RO" noProof="0" dirty="0"/>
              <a:t>FACEȚI CLIC PENTRU A EDITA</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6400317" y="1625821"/>
            <a:ext cx="4473108" cy="569085"/>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6430402" y="1375202"/>
            <a:ext cx="5761598" cy="100800"/>
            <a:chOff x="-322276" y="3240138"/>
            <a:chExt cx="3756676"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322276" y="3290538"/>
              <a:ext cx="3706276"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368676"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4" name="Substituent text 2">
            <a:extLst>
              <a:ext uri="{FF2B5EF4-FFF2-40B4-BE49-F238E27FC236}">
                <a16:creationId xmlns:a16="http://schemas.microsoft.com/office/drawing/2014/main" id="{BE12A846-0DFC-435B-BAE9-D90C353E0344}"/>
              </a:ext>
            </a:extLst>
          </p:cNvPr>
          <p:cNvSpPr>
            <a:spLocks noGrp="1"/>
          </p:cNvSpPr>
          <p:nvPr>
            <p:ph type="body" idx="14" hasCustomPrompt="1"/>
          </p:nvPr>
        </p:nvSpPr>
        <p:spPr>
          <a:xfrm>
            <a:off x="2920469" y="3291840"/>
            <a:ext cx="2670048" cy="640080"/>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4" name="Substituent imagine 3">
            <a:extLst>
              <a:ext uri="{FF2B5EF4-FFF2-40B4-BE49-F238E27FC236}">
                <a16:creationId xmlns:a16="http://schemas.microsoft.com/office/drawing/2014/main" id="{1EDA47E0-9B2C-45BF-A34A-E7069690AEF4}"/>
              </a:ext>
            </a:extLst>
          </p:cNvPr>
          <p:cNvSpPr>
            <a:spLocks noGrp="1"/>
          </p:cNvSpPr>
          <p:nvPr>
            <p:ph type="pic" sz="quarter" idx="15"/>
          </p:nvPr>
        </p:nvSpPr>
        <p:spPr>
          <a:xfrm>
            <a:off x="2090460" y="3273552"/>
            <a:ext cx="640080" cy="658368"/>
          </a:xfrm>
        </p:spPr>
        <p:txBody>
          <a:bodyPr rtlCol="0" anchor="ctr" anchorCtr="0">
            <a:normAutofit/>
          </a:bodyPr>
          <a:lstStyle>
            <a:lvl1pPr marL="0" indent="0" algn="ctr">
              <a:buNone/>
              <a:defRPr sz="900"/>
            </a:lvl1pPr>
          </a:lstStyle>
          <a:p>
            <a:pPr rtl="0"/>
            <a:r>
              <a:rPr lang="ro-RO" noProof="0"/>
              <a:t>Faceți clic pe pictogramă pentru a adăuga o imagine</a:t>
            </a:r>
            <a:endParaRPr lang="ro-RO" noProof="0" dirty="0"/>
          </a:p>
        </p:txBody>
      </p:sp>
      <p:sp>
        <p:nvSpPr>
          <p:cNvPr id="22" name="Substituent text 2">
            <a:extLst>
              <a:ext uri="{FF2B5EF4-FFF2-40B4-BE49-F238E27FC236}">
                <a16:creationId xmlns:a16="http://schemas.microsoft.com/office/drawing/2014/main" id="{F2ACDD32-C1AB-4359-B055-2F910492987E}"/>
              </a:ext>
            </a:extLst>
          </p:cNvPr>
          <p:cNvSpPr>
            <a:spLocks noGrp="1"/>
          </p:cNvSpPr>
          <p:nvPr>
            <p:ph type="body" idx="16" hasCustomPrompt="1"/>
          </p:nvPr>
        </p:nvSpPr>
        <p:spPr>
          <a:xfrm>
            <a:off x="831850" y="3291840"/>
            <a:ext cx="1209357" cy="640080"/>
          </a:xfrm>
        </p:spPr>
        <p:txBody>
          <a:bodyPr lIns="0" tIns="0" rIns="0" bIns="0" rtlCol="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Editare stiluri de text</a:t>
            </a:r>
          </a:p>
        </p:txBody>
      </p:sp>
      <p:sp>
        <p:nvSpPr>
          <p:cNvPr id="23" name="Substituent text 2">
            <a:extLst>
              <a:ext uri="{FF2B5EF4-FFF2-40B4-BE49-F238E27FC236}">
                <a16:creationId xmlns:a16="http://schemas.microsoft.com/office/drawing/2014/main" id="{C7A796C4-1255-4B26-B034-EFB1284B77EB}"/>
              </a:ext>
            </a:extLst>
          </p:cNvPr>
          <p:cNvSpPr>
            <a:spLocks noGrp="1"/>
          </p:cNvSpPr>
          <p:nvPr>
            <p:ph type="body" idx="17" hasCustomPrompt="1"/>
          </p:nvPr>
        </p:nvSpPr>
        <p:spPr>
          <a:xfrm>
            <a:off x="2920469" y="4427608"/>
            <a:ext cx="2670048" cy="640080"/>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24" name="Substituent imagine 3">
            <a:extLst>
              <a:ext uri="{FF2B5EF4-FFF2-40B4-BE49-F238E27FC236}">
                <a16:creationId xmlns:a16="http://schemas.microsoft.com/office/drawing/2014/main" id="{7F406E84-6EA1-4D34-8016-6A41F065FF76}"/>
              </a:ext>
            </a:extLst>
          </p:cNvPr>
          <p:cNvSpPr>
            <a:spLocks noGrp="1"/>
          </p:cNvSpPr>
          <p:nvPr>
            <p:ph type="pic" sz="quarter" idx="18"/>
          </p:nvPr>
        </p:nvSpPr>
        <p:spPr>
          <a:xfrm>
            <a:off x="2090460" y="4409320"/>
            <a:ext cx="640080" cy="658368"/>
          </a:xfrm>
        </p:spPr>
        <p:txBody>
          <a:bodyPr rtlCol="0" anchor="ctr" anchorCtr="0">
            <a:normAutofit/>
          </a:bodyPr>
          <a:lstStyle>
            <a:lvl1pPr marL="0" indent="0" algn="ctr">
              <a:buNone/>
              <a:defRPr sz="900"/>
            </a:lvl1pPr>
          </a:lstStyle>
          <a:p>
            <a:pPr rtl="0"/>
            <a:r>
              <a:rPr lang="ro-RO" noProof="0"/>
              <a:t>Faceți clic pe pictogramă pentru a adăuga o imagine</a:t>
            </a:r>
            <a:endParaRPr lang="ro-RO" noProof="0" dirty="0"/>
          </a:p>
        </p:txBody>
      </p:sp>
      <p:sp>
        <p:nvSpPr>
          <p:cNvPr id="25" name="Substituent text 2">
            <a:extLst>
              <a:ext uri="{FF2B5EF4-FFF2-40B4-BE49-F238E27FC236}">
                <a16:creationId xmlns:a16="http://schemas.microsoft.com/office/drawing/2014/main" id="{7965133B-076D-4FAD-8D2A-C24FE2619C80}"/>
              </a:ext>
            </a:extLst>
          </p:cNvPr>
          <p:cNvSpPr>
            <a:spLocks noGrp="1"/>
          </p:cNvSpPr>
          <p:nvPr>
            <p:ph type="body" idx="19" hasCustomPrompt="1"/>
          </p:nvPr>
        </p:nvSpPr>
        <p:spPr>
          <a:xfrm>
            <a:off x="831850" y="4427608"/>
            <a:ext cx="1209357" cy="640080"/>
          </a:xfrm>
        </p:spPr>
        <p:txBody>
          <a:bodyPr lIns="0" tIns="0" rIns="0" bIns="0" rtlCol="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Editare stiluri de text</a:t>
            </a:r>
          </a:p>
        </p:txBody>
      </p:sp>
      <p:sp>
        <p:nvSpPr>
          <p:cNvPr id="26" name="Substituent text 2">
            <a:extLst>
              <a:ext uri="{FF2B5EF4-FFF2-40B4-BE49-F238E27FC236}">
                <a16:creationId xmlns:a16="http://schemas.microsoft.com/office/drawing/2014/main" id="{CABE6307-1A20-419D-A352-17FF0286600B}"/>
              </a:ext>
            </a:extLst>
          </p:cNvPr>
          <p:cNvSpPr>
            <a:spLocks noGrp="1"/>
          </p:cNvSpPr>
          <p:nvPr>
            <p:ph type="body" idx="20" hasCustomPrompt="1"/>
          </p:nvPr>
        </p:nvSpPr>
        <p:spPr>
          <a:xfrm>
            <a:off x="8549426" y="3291840"/>
            <a:ext cx="2670048" cy="640080"/>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27" name="Substituent imagine 3">
            <a:extLst>
              <a:ext uri="{FF2B5EF4-FFF2-40B4-BE49-F238E27FC236}">
                <a16:creationId xmlns:a16="http://schemas.microsoft.com/office/drawing/2014/main" id="{D2C5C227-18EE-4D6A-AA31-30B8F7CD20AE}"/>
              </a:ext>
            </a:extLst>
          </p:cNvPr>
          <p:cNvSpPr>
            <a:spLocks noGrp="1"/>
          </p:cNvSpPr>
          <p:nvPr>
            <p:ph type="pic" sz="quarter" idx="21"/>
          </p:nvPr>
        </p:nvSpPr>
        <p:spPr>
          <a:xfrm>
            <a:off x="7719417" y="3273552"/>
            <a:ext cx="640080" cy="658368"/>
          </a:xfrm>
        </p:spPr>
        <p:txBody>
          <a:bodyPr rtlCol="0" anchor="ctr" anchorCtr="0">
            <a:normAutofit/>
          </a:bodyPr>
          <a:lstStyle>
            <a:lvl1pPr marL="0" indent="0" algn="ctr">
              <a:buNone/>
              <a:defRPr sz="900"/>
            </a:lvl1pPr>
          </a:lstStyle>
          <a:p>
            <a:pPr rtl="0"/>
            <a:r>
              <a:rPr lang="ro-RO" noProof="0"/>
              <a:t>Faceți clic pe pictogramă pentru a adăuga o imagine</a:t>
            </a:r>
            <a:endParaRPr lang="ro-RO" noProof="0" dirty="0"/>
          </a:p>
        </p:txBody>
      </p:sp>
      <p:sp>
        <p:nvSpPr>
          <p:cNvPr id="28" name="Substituent text 2">
            <a:extLst>
              <a:ext uri="{FF2B5EF4-FFF2-40B4-BE49-F238E27FC236}">
                <a16:creationId xmlns:a16="http://schemas.microsoft.com/office/drawing/2014/main" id="{6ABEA821-83E0-4C10-98A8-5F29E246F741}"/>
              </a:ext>
            </a:extLst>
          </p:cNvPr>
          <p:cNvSpPr>
            <a:spLocks noGrp="1"/>
          </p:cNvSpPr>
          <p:nvPr>
            <p:ph type="body" idx="22" hasCustomPrompt="1"/>
          </p:nvPr>
        </p:nvSpPr>
        <p:spPr>
          <a:xfrm>
            <a:off x="6460807" y="3291840"/>
            <a:ext cx="1209357" cy="640080"/>
          </a:xfrm>
        </p:spPr>
        <p:txBody>
          <a:bodyPr lIns="0" tIns="0" rIns="0" bIns="0" rtlCol="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Editare stiluri de text</a:t>
            </a:r>
          </a:p>
        </p:txBody>
      </p:sp>
      <p:sp>
        <p:nvSpPr>
          <p:cNvPr id="29" name="Substituent text 2">
            <a:extLst>
              <a:ext uri="{FF2B5EF4-FFF2-40B4-BE49-F238E27FC236}">
                <a16:creationId xmlns:a16="http://schemas.microsoft.com/office/drawing/2014/main" id="{CA1DC741-B44F-4275-A1D5-B8D26A3390B3}"/>
              </a:ext>
            </a:extLst>
          </p:cNvPr>
          <p:cNvSpPr>
            <a:spLocks noGrp="1"/>
          </p:cNvSpPr>
          <p:nvPr>
            <p:ph type="body" idx="23" hasCustomPrompt="1"/>
          </p:nvPr>
        </p:nvSpPr>
        <p:spPr>
          <a:xfrm>
            <a:off x="8549426" y="4427608"/>
            <a:ext cx="2670048" cy="640080"/>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0" name="Substituent imagine 3">
            <a:extLst>
              <a:ext uri="{FF2B5EF4-FFF2-40B4-BE49-F238E27FC236}">
                <a16:creationId xmlns:a16="http://schemas.microsoft.com/office/drawing/2014/main" id="{C550F6C4-BE33-415F-B0BC-B47EDC1BDACB}"/>
              </a:ext>
            </a:extLst>
          </p:cNvPr>
          <p:cNvSpPr>
            <a:spLocks noGrp="1"/>
          </p:cNvSpPr>
          <p:nvPr>
            <p:ph type="pic" sz="quarter" idx="24"/>
          </p:nvPr>
        </p:nvSpPr>
        <p:spPr>
          <a:xfrm>
            <a:off x="7719417" y="4409320"/>
            <a:ext cx="640080" cy="658368"/>
          </a:xfrm>
        </p:spPr>
        <p:txBody>
          <a:bodyPr rtlCol="0" anchor="ctr" anchorCtr="0">
            <a:normAutofit/>
          </a:bodyPr>
          <a:lstStyle>
            <a:lvl1pPr marL="0" indent="0" algn="ctr">
              <a:buNone/>
              <a:defRPr sz="900"/>
            </a:lvl1pPr>
          </a:lstStyle>
          <a:p>
            <a:pPr rtl="0"/>
            <a:r>
              <a:rPr lang="ro-RO" noProof="0"/>
              <a:t>Faceți clic pe pictogramă pentru a adăuga o imagine</a:t>
            </a:r>
            <a:endParaRPr lang="ro-RO" noProof="0" dirty="0"/>
          </a:p>
        </p:txBody>
      </p:sp>
      <p:sp>
        <p:nvSpPr>
          <p:cNvPr id="31" name="Substituent text 2">
            <a:extLst>
              <a:ext uri="{FF2B5EF4-FFF2-40B4-BE49-F238E27FC236}">
                <a16:creationId xmlns:a16="http://schemas.microsoft.com/office/drawing/2014/main" id="{4C0830D2-D692-4161-8ECB-338703C94351}"/>
              </a:ext>
            </a:extLst>
          </p:cNvPr>
          <p:cNvSpPr>
            <a:spLocks noGrp="1"/>
          </p:cNvSpPr>
          <p:nvPr>
            <p:ph type="body" idx="25" hasCustomPrompt="1"/>
          </p:nvPr>
        </p:nvSpPr>
        <p:spPr>
          <a:xfrm>
            <a:off x="6460807" y="4427608"/>
            <a:ext cx="1209357" cy="640080"/>
          </a:xfrm>
        </p:spPr>
        <p:txBody>
          <a:bodyPr lIns="0" tIns="0" rIns="0" bIns="0" rtlCol="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Editare stiluri de text</a:t>
            </a:r>
          </a:p>
        </p:txBody>
      </p:sp>
    </p:spTree>
    <p:extLst>
      <p:ext uri="{BB962C8B-B14F-4D97-AF65-F5344CB8AC3E}">
        <p14:creationId xmlns:p14="http://schemas.microsoft.com/office/powerpoint/2010/main" val="331145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pect monitor și conținut">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2091023"/>
            <a:ext cx="4464049" cy="804338"/>
          </a:xfrm>
        </p:spPr>
        <p:txBody>
          <a:bodyPr lIns="0" tIns="0" rIns="0" bIns="0" rtlCol="0" anchor="b">
            <a:normAutofit/>
          </a:bodyPr>
          <a:lstStyle>
            <a:lvl1pPr>
              <a:defRPr sz="3600"/>
            </a:lvl1pPr>
          </a:lstStyle>
          <a:p>
            <a:pPr rtl="0"/>
            <a:r>
              <a:rPr lang="ro-RO" noProof="0" dirty="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0" y="3244567"/>
            <a:ext cx="4443165" cy="569085"/>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Dreptunghi 7">
            <a:extLst>
              <a:ext uri="{FF2B5EF4-FFF2-40B4-BE49-F238E27FC236}">
                <a16:creationId xmlns:a16="http://schemas.microsoft.com/office/drawing/2014/main" id="{4ACF4ED1-C6C8-4C5C-8C14-4FF197588C03}"/>
              </a:ext>
            </a:extLst>
          </p:cNvPr>
          <p:cNvSpPr/>
          <p:nvPr userDrawn="1"/>
        </p:nvSpPr>
        <p:spPr>
          <a:xfrm>
            <a:off x="6192163" y="1435133"/>
            <a:ext cx="5175504" cy="4187952"/>
          </a:xfrm>
          <a:prstGeom prst="rect">
            <a:avLst/>
          </a:prstGeom>
          <a:blipFill>
            <a:blip r:embed="rId2">
              <a:extLst>
                <a:ext uri="{96DAC541-7B7A-43D3-8B79-37D633B846F1}">
                  <asvg:svgBlip xmlns:asvg="http://schemas.microsoft.com/office/drawing/2016/SVG/main" r:embed="rId3"/>
                </a:ext>
              </a:extLst>
            </a:blip>
            <a:srcRect/>
            <a:stretch>
              <a:fillRect t="1504" b="150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2993948"/>
            <a:ext cx="2313811" cy="100800"/>
            <a:chOff x="0" y="3240138"/>
            <a:chExt cx="2313811" cy="100800"/>
          </a:xfrm>
        </p:grpSpPr>
        <p:cxnSp>
          <p:nvCxnSpPr>
            <p:cNvPr id="13" name="Conector drept 12">
              <a:extLst>
                <a:ext uri="{FF2B5EF4-FFF2-40B4-BE49-F238E27FC236}">
                  <a16:creationId xmlns:a16="http://schemas.microsoft.com/office/drawing/2014/main" id="{785A4134-866D-4143-AC1E-8A2FFDB49855}"/>
                </a:ext>
              </a:extLst>
            </p:cNvPr>
            <p:cNvCxnSpPr/>
            <p:nvPr userDrawn="1"/>
          </p:nvCxnSpPr>
          <p:spPr>
            <a:xfrm>
              <a:off x="0" y="3290538"/>
              <a:ext cx="2277035"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213011"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6" name="Substituent text 2">
            <a:extLst>
              <a:ext uri="{FF2B5EF4-FFF2-40B4-BE49-F238E27FC236}">
                <a16:creationId xmlns:a16="http://schemas.microsoft.com/office/drawing/2014/main" id="{BB522941-5C7D-4701-9AD7-BB4C11C6EBCE}"/>
              </a:ext>
            </a:extLst>
          </p:cNvPr>
          <p:cNvSpPr>
            <a:spLocks noGrp="1"/>
          </p:cNvSpPr>
          <p:nvPr>
            <p:ph type="body" idx="14" hasCustomPrompt="1"/>
          </p:nvPr>
        </p:nvSpPr>
        <p:spPr>
          <a:xfrm>
            <a:off x="815720" y="3869349"/>
            <a:ext cx="4452987" cy="1328330"/>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Substituent imagine 9">
            <a:extLst>
              <a:ext uri="{FF2B5EF4-FFF2-40B4-BE49-F238E27FC236}">
                <a16:creationId xmlns:a16="http://schemas.microsoft.com/office/drawing/2014/main" id="{6B8B3AB3-C02D-418C-A9E2-AA65DE78350D}"/>
              </a:ext>
            </a:extLst>
          </p:cNvPr>
          <p:cNvSpPr>
            <a:spLocks noGrp="1"/>
          </p:cNvSpPr>
          <p:nvPr>
            <p:ph type="pic" sz="quarter" idx="15"/>
          </p:nvPr>
        </p:nvSpPr>
        <p:spPr>
          <a:xfrm>
            <a:off x="6362829" y="1673942"/>
            <a:ext cx="4853962" cy="3141406"/>
          </a:xfrm>
          <a:ln w="25400">
            <a:solidFill>
              <a:schemeClr val="tx2"/>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spTree>
    <p:extLst>
      <p:ext uri="{BB962C8B-B14F-4D97-AF65-F5344CB8AC3E}">
        <p14:creationId xmlns:p14="http://schemas.microsoft.com/office/powerpoint/2010/main" val="269886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pect de conținut titlu și subtitlu">
    <p:spTree>
      <p:nvGrpSpPr>
        <p:cNvPr id="1" name=""/>
        <p:cNvGrpSpPr/>
        <p:nvPr/>
      </p:nvGrpSpPr>
      <p:grpSpPr>
        <a:xfrm>
          <a:off x="0" y="0"/>
          <a:ext cx="0" cy="0"/>
          <a:chOff x="0" y="0"/>
          <a:chExt cx="0" cy="0"/>
        </a:xfrm>
      </p:grpSpPr>
      <p:sp>
        <p:nvSpPr>
          <p:cNvPr id="22" name="Substituent imagine 7">
            <a:extLst>
              <a:ext uri="{FF2B5EF4-FFF2-40B4-BE49-F238E27FC236}">
                <a16:creationId xmlns:a16="http://schemas.microsoft.com/office/drawing/2014/main" id="{093DA11F-BC94-447C-B660-9C906BED01B1}"/>
              </a:ext>
            </a:extLst>
          </p:cNvPr>
          <p:cNvSpPr>
            <a:spLocks noGrp="1"/>
          </p:cNvSpPr>
          <p:nvPr>
            <p:ph type="pic" sz="quarter" idx="15"/>
          </p:nvPr>
        </p:nvSpPr>
        <p:spPr>
          <a:xfrm>
            <a:off x="0" y="1682496"/>
            <a:ext cx="12191999" cy="3493008"/>
          </a:xfrm>
        </p:spPr>
        <p:txBody>
          <a:bodyPr rtlCol="0" anchor="ctr" anchorCtr="0">
            <a:normAutofit/>
          </a:bodyPr>
          <a:lstStyle>
            <a:lvl1pPr marL="0" indent="0" algn="ctr">
              <a:buNone/>
              <a:defRPr sz="1800"/>
            </a:lvl1pPr>
          </a:lstStyle>
          <a:p>
            <a:pPr rtl="0"/>
            <a:r>
              <a:rPr lang="ro-RO" noProof="0"/>
              <a:t>Faceți clic pe pictogramă pentru a adăuga o imagine</a:t>
            </a:r>
            <a:endParaRPr lang="ro-RO" noProof="0" dirty="0"/>
          </a:p>
        </p:txBody>
      </p:sp>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3863976" y="696584"/>
            <a:ext cx="4464049" cy="569086"/>
          </a:xfrm>
        </p:spPr>
        <p:txBody>
          <a:bodyPr lIns="0" tIns="0" rIns="0" bIns="0" rtlCol="0" anchor="b">
            <a:normAutofit/>
          </a:bodyPr>
          <a:lstStyle>
            <a:lvl1pPr algn="ctr">
              <a:defRPr sz="3600"/>
            </a:lvl1pPr>
          </a:lstStyle>
          <a:p>
            <a:pPr rtl="0"/>
            <a:r>
              <a:rPr lang="ro-RO" noProof="0" dirty="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3884860" y="1983086"/>
            <a:ext cx="4443165" cy="569085"/>
          </a:xfrm>
        </p:spPr>
        <p:txBody>
          <a:bodyPr lIns="0" tIns="0" rIns="0" bIns="0" rtlCol="0">
            <a:normAutofit/>
          </a:bodyPr>
          <a:lstStyle>
            <a:lvl1pPr marL="0" indent="0" algn="ctr">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9" name="Grup 8">
            <a:extLst>
              <a:ext uri="{FF2B5EF4-FFF2-40B4-BE49-F238E27FC236}">
                <a16:creationId xmlns:a16="http://schemas.microsoft.com/office/drawing/2014/main" id="{78842051-6173-4CC2-8C4A-8AE31FE7BA54}"/>
              </a:ext>
            </a:extLst>
          </p:cNvPr>
          <p:cNvGrpSpPr/>
          <p:nvPr userDrawn="1"/>
        </p:nvGrpSpPr>
        <p:grpSpPr>
          <a:xfrm>
            <a:off x="4886226" y="1373283"/>
            <a:ext cx="2423908" cy="100800"/>
            <a:chOff x="2929238" y="1373283"/>
            <a:chExt cx="2423908" cy="100800"/>
          </a:xfrm>
        </p:grpSpPr>
        <p:grpSp>
          <p:nvGrpSpPr>
            <p:cNvPr id="15" name="Grup 14">
              <a:extLst>
                <a:ext uri="{FF2B5EF4-FFF2-40B4-BE49-F238E27FC236}">
                  <a16:creationId xmlns:a16="http://schemas.microsoft.com/office/drawing/2014/main" id="{B7317392-EF87-4050-8BBE-32F74B0CF15A}"/>
                </a:ext>
              </a:extLst>
            </p:cNvPr>
            <p:cNvGrpSpPr/>
            <p:nvPr userDrawn="1"/>
          </p:nvGrpSpPr>
          <p:grpSpPr>
            <a:xfrm>
              <a:off x="2972372" y="1373283"/>
              <a:ext cx="2380774" cy="100800"/>
              <a:chOff x="-177106" y="3237441"/>
              <a:chExt cx="2380774" cy="100800"/>
            </a:xfrm>
          </p:grpSpPr>
          <p:cxnSp>
            <p:nvCxnSpPr>
              <p:cNvPr id="13" name="Conector drept 12">
                <a:extLst>
                  <a:ext uri="{FF2B5EF4-FFF2-40B4-BE49-F238E27FC236}">
                    <a16:creationId xmlns:a16="http://schemas.microsoft.com/office/drawing/2014/main" id="{785A4134-866D-4143-AC1E-8A2FFDB49855}"/>
                  </a:ext>
                </a:extLst>
              </p:cNvPr>
              <p:cNvCxnSpPr/>
              <p:nvPr userDrawn="1"/>
            </p:nvCxnSpPr>
            <p:spPr>
              <a:xfrm>
                <a:off x="-177106" y="3290538"/>
                <a:ext cx="2311699"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102868" y="3237441"/>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21" name="Oval 20">
              <a:extLst>
                <a:ext uri="{FF2B5EF4-FFF2-40B4-BE49-F238E27FC236}">
                  <a16:creationId xmlns:a16="http://schemas.microsoft.com/office/drawing/2014/main" id="{5D1C3636-C306-4492-8D46-194288459CAF}"/>
                </a:ext>
              </a:extLst>
            </p:cNvPr>
            <p:cNvSpPr/>
            <p:nvPr userDrawn="1"/>
          </p:nvSpPr>
          <p:spPr>
            <a:xfrm>
              <a:off x="2929238" y="1373283"/>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Tree>
    <p:extLst>
      <p:ext uri="{BB962C8B-B14F-4D97-AF65-F5344CB8AC3E}">
        <p14:creationId xmlns:p14="http://schemas.microsoft.com/office/powerpoint/2010/main" val="3235028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spect trei conținuturi">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Titlu 1">
            <a:extLst>
              <a:ext uri="{FF2B5EF4-FFF2-40B4-BE49-F238E27FC236}">
                <a16:creationId xmlns:a16="http://schemas.microsoft.com/office/drawing/2014/main" id="{ABF87C9E-53A2-4DE1-89DC-3907BE2E3D3C}"/>
              </a:ext>
            </a:extLst>
          </p:cNvPr>
          <p:cNvSpPr>
            <a:spLocks noGrp="1"/>
          </p:cNvSpPr>
          <p:nvPr>
            <p:ph type="title"/>
          </p:nvPr>
        </p:nvSpPr>
        <p:spPr>
          <a:xfrm>
            <a:off x="5104263" y="707529"/>
            <a:ext cx="6310887" cy="569086"/>
          </a:xfrm>
        </p:spPr>
        <p:txBody>
          <a:bodyPr lIns="0" tIns="0" rIns="0" bIns="0" rtlCol="0" anchor="b">
            <a:normAutofit/>
          </a:bodyPr>
          <a:lstStyle>
            <a:lvl1pPr algn="r">
              <a:defRPr sz="3600"/>
            </a:lvl1pPr>
          </a:lstStyle>
          <a:p>
            <a:pPr rtl="0"/>
            <a:r>
              <a:rPr lang="ro-RO" noProof="0"/>
              <a:t>Faceți clic pentru a edita stilul de titlu coordonator</a:t>
            </a:r>
            <a:endParaRPr lang="ro-RO" noProof="0" dirty="0"/>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5104263" y="1625821"/>
            <a:ext cx="6289862" cy="569085"/>
          </a:xfrm>
        </p:spPr>
        <p:txBody>
          <a:bodyPr lIns="0" tIns="0" rIns="0" bIns="0" rtlCol="0">
            <a:normAutofit/>
          </a:bodyPr>
          <a:lstStyle>
            <a:lvl1pPr marL="0" indent="0" algn="r">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7294605" y="1375202"/>
            <a:ext cx="4897395" cy="100800"/>
            <a:chOff x="304632" y="3240138"/>
            <a:chExt cx="3057763"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304632" y="3290538"/>
              <a:ext cx="3014044"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296671"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4" name="Substituent text 2">
            <a:extLst>
              <a:ext uri="{FF2B5EF4-FFF2-40B4-BE49-F238E27FC236}">
                <a16:creationId xmlns:a16="http://schemas.microsoft.com/office/drawing/2014/main" id="{BE12A846-0DFC-435B-BAE9-D90C353E0344}"/>
              </a:ext>
            </a:extLst>
          </p:cNvPr>
          <p:cNvSpPr>
            <a:spLocks noGrp="1"/>
          </p:cNvSpPr>
          <p:nvPr>
            <p:ph type="body" idx="14" hasCustomPrompt="1"/>
          </p:nvPr>
        </p:nvSpPr>
        <p:spPr>
          <a:xfrm>
            <a:off x="1226927" y="4271296"/>
            <a:ext cx="2944368" cy="1419822"/>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2" name="Substituent text 2">
            <a:extLst>
              <a:ext uri="{FF2B5EF4-FFF2-40B4-BE49-F238E27FC236}">
                <a16:creationId xmlns:a16="http://schemas.microsoft.com/office/drawing/2014/main" id="{F2ACDD32-C1AB-4359-B055-2F910492987E}"/>
              </a:ext>
            </a:extLst>
          </p:cNvPr>
          <p:cNvSpPr>
            <a:spLocks noGrp="1"/>
          </p:cNvSpPr>
          <p:nvPr>
            <p:ph type="body" idx="16" hasCustomPrompt="1"/>
          </p:nvPr>
        </p:nvSpPr>
        <p:spPr>
          <a:xfrm>
            <a:off x="1226927" y="3858610"/>
            <a:ext cx="2944368"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16" name="Substituent text 15">
            <a:extLst>
              <a:ext uri="{FF2B5EF4-FFF2-40B4-BE49-F238E27FC236}">
                <a16:creationId xmlns:a16="http://schemas.microsoft.com/office/drawing/2014/main" id="{D0092E26-7A96-4712-98A7-FFDA7C3D7721}"/>
              </a:ext>
            </a:extLst>
          </p:cNvPr>
          <p:cNvSpPr>
            <a:spLocks noGrp="1"/>
          </p:cNvSpPr>
          <p:nvPr>
            <p:ph type="body" sz="quarter" idx="26" hasCustomPrompt="1"/>
          </p:nvPr>
        </p:nvSpPr>
        <p:spPr>
          <a:xfrm>
            <a:off x="1226927" y="2760518"/>
            <a:ext cx="978408" cy="978408"/>
          </a:xfrm>
          <a:prstGeom prst="ellipse">
            <a:avLst/>
          </a:prstGeom>
          <a:ln w="6350">
            <a:solidFill>
              <a:schemeClr val="tx1"/>
            </a:solid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dirty="0"/>
              <a:t>1</a:t>
            </a:r>
          </a:p>
        </p:txBody>
      </p:sp>
      <p:sp>
        <p:nvSpPr>
          <p:cNvPr id="34" name="Substituent text 2">
            <a:extLst>
              <a:ext uri="{FF2B5EF4-FFF2-40B4-BE49-F238E27FC236}">
                <a16:creationId xmlns:a16="http://schemas.microsoft.com/office/drawing/2014/main" id="{B17B484C-F876-40B2-89DE-FC7A9E54C835}"/>
              </a:ext>
            </a:extLst>
          </p:cNvPr>
          <p:cNvSpPr>
            <a:spLocks noGrp="1"/>
          </p:cNvSpPr>
          <p:nvPr>
            <p:ph type="body" idx="27" hasCustomPrompt="1"/>
          </p:nvPr>
        </p:nvSpPr>
        <p:spPr>
          <a:xfrm>
            <a:off x="4871314" y="4271296"/>
            <a:ext cx="2944368" cy="1419822"/>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5" name="Substituent text 15">
            <a:extLst>
              <a:ext uri="{FF2B5EF4-FFF2-40B4-BE49-F238E27FC236}">
                <a16:creationId xmlns:a16="http://schemas.microsoft.com/office/drawing/2014/main" id="{7A54608E-523B-47AC-B8A6-3E8FE9A15847}"/>
              </a:ext>
            </a:extLst>
          </p:cNvPr>
          <p:cNvSpPr>
            <a:spLocks noGrp="1"/>
          </p:cNvSpPr>
          <p:nvPr>
            <p:ph type="body" sz="quarter" idx="28" hasCustomPrompt="1"/>
          </p:nvPr>
        </p:nvSpPr>
        <p:spPr>
          <a:xfrm>
            <a:off x="4871314" y="2760518"/>
            <a:ext cx="978408" cy="978408"/>
          </a:xfrm>
          <a:prstGeom prst="ellipse">
            <a:avLst/>
          </a:prstGeom>
          <a:ln w="6350">
            <a:solidFill>
              <a:schemeClr val="tx1"/>
            </a:solid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dirty="0"/>
              <a:t>2</a:t>
            </a:r>
          </a:p>
        </p:txBody>
      </p:sp>
      <p:sp>
        <p:nvSpPr>
          <p:cNvPr id="36" name="Substituent text 2">
            <a:extLst>
              <a:ext uri="{FF2B5EF4-FFF2-40B4-BE49-F238E27FC236}">
                <a16:creationId xmlns:a16="http://schemas.microsoft.com/office/drawing/2014/main" id="{99E02476-A734-4A74-BC42-F104B37C8C19}"/>
              </a:ext>
            </a:extLst>
          </p:cNvPr>
          <p:cNvSpPr>
            <a:spLocks noGrp="1"/>
          </p:cNvSpPr>
          <p:nvPr>
            <p:ph type="body" idx="29" hasCustomPrompt="1"/>
          </p:nvPr>
        </p:nvSpPr>
        <p:spPr>
          <a:xfrm>
            <a:off x="4871314" y="3858610"/>
            <a:ext cx="2944368"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7" name="Substituent text 2">
            <a:extLst>
              <a:ext uri="{FF2B5EF4-FFF2-40B4-BE49-F238E27FC236}">
                <a16:creationId xmlns:a16="http://schemas.microsoft.com/office/drawing/2014/main" id="{E0D32F26-CEE2-4420-A43D-B008AE2D1DDC}"/>
              </a:ext>
            </a:extLst>
          </p:cNvPr>
          <p:cNvSpPr>
            <a:spLocks noGrp="1"/>
          </p:cNvSpPr>
          <p:nvPr>
            <p:ph type="body" idx="30" hasCustomPrompt="1"/>
          </p:nvPr>
        </p:nvSpPr>
        <p:spPr>
          <a:xfrm>
            <a:off x="8515702" y="4271296"/>
            <a:ext cx="2944368" cy="1419822"/>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8" name="Substituent text 15">
            <a:extLst>
              <a:ext uri="{FF2B5EF4-FFF2-40B4-BE49-F238E27FC236}">
                <a16:creationId xmlns:a16="http://schemas.microsoft.com/office/drawing/2014/main" id="{DBC2890A-FFF7-4606-A262-6D464BA5D997}"/>
              </a:ext>
            </a:extLst>
          </p:cNvPr>
          <p:cNvSpPr>
            <a:spLocks noGrp="1"/>
          </p:cNvSpPr>
          <p:nvPr>
            <p:ph type="body" sz="quarter" idx="31" hasCustomPrompt="1"/>
          </p:nvPr>
        </p:nvSpPr>
        <p:spPr>
          <a:xfrm>
            <a:off x="8515702" y="2760518"/>
            <a:ext cx="978408" cy="978408"/>
          </a:xfrm>
          <a:prstGeom prst="ellipse">
            <a:avLst/>
          </a:prstGeom>
          <a:ln w="6350">
            <a:solidFill>
              <a:schemeClr val="tx1"/>
            </a:solid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dirty="0"/>
              <a:t>3</a:t>
            </a:r>
          </a:p>
        </p:txBody>
      </p:sp>
      <p:sp>
        <p:nvSpPr>
          <p:cNvPr id="39" name="Substituent text 2">
            <a:extLst>
              <a:ext uri="{FF2B5EF4-FFF2-40B4-BE49-F238E27FC236}">
                <a16:creationId xmlns:a16="http://schemas.microsoft.com/office/drawing/2014/main" id="{268E1254-8C59-4B9B-A775-45CA3D655514}"/>
              </a:ext>
            </a:extLst>
          </p:cNvPr>
          <p:cNvSpPr>
            <a:spLocks noGrp="1"/>
          </p:cNvSpPr>
          <p:nvPr>
            <p:ph type="body" idx="32" hasCustomPrompt="1"/>
          </p:nvPr>
        </p:nvSpPr>
        <p:spPr>
          <a:xfrm>
            <a:off x="8515702" y="3858610"/>
            <a:ext cx="2944368"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cxnSp>
        <p:nvCxnSpPr>
          <p:cNvPr id="21" name="Conector drept 20">
            <a:extLst>
              <a:ext uri="{FF2B5EF4-FFF2-40B4-BE49-F238E27FC236}">
                <a16:creationId xmlns:a16="http://schemas.microsoft.com/office/drawing/2014/main" id="{8E47DC43-D8A0-4F17-B897-D8B07A6F1B47}"/>
              </a:ext>
            </a:extLst>
          </p:cNvPr>
          <p:cNvCxnSpPr/>
          <p:nvPr userDrawn="1"/>
        </p:nvCxnSpPr>
        <p:spPr>
          <a:xfrm>
            <a:off x="2205335" y="3256107"/>
            <a:ext cx="266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drept 28">
            <a:extLst>
              <a:ext uri="{FF2B5EF4-FFF2-40B4-BE49-F238E27FC236}">
                <a16:creationId xmlns:a16="http://schemas.microsoft.com/office/drawing/2014/main" id="{D201F265-08ED-497A-BE5C-62220829348F}"/>
              </a:ext>
            </a:extLst>
          </p:cNvPr>
          <p:cNvCxnSpPr/>
          <p:nvPr userDrawn="1"/>
        </p:nvCxnSpPr>
        <p:spPr>
          <a:xfrm>
            <a:off x="5849839" y="3255785"/>
            <a:ext cx="266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6344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ție între numere">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Titlu 1">
            <a:extLst>
              <a:ext uri="{FF2B5EF4-FFF2-40B4-BE49-F238E27FC236}">
                <a16:creationId xmlns:a16="http://schemas.microsoft.com/office/drawing/2014/main" id="{ABF87C9E-53A2-4DE1-89DC-3907BE2E3D3C}"/>
              </a:ext>
            </a:extLst>
          </p:cNvPr>
          <p:cNvSpPr>
            <a:spLocks noGrp="1"/>
          </p:cNvSpPr>
          <p:nvPr>
            <p:ph type="title"/>
          </p:nvPr>
        </p:nvSpPr>
        <p:spPr>
          <a:xfrm>
            <a:off x="4292016" y="707529"/>
            <a:ext cx="7118056" cy="569086"/>
          </a:xfrm>
        </p:spPr>
        <p:txBody>
          <a:bodyPr lIns="0" tIns="0" rIns="0" bIns="0" rtlCol="0" anchor="b">
            <a:normAutofit/>
          </a:bodyPr>
          <a:lstStyle>
            <a:lvl1pPr algn="l">
              <a:defRPr sz="3600"/>
            </a:lvl1pPr>
          </a:lstStyle>
          <a:p>
            <a:pPr rtl="0"/>
            <a:r>
              <a:rPr lang="ro-RO" noProof="0"/>
              <a:t>Faceți clic pentru a edita stilul de titlu coordonator</a:t>
            </a:r>
            <a:endParaRPr lang="ro-RO" noProof="0" dirty="0"/>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4292016" y="1625821"/>
            <a:ext cx="7096709" cy="978407"/>
          </a:xfrm>
        </p:spPr>
        <p:txBody>
          <a:bodyPr lIns="0" tIns="0" rIns="0" bIns="0" rtlCol="0">
            <a:normAutofit/>
          </a:bodyPr>
          <a:lstStyle>
            <a:lvl1pPr marL="0" indent="0" algn="l">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4314481" y="1375202"/>
            <a:ext cx="7877519" cy="100800"/>
            <a:chOff x="245550" y="3240138"/>
            <a:chExt cx="4015976" cy="100800"/>
          </a:xfrm>
        </p:grpSpPr>
        <p:cxnSp>
          <p:nvCxnSpPr>
            <p:cNvPr id="12" name="Conector drept 11">
              <a:extLst>
                <a:ext uri="{FF2B5EF4-FFF2-40B4-BE49-F238E27FC236}">
                  <a16:creationId xmlns:a16="http://schemas.microsoft.com/office/drawing/2014/main" id="{370B72A7-B625-48B8-88E6-BCE2A4DD531E}"/>
                </a:ext>
              </a:extLst>
            </p:cNvPr>
            <p:cNvCxnSpPr>
              <a:cxnSpLocks/>
              <a:endCxn id="13" idx="6"/>
            </p:cNvCxnSpPr>
            <p:nvPr userDrawn="1"/>
          </p:nvCxnSpPr>
          <p:spPr>
            <a:xfrm>
              <a:off x="245550" y="3290538"/>
              <a:ext cx="4015976"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4210138" y="3240138"/>
              <a:ext cx="51388"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16" name="Substituent text 15">
            <a:extLst>
              <a:ext uri="{FF2B5EF4-FFF2-40B4-BE49-F238E27FC236}">
                <a16:creationId xmlns:a16="http://schemas.microsoft.com/office/drawing/2014/main" id="{D0092E26-7A96-4712-98A7-FFDA7C3D7721}"/>
              </a:ext>
            </a:extLst>
          </p:cNvPr>
          <p:cNvSpPr>
            <a:spLocks noGrp="1"/>
          </p:cNvSpPr>
          <p:nvPr>
            <p:ph type="body" sz="quarter" idx="26" hasCustomPrompt="1"/>
          </p:nvPr>
        </p:nvSpPr>
        <p:spPr>
          <a:xfrm>
            <a:off x="783723" y="3301941"/>
            <a:ext cx="3408243" cy="978408"/>
          </a:xfrm>
          <a:prstGeom prst="rect">
            <a:avLst/>
          </a:prstGeom>
          <a:ln w="6350">
            <a:noFill/>
          </a:ln>
        </p:spPr>
        <p:txBody>
          <a:bodyPr lIns="0" tIns="0" rIns="0" bIns="0" rtlCol="0" anchor="ctr" anchorCtr="0">
            <a:noAutofit/>
          </a:bodyPr>
          <a:lstStyle>
            <a:lvl1pPr marL="0" indent="0" algn="l">
              <a:buNone/>
              <a:defRPr sz="7000" b="1">
                <a:ln w="6350">
                  <a:solidFill>
                    <a:schemeClr val="tx1"/>
                  </a:solidFill>
                </a:ln>
                <a:noFill/>
                <a:latin typeface="Tahoma" panose="020B0604030504040204" pitchFamily="34" charset="0"/>
              </a:defRPr>
            </a:lvl1pPr>
          </a:lstStyle>
          <a:p>
            <a:pPr lvl="0" rtl="0"/>
            <a:r>
              <a:rPr lang="ro-RO" noProof="0" dirty="0"/>
              <a:t>12.345 lei</a:t>
            </a:r>
          </a:p>
        </p:txBody>
      </p:sp>
      <p:sp>
        <p:nvSpPr>
          <p:cNvPr id="34" name="Substituent text 2">
            <a:extLst>
              <a:ext uri="{FF2B5EF4-FFF2-40B4-BE49-F238E27FC236}">
                <a16:creationId xmlns:a16="http://schemas.microsoft.com/office/drawing/2014/main" id="{B17B484C-F876-40B2-89DE-FC7A9E54C835}"/>
              </a:ext>
            </a:extLst>
          </p:cNvPr>
          <p:cNvSpPr>
            <a:spLocks noGrp="1"/>
          </p:cNvSpPr>
          <p:nvPr>
            <p:ph type="body" idx="27" hasCustomPrompt="1"/>
          </p:nvPr>
        </p:nvSpPr>
        <p:spPr>
          <a:xfrm>
            <a:off x="5716329" y="3394494"/>
            <a:ext cx="5678300" cy="978407"/>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6" name="Substituent text 2">
            <a:extLst>
              <a:ext uri="{FF2B5EF4-FFF2-40B4-BE49-F238E27FC236}">
                <a16:creationId xmlns:a16="http://schemas.microsoft.com/office/drawing/2014/main" id="{99E02476-A734-4A74-BC42-F104B37C8C19}"/>
              </a:ext>
            </a:extLst>
          </p:cNvPr>
          <p:cNvSpPr>
            <a:spLocks noGrp="1"/>
          </p:cNvSpPr>
          <p:nvPr>
            <p:ph type="body" idx="29" hasCustomPrompt="1"/>
          </p:nvPr>
        </p:nvSpPr>
        <p:spPr>
          <a:xfrm>
            <a:off x="4292016" y="3394494"/>
            <a:ext cx="1399099" cy="978407"/>
          </a:xfrm>
        </p:spPr>
        <p:txBody>
          <a:bodyPr lIns="0" tIns="0" rIns="0" bIns="0" rtlCol="0" anchor="t"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26" name="Substituent text 15">
            <a:extLst>
              <a:ext uri="{FF2B5EF4-FFF2-40B4-BE49-F238E27FC236}">
                <a16:creationId xmlns:a16="http://schemas.microsoft.com/office/drawing/2014/main" id="{EA5D8D7D-F37C-49AD-98F0-641CE42B8A83}"/>
              </a:ext>
            </a:extLst>
          </p:cNvPr>
          <p:cNvSpPr>
            <a:spLocks noGrp="1"/>
          </p:cNvSpPr>
          <p:nvPr>
            <p:ph type="body" sz="quarter" idx="30" hasCustomPrompt="1"/>
          </p:nvPr>
        </p:nvSpPr>
        <p:spPr>
          <a:xfrm>
            <a:off x="783723" y="4594663"/>
            <a:ext cx="3408243" cy="978408"/>
          </a:xfrm>
          <a:prstGeom prst="rect">
            <a:avLst/>
          </a:prstGeom>
          <a:ln w="6350">
            <a:noFill/>
          </a:ln>
        </p:spPr>
        <p:txBody>
          <a:bodyPr lIns="0" tIns="0" rIns="0" bIns="0" rtlCol="0" anchor="ctr" anchorCtr="0">
            <a:noAutofit/>
          </a:bodyPr>
          <a:lstStyle>
            <a:lvl1pPr marL="0" indent="0" algn="l">
              <a:buNone/>
              <a:defRPr sz="7000" b="1">
                <a:ln w="6350">
                  <a:solidFill>
                    <a:schemeClr val="tx1"/>
                  </a:solidFill>
                </a:ln>
                <a:noFill/>
                <a:latin typeface="Tahoma" panose="020B0604030504040204" pitchFamily="34" charset="0"/>
              </a:defRPr>
            </a:lvl1pPr>
          </a:lstStyle>
          <a:p>
            <a:pPr lvl="0" rtl="0"/>
            <a:r>
              <a:rPr lang="ro-RO" noProof="0" dirty="0"/>
              <a:t>6.789 lei</a:t>
            </a:r>
          </a:p>
        </p:txBody>
      </p:sp>
      <p:sp>
        <p:nvSpPr>
          <p:cNvPr id="27" name="Substituent text 2">
            <a:extLst>
              <a:ext uri="{FF2B5EF4-FFF2-40B4-BE49-F238E27FC236}">
                <a16:creationId xmlns:a16="http://schemas.microsoft.com/office/drawing/2014/main" id="{521FF93D-8384-4E22-8645-BDE6AB983488}"/>
              </a:ext>
            </a:extLst>
          </p:cNvPr>
          <p:cNvSpPr>
            <a:spLocks noGrp="1"/>
          </p:cNvSpPr>
          <p:nvPr>
            <p:ph type="body" idx="31" hasCustomPrompt="1"/>
          </p:nvPr>
        </p:nvSpPr>
        <p:spPr>
          <a:xfrm>
            <a:off x="5716329" y="4687216"/>
            <a:ext cx="5678300" cy="978407"/>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28" name="Substituent text 2">
            <a:extLst>
              <a:ext uri="{FF2B5EF4-FFF2-40B4-BE49-F238E27FC236}">
                <a16:creationId xmlns:a16="http://schemas.microsoft.com/office/drawing/2014/main" id="{BA358F36-EA77-462E-9158-AFDF1D449A1A}"/>
              </a:ext>
            </a:extLst>
          </p:cNvPr>
          <p:cNvSpPr>
            <a:spLocks noGrp="1"/>
          </p:cNvSpPr>
          <p:nvPr>
            <p:ph type="body" idx="32" hasCustomPrompt="1"/>
          </p:nvPr>
        </p:nvSpPr>
        <p:spPr>
          <a:xfrm>
            <a:off x="4292016" y="4687216"/>
            <a:ext cx="1399099" cy="978407"/>
          </a:xfrm>
        </p:spPr>
        <p:txBody>
          <a:bodyPr lIns="0" tIns="0" rIns="0" bIns="0" rtlCol="0" anchor="t"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Tree>
    <p:extLst>
      <p:ext uri="{BB962C8B-B14F-4D97-AF65-F5344CB8AC3E}">
        <p14:creationId xmlns:p14="http://schemas.microsoft.com/office/powerpoint/2010/main" val="3404119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spect conținut cu cercuri">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3242645"/>
            <a:ext cx="4464049" cy="1177174"/>
          </a:xfrm>
        </p:spPr>
        <p:txBody>
          <a:bodyPr lIns="0" tIns="0" rIns="0" bIns="0" rtlCol="0" anchor="b">
            <a:normAutofit/>
          </a:bodyPr>
          <a:lstStyle>
            <a:lvl1pPr>
              <a:defRPr sz="3600"/>
            </a:lvl1pPr>
          </a:lstStyle>
          <a:p>
            <a:pPr rtl="0"/>
            <a:r>
              <a:rPr lang="ro-RO" noProof="0" dirty="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0" y="4872948"/>
            <a:ext cx="4443165" cy="882062"/>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4581382"/>
            <a:ext cx="3943482" cy="100800"/>
            <a:chOff x="-1228304" y="3240138"/>
            <a:chExt cx="3943482" cy="100800"/>
          </a:xfrm>
        </p:grpSpPr>
        <p:cxnSp>
          <p:nvCxnSpPr>
            <p:cNvPr id="13" name="Conector drept 12">
              <a:extLst>
                <a:ext uri="{FF2B5EF4-FFF2-40B4-BE49-F238E27FC236}">
                  <a16:creationId xmlns:a16="http://schemas.microsoft.com/office/drawing/2014/main" id="{785A4134-866D-4143-AC1E-8A2FFDB49855}"/>
                </a:ext>
              </a:extLst>
            </p:cNvPr>
            <p:cNvCxnSpPr>
              <a:cxnSpLocks/>
            </p:cNvCxnSpPr>
            <p:nvPr userDrawn="1"/>
          </p:nvCxnSpPr>
          <p:spPr>
            <a:xfrm>
              <a:off x="-1228304" y="3290538"/>
              <a:ext cx="3927524"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614378"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6" name="Substituent text 2">
            <a:extLst>
              <a:ext uri="{FF2B5EF4-FFF2-40B4-BE49-F238E27FC236}">
                <a16:creationId xmlns:a16="http://schemas.microsoft.com/office/drawing/2014/main" id="{BB522941-5C7D-4701-9AD7-BB4C11C6EBCE}"/>
              </a:ext>
            </a:extLst>
          </p:cNvPr>
          <p:cNvSpPr>
            <a:spLocks noGrp="1"/>
          </p:cNvSpPr>
          <p:nvPr>
            <p:ph type="body" idx="14" hasCustomPrompt="1"/>
          </p:nvPr>
        </p:nvSpPr>
        <p:spPr>
          <a:xfrm>
            <a:off x="5533023" y="4551485"/>
            <a:ext cx="5855702" cy="1208079"/>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DC059E4-36DE-4100-8F15-85A9F37E84FE}"/>
              </a:ext>
            </a:extLst>
          </p:cNvPr>
          <p:cNvSpPr/>
          <p:nvPr userDrawn="1"/>
        </p:nvSpPr>
        <p:spPr>
          <a:xfrm>
            <a:off x="3616960" y="859665"/>
            <a:ext cx="2121408" cy="2121408"/>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21" name="Oval 20">
            <a:extLst>
              <a:ext uri="{FF2B5EF4-FFF2-40B4-BE49-F238E27FC236}">
                <a16:creationId xmlns:a16="http://schemas.microsoft.com/office/drawing/2014/main" id="{34E475F8-9B44-4A3E-9F99-CF0346C89B8E}"/>
              </a:ext>
            </a:extLst>
          </p:cNvPr>
          <p:cNvSpPr/>
          <p:nvPr userDrawn="1"/>
        </p:nvSpPr>
        <p:spPr>
          <a:xfrm>
            <a:off x="5522965" y="836613"/>
            <a:ext cx="2816352" cy="2816352"/>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22" name="Oval 21">
            <a:extLst>
              <a:ext uri="{FF2B5EF4-FFF2-40B4-BE49-F238E27FC236}">
                <a16:creationId xmlns:a16="http://schemas.microsoft.com/office/drawing/2014/main" id="{EF5FAF95-28E9-4D03-884C-A89CBC8B61DC}"/>
              </a:ext>
            </a:extLst>
          </p:cNvPr>
          <p:cNvSpPr/>
          <p:nvPr userDrawn="1"/>
        </p:nvSpPr>
        <p:spPr>
          <a:xfrm>
            <a:off x="8123915" y="859665"/>
            <a:ext cx="3273552" cy="3273552"/>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27" name="Substituent text 15">
            <a:extLst>
              <a:ext uri="{FF2B5EF4-FFF2-40B4-BE49-F238E27FC236}">
                <a16:creationId xmlns:a16="http://schemas.microsoft.com/office/drawing/2014/main" id="{5F221D05-AC12-4B7C-A00B-E28F93E23D7A}"/>
              </a:ext>
            </a:extLst>
          </p:cNvPr>
          <p:cNvSpPr>
            <a:spLocks noGrp="1"/>
          </p:cNvSpPr>
          <p:nvPr>
            <p:ph type="body" sz="quarter" idx="26" hasCustomPrompt="1"/>
          </p:nvPr>
        </p:nvSpPr>
        <p:spPr>
          <a:xfrm>
            <a:off x="3851931" y="1382322"/>
            <a:ext cx="1681092"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dirty="0"/>
              <a:t>25 lei</a:t>
            </a:r>
          </a:p>
        </p:txBody>
      </p:sp>
      <p:sp>
        <p:nvSpPr>
          <p:cNvPr id="28" name="Substituent text 2">
            <a:extLst>
              <a:ext uri="{FF2B5EF4-FFF2-40B4-BE49-F238E27FC236}">
                <a16:creationId xmlns:a16="http://schemas.microsoft.com/office/drawing/2014/main" id="{A3904B01-A725-4CE3-9321-D42F3E296703}"/>
              </a:ext>
            </a:extLst>
          </p:cNvPr>
          <p:cNvSpPr>
            <a:spLocks noGrp="1"/>
          </p:cNvSpPr>
          <p:nvPr>
            <p:ph type="body" idx="29" hasCustomPrompt="1"/>
          </p:nvPr>
        </p:nvSpPr>
        <p:spPr>
          <a:xfrm>
            <a:off x="3927524" y="2363691"/>
            <a:ext cx="1519848" cy="617093"/>
          </a:xfrm>
        </p:spPr>
        <p:txBody>
          <a:bodyPr lIns="0" tIns="0" rIns="0" bIns="0" rtlCol="0" anchor="t" anchorCtr="0">
            <a:normAutofit/>
          </a:bodyPr>
          <a:lstStyle>
            <a:lvl1pPr marL="0" indent="0" algn="ct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Secțiunea 1</a:t>
            </a:r>
            <a:br>
              <a:rPr lang="ro-RO" noProof="0" dirty="0"/>
            </a:br>
            <a:r>
              <a:rPr lang="ro-RO" noProof="0" dirty="0"/>
              <a:t>Titlu</a:t>
            </a:r>
          </a:p>
        </p:txBody>
      </p:sp>
      <p:sp>
        <p:nvSpPr>
          <p:cNvPr id="29" name="Substituent text 2">
            <a:extLst>
              <a:ext uri="{FF2B5EF4-FFF2-40B4-BE49-F238E27FC236}">
                <a16:creationId xmlns:a16="http://schemas.microsoft.com/office/drawing/2014/main" id="{D9CE08AF-782B-4514-BE33-D3AED71A7344}"/>
              </a:ext>
            </a:extLst>
          </p:cNvPr>
          <p:cNvSpPr>
            <a:spLocks noGrp="1"/>
          </p:cNvSpPr>
          <p:nvPr>
            <p:ph type="body" idx="30" hasCustomPrompt="1"/>
          </p:nvPr>
        </p:nvSpPr>
        <p:spPr>
          <a:xfrm>
            <a:off x="3806132" y="1185842"/>
            <a:ext cx="1519848" cy="250619"/>
          </a:xfrm>
        </p:spPr>
        <p:txBody>
          <a:bodyPr lIns="0" tIns="0" rIns="0" bIns="0" rtlCol="0" anchor="t" anchorCtr="0">
            <a:normAutofit/>
          </a:bodyPr>
          <a:lstStyle>
            <a:lvl1pPr marL="0" indent="0" algn="r">
              <a:spcBef>
                <a:spcPts val="600"/>
              </a:spcBef>
              <a:buClr>
                <a:schemeClr val="tx1"/>
              </a:buClr>
              <a:buFont typeface="Courier New" panose="02070309020205020404" pitchFamily="49" charset="0"/>
              <a:buNone/>
              <a:defRPr sz="1800" b="0">
                <a:solidFill>
                  <a:schemeClr val="tx1"/>
                </a:solidFill>
                <a:latin typeface="+mn-lt"/>
                <a:cs typeface="Segoe UI Light"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MILIARDE</a:t>
            </a:r>
          </a:p>
        </p:txBody>
      </p:sp>
      <p:sp>
        <p:nvSpPr>
          <p:cNvPr id="30" name="Substituent text 15">
            <a:extLst>
              <a:ext uri="{FF2B5EF4-FFF2-40B4-BE49-F238E27FC236}">
                <a16:creationId xmlns:a16="http://schemas.microsoft.com/office/drawing/2014/main" id="{614098B4-704D-42A8-B776-2C93C30C39DA}"/>
              </a:ext>
            </a:extLst>
          </p:cNvPr>
          <p:cNvSpPr>
            <a:spLocks noGrp="1"/>
          </p:cNvSpPr>
          <p:nvPr>
            <p:ph type="body" sz="quarter" idx="31" hasCustomPrompt="1"/>
          </p:nvPr>
        </p:nvSpPr>
        <p:spPr>
          <a:xfrm>
            <a:off x="6113495" y="1767897"/>
            <a:ext cx="1681092"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dirty="0"/>
              <a:t>50 lei</a:t>
            </a:r>
          </a:p>
        </p:txBody>
      </p:sp>
      <p:sp>
        <p:nvSpPr>
          <p:cNvPr id="31" name="Substituent text 2">
            <a:extLst>
              <a:ext uri="{FF2B5EF4-FFF2-40B4-BE49-F238E27FC236}">
                <a16:creationId xmlns:a16="http://schemas.microsoft.com/office/drawing/2014/main" id="{CE6465F4-0B4D-4B43-BE59-BC984FE8EF05}"/>
              </a:ext>
            </a:extLst>
          </p:cNvPr>
          <p:cNvSpPr>
            <a:spLocks noGrp="1"/>
          </p:cNvSpPr>
          <p:nvPr>
            <p:ph type="body" idx="32" hasCustomPrompt="1"/>
          </p:nvPr>
        </p:nvSpPr>
        <p:spPr>
          <a:xfrm>
            <a:off x="6189088" y="2753338"/>
            <a:ext cx="1519848" cy="617093"/>
          </a:xfrm>
        </p:spPr>
        <p:txBody>
          <a:bodyPr lIns="0" tIns="0" rIns="0" bIns="0" rtlCol="0" anchor="t" anchorCtr="0">
            <a:normAutofit/>
          </a:bodyPr>
          <a:lstStyle>
            <a:lvl1pPr marL="0" indent="0" algn="ct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Secțiunea 1</a:t>
            </a:r>
            <a:br>
              <a:rPr lang="ro-RO" noProof="0" dirty="0"/>
            </a:br>
            <a:r>
              <a:rPr lang="ro-RO" noProof="0" dirty="0"/>
              <a:t>Titlu</a:t>
            </a:r>
          </a:p>
        </p:txBody>
      </p:sp>
      <p:sp>
        <p:nvSpPr>
          <p:cNvPr id="32" name="Substituent text 2">
            <a:extLst>
              <a:ext uri="{FF2B5EF4-FFF2-40B4-BE49-F238E27FC236}">
                <a16:creationId xmlns:a16="http://schemas.microsoft.com/office/drawing/2014/main" id="{4DBC997E-F996-4F59-A610-3C8558F180CA}"/>
              </a:ext>
            </a:extLst>
          </p:cNvPr>
          <p:cNvSpPr>
            <a:spLocks noGrp="1"/>
          </p:cNvSpPr>
          <p:nvPr>
            <p:ph type="body" idx="33" hasCustomPrompt="1"/>
          </p:nvPr>
        </p:nvSpPr>
        <p:spPr>
          <a:xfrm>
            <a:off x="6067696" y="1537655"/>
            <a:ext cx="1519848" cy="250619"/>
          </a:xfrm>
        </p:spPr>
        <p:txBody>
          <a:bodyPr lIns="0" tIns="0" rIns="0" bIns="0" rtlCol="0" anchor="t" anchorCtr="0">
            <a:normAutofit/>
          </a:bodyPr>
          <a:lstStyle>
            <a:lvl1pPr marL="0" indent="0" algn="r">
              <a:spcBef>
                <a:spcPts val="600"/>
              </a:spcBef>
              <a:buClr>
                <a:schemeClr val="tx1"/>
              </a:buClr>
              <a:buFont typeface="Courier New" panose="02070309020205020404" pitchFamily="49" charset="0"/>
              <a:buNone/>
              <a:defRPr sz="1800" b="0">
                <a:solidFill>
                  <a:schemeClr val="tx1"/>
                </a:solidFill>
                <a:latin typeface="+mn-lt"/>
                <a:cs typeface="Segoe UI Light"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MILIARDE</a:t>
            </a:r>
          </a:p>
        </p:txBody>
      </p:sp>
      <p:sp>
        <p:nvSpPr>
          <p:cNvPr id="33" name="Substituent text 15">
            <a:extLst>
              <a:ext uri="{FF2B5EF4-FFF2-40B4-BE49-F238E27FC236}">
                <a16:creationId xmlns:a16="http://schemas.microsoft.com/office/drawing/2014/main" id="{D2098E46-8023-469E-86ED-39848BCA69B9}"/>
              </a:ext>
            </a:extLst>
          </p:cNvPr>
          <p:cNvSpPr>
            <a:spLocks noGrp="1"/>
          </p:cNvSpPr>
          <p:nvPr>
            <p:ph type="body" sz="quarter" idx="34" hasCustomPrompt="1"/>
          </p:nvPr>
        </p:nvSpPr>
        <p:spPr>
          <a:xfrm>
            <a:off x="8714444" y="2049128"/>
            <a:ext cx="2010420"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dirty="0"/>
              <a:t>100 lei</a:t>
            </a:r>
          </a:p>
        </p:txBody>
      </p:sp>
      <p:sp>
        <p:nvSpPr>
          <p:cNvPr id="34" name="Substituent text 2">
            <a:extLst>
              <a:ext uri="{FF2B5EF4-FFF2-40B4-BE49-F238E27FC236}">
                <a16:creationId xmlns:a16="http://schemas.microsoft.com/office/drawing/2014/main" id="{93715D94-9DBE-476D-B2A4-208BC6D40C35}"/>
              </a:ext>
            </a:extLst>
          </p:cNvPr>
          <p:cNvSpPr>
            <a:spLocks noGrp="1"/>
          </p:cNvSpPr>
          <p:nvPr>
            <p:ph type="body" idx="35" hasCustomPrompt="1"/>
          </p:nvPr>
        </p:nvSpPr>
        <p:spPr>
          <a:xfrm>
            <a:off x="8981735" y="3034569"/>
            <a:ext cx="1519848" cy="617093"/>
          </a:xfrm>
        </p:spPr>
        <p:txBody>
          <a:bodyPr lIns="0" tIns="0" rIns="0" bIns="0" rtlCol="0" anchor="t" anchorCtr="0">
            <a:normAutofit/>
          </a:bodyPr>
          <a:lstStyle>
            <a:lvl1pPr marL="0" indent="0" algn="ct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Secțiunea 1</a:t>
            </a:r>
            <a:br>
              <a:rPr lang="ro-RO" noProof="0" dirty="0"/>
            </a:br>
            <a:r>
              <a:rPr lang="ro-RO" noProof="0" dirty="0"/>
              <a:t>Titlu</a:t>
            </a:r>
          </a:p>
        </p:txBody>
      </p:sp>
      <p:sp>
        <p:nvSpPr>
          <p:cNvPr id="35" name="Substituent text 2">
            <a:extLst>
              <a:ext uri="{FF2B5EF4-FFF2-40B4-BE49-F238E27FC236}">
                <a16:creationId xmlns:a16="http://schemas.microsoft.com/office/drawing/2014/main" id="{C6E1A50B-8AFF-497B-8AEC-C61D95DC0685}"/>
              </a:ext>
            </a:extLst>
          </p:cNvPr>
          <p:cNvSpPr>
            <a:spLocks noGrp="1"/>
          </p:cNvSpPr>
          <p:nvPr>
            <p:ph type="body" idx="36" hasCustomPrompt="1"/>
          </p:nvPr>
        </p:nvSpPr>
        <p:spPr>
          <a:xfrm>
            <a:off x="9089050" y="1818886"/>
            <a:ext cx="1519848" cy="250619"/>
          </a:xfrm>
        </p:spPr>
        <p:txBody>
          <a:bodyPr lIns="0" tIns="0" rIns="0" bIns="0" rtlCol="0" anchor="t" anchorCtr="0">
            <a:normAutofit/>
          </a:bodyPr>
          <a:lstStyle>
            <a:lvl1pPr marL="0" indent="0" algn="r">
              <a:spcBef>
                <a:spcPts val="600"/>
              </a:spcBef>
              <a:buClr>
                <a:schemeClr val="tx1"/>
              </a:buClr>
              <a:buFont typeface="Courier New" panose="02070309020205020404" pitchFamily="49" charset="0"/>
              <a:buNone/>
              <a:defRPr sz="1800" b="0">
                <a:solidFill>
                  <a:schemeClr val="tx1"/>
                </a:solidFill>
                <a:latin typeface="+mn-lt"/>
                <a:cs typeface="Segoe UI Light"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MILIARDE</a:t>
            </a:r>
          </a:p>
        </p:txBody>
      </p:sp>
    </p:spTree>
    <p:extLst>
      <p:ext uri="{BB962C8B-B14F-4D97-AF65-F5344CB8AC3E}">
        <p14:creationId xmlns:p14="http://schemas.microsoft.com/office/powerpoint/2010/main" val="3942925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ouă conținuturi cu subtitrare">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6096000" y="707529"/>
            <a:ext cx="5314072" cy="569086"/>
          </a:xfrm>
        </p:spPr>
        <p:txBody>
          <a:bodyPr lIns="0" tIns="0" rIns="0" bIns="0" rtlCol="0" anchor="b">
            <a:normAutofit/>
          </a:bodyPr>
          <a:lstStyle>
            <a:lvl1pPr algn="l">
              <a:defRPr sz="3600"/>
            </a:lvl1pPr>
          </a:lstStyle>
          <a:p>
            <a:pPr rtl="0"/>
            <a:r>
              <a:rPr lang="ro-RO" noProof="0" dirty="0"/>
              <a:t>FACEȚI CLIC PENTRU A EDITA TITLUL</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6096000" y="1625821"/>
            <a:ext cx="5292725" cy="978407"/>
          </a:xfrm>
        </p:spPr>
        <p:txBody>
          <a:bodyPr lIns="0" tIns="0" rIns="0" bIns="0" rtlCol="0">
            <a:normAutofit/>
          </a:bodyPr>
          <a:lstStyle>
            <a:lvl1pPr marL="0" indent="0" algn="l">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6096000" y="1383372"/>
            <a:ext cx="6096000" cy="100800"/>
            <a:chOff x="646015" y="3248308"/>
            <a:chExt cx="3107749"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646015" y="3290538"/>
              <a:ext cx="3107749"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702376" y="3248308"/>
              <a:ext cx="51388"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34" name="Substituent text 2">
            <a:extLst>
              <a:ext uri="{FF2B5EF4-FFF2-40B4-BE49-F238E27FC236}">
                <a16:creationId xmlns:a16="http://schemas.microsoft.com/office/drawing/2014/main" id="{B17B484C-F876-40B2-89DE-FC7A9E54C835}"/>
              </a:ext>
            </a:extLst>
          </p:cNvPr>
          <p:cNvSpPr>
            <a:spLocks noGrp="1"/>
          </p:cNvSpPr>
          <p:nvPr>
            <p:ph type="body" idx="27" hasCustomPrompt="1"/>
          </p:nvPr>
        </p:nvSpPr>
        <p:spPr>
          <a:xfrm>
            <a:off x="831851" y="3335524"/>
            <a:ext cx="4817836" cy="2248846"/>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6" name="Substituent text 2">
            <a:extLst>
              <a:ext uri="{FF2B5EF4-FFF2-40B4-BE49-F238E27FC236}">
                <a16:creationId xmlns:a16="http://schemas.microsoft.com/office/drawing/2014/main" id="{99E02476-A734-4A74-BC42-F104B37C8C19}"/>
              </a:ext>
            </a:extLst>
          </p:cNvPr>
          <p:cNvSpPr>
            <a:spLocks noGrp="1"/>
          </p:cNvSpPr>
          <p:nvPr>
            <p:ph type="body" idx="29" hasCustomPrompt="1"/>
          </p:nvPr>
        </p:nvSpPr>
        <p:spPr>
          <a:xfrm>
            <a:off x="831850" y="2905291"/>
            <a:ext cx="2915732" cy="360000"/>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23" name="Substituent text 2">
            <a:extLst>
              <a:ext uri="{FF2B5EF4-FFF2-40B4-BE49-F238E27FC236}">
                <a16:creationId xmlns:a16="http://schemas.microsoft.com/office/drawing/2014/main" id="{ABD2EF23-562D-4049-92E3-48371C9E83A4}"/>
              </a:ext>
            </a:extLst>
          </p:cNvPr>
          <p:cNvSpPr>
            <a:spLocks noGrp="1"/>
          </p:cNvSpPr>
          <p:nvPr>
            <p:ph type="body" idx="30" hasCustomPrompt="1"/>
          </p:nvPr>
        </p:nvSpPr>
        <p:spPr>
          <a:xfrm>
            <a:off x="6098826" y="3335524"/>
            <a:ext cx="5311245" cy="2248846"/>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24" name="Substituent text 2">
            <a:extLst>
              <a:ext uri="{FF2B5EF4-FFF2-40B4-BE49-F238E27FC236}">
                <a16:creationId xmlns:a16="http://schemas.microsoft.com/office/drawing/2014/main" id="{FB2A0B34-417C-46AC-95C0-9B2A2FCC8BFC}"/>
              </a:ext>
            </a:extLst>
          </p:cNvPr>
          <p:cNvSpPr>
            <a:spLocks noGrp="1"/>
          </p:cNvSpPr>
          <p:nvPr>
            <p:ph type="body" idx="31" hasCustomPrompt="1"/>
          </p:nvPr>
        </p:nvSpPr>
        <p:spPr>
          <a:xfrm>
            <a:off x="6098826" y="2905291"/>
            <a:ext cx="2915732" cy="360000"/>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Tree>
    <p:extLst>
      <p:ext uri="{BB962C8B-B14F-4D97-AF65-F5344CB8AC3E}">
        <p14:creationId xmlns:p14="http://schemas.microsoft.com/office/powerpoint/2010/main" val="7780866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spect diagramă">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806105" y="707529"/>
            <a:ext cx="3704150" cy="569086"/>
          </a:xfrm>
        </p:spPr>
        <p:txBody>
          <a:bodyPr lIns="0" tIns="0" rIns="0" bIns="0" rtlCol="0" anchor="b">
            <a:normAutofit/>
          </a:bodyPr>
          <a:lstStyle>
            <a:lvl1pPr algn="l">
              <a:defRPr sz="3600"/>
            </a:lvl1pPr>
          </a:lstStyle>
          <a:p>
            <a:pPr rtl="0"/>
            <a:r>
              <a:rPr lang="ro-RO" noProof="0" dirty="0"/>
              <a:t>FACEȚI CLIC PENTRU A EDITA</a:t>
            </a:r>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a:off x="-6" y="1375202"/>
            <a:ext cx="3590826" cy="100800"/>
            <a:chOff x="646012" y="3240138"/>
            <a:chExt cx="1830609"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646012" y="3290538"/>
              <a:ext cx="1800358"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2425233" y="3240138"/>
              <a:ext cx="51388"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1" name="Substituent imagine 11" descr="Cadran cu siglele concurenței">
            <a:extLst>
              <a:ext uri="{FF2B5EF4-FFF2-40B4-BE49-F238E27FC236}">
                <a16:creationId xmlns:a16="http://schemas.microsoft.com/office/drawing/2014/main" id="{58A093A6-410B-4E4B-BA54-D31E8313D9B1}"/>
              </a:ext>
            </a:extLst>
          </p:cNvPr>
          <p:cNvSpPr>
            <a:spLocks noGrp="1"/>
          </p:cNvSpPr>
          <p:nvPr>
            <p:ph type="pic" sz="quarter" idx="39" hasCustomPrompt="1"/>
          </p:nvPr>
        </p:nvSpPr>
        <p:spPr>
          <a:xfrm>
            <a:off x="3928670" y="2872719"/>
            <a:ext cx="1772153" cy="777240"/>
          </a:xfrm>
          <a:noFill/>
        </p:spPr>
        <p:txBody>
          <a:bodyPr rtlCol="0" anchor="ctr" anchorCtr="0">
            <a:noAutofit/>
          </a:bodyPr>
          <a:lstStyle>
            <a:lvl1pPr marL="0" indent="0" algn="ctr">
              <a:buNone/>
              <a:defRPr sz="2000" i="1">
                <a:solidFill>
                  <a:schemeClr val="tx1"/>
                </a:solidFill>
              </a:defRPr>
            </a:lvl1pPr>
          </a:lstStyle>
          <a:p>
            <a:pPr rtl="0"/>
            <a:r>
              <a:rPr lang="ro-RO" noProof="0" dirty="0"/>
              <a:t>Concurent 2</a:t>
            </a:r>
          </a:p>
          <a:p>
            <a:pPr rtl="0"/>
            <a:r>
              <a:rPr lang="ro-RO" noProof="0" dirty="0"/>
              <a:t>Siglă</a:t>
            </a:r>
          </a:p>
        </p:txBody>
      </p:sp>
      <p:sp>
        <p:nvSpPr>
          <p:cNvPr id="22" name="Substituent imagine 11" descr="Cadran cu siglele concurenței">
            <a:extLst>
              <a:ext uri="{FF2B5EF4-FFF2-40B4-BE49-F238E27FC236}">
                <a16:creationId xmlns:a16="http://schemas.microsoft.com/office/drawing/2014/main" id="{C852F764-614E-4E0D-B231-E5EF9B5D3AFE}"/>
              </a:ext>
            </a:extLst>
          </p:cNvPr>
          <p:cNvSpPr>
            <a:spLocks noGrp="1"/>
          </p:cNvSpPr>
          <p:nvPr>
            <p:ph type="pic" sz="quarter" idx="40" hasCustomPrompt="1"/>
          </p:nvPr>
        </p:nvSpPr>
        <p:spPr>
          <a:xfrm>
            <a:off x="806105" y="2171148"/>
            <a:ext cx="1655064" cy="777240"/>
          </a:xfrm>
          <a:noFill/>
        </p:spPr>
        <p:txBody>
          <a:bodyPr rtlCol="0" anchor="ctr" anchorCtr="0">
            <a:noAutofit/>
          </a:bodyPr>
          <a:lstStyle>
            <a:lvl1pPr marL="0" indent="0" algn="ctr">
              <a:buNone/>
              <a:defRPr sz="2000" i="1">
                <a:solidFill>
                  <a:schemeClr val="tx1"/>
                </a:solidFill>
              </a:defRPr>
            </a:lvl1pPr>
          </a:lstStyle>
          <a:p>
            <a:pPr rtl="0"/>
            <a:r>
              <a:rPr lang="ro-RO" noProof="0" dirty="0"/>
              <a:t>Concurent 1</a:t>
            </a:r>
          </a:p>
          <a:p>
            <a:pPr rtl="0"/>
            <a:r>
              <a:rPr lang="ro-RO" noProof="0" dirty="0"/>
              <a:t>Siglă</a:t>
            </a:r>
          </a:p>
        </p:txBody>
      </p:sp>
      <p:sp>
        <p:nvSpPr>
          <p:cNvPr id="25" name="Substituent imagine 11" descr="Cadran cu siglele concurenței">
            <a:extLst>
              <a:ext uri="{FF2B5EF4-FFF2-40B4-BE49-F238E27FC236}">
                <a16:creationId xmlns:a16="http://schemas.microsoft.com/office/drawing/2014/main" id="{0349F007-C349-4EF3-A61F-86C43BEB5478}"/>
              </a:ext>
            </a:extLst>
          </p:cNvPr>
          <p:cNvSpPr>
            <a:spLocks noGrp="1"/>
          </p:cNvSpPr>
          <p:nvPr>
            <p:ph type="pic" sz="quarter" idx="41" hasCustomPrompt="1"/>
          </p:nvPr>
        </p:nvSpPr>
        <p:spPr>
          <a:xfrm>
            <a:off x="2729582" y="4456262"/>
            <a:ext cx="1772153" cy="777240"/>
          </a:xfrm>
          <a:noFill/>
        </p:spPr>
        <p:txBody>
          <a:bodyPr rtlCol="0" anchor="ctr" anchorCtr="0">
            <a:noAutofit/>
          </a:bodyPr>
          <a:lstStyle>
            <a:lvl1pPr marL="0" indent="0" algn="ctr">
              <a:buNone/>
              <a:defRPr sz="2000" i="1">
                <a:solidFill>
                  <a:schemeClr val="tx1"/>
                </a:solidFill>
              </a:defRPr>
            </a:lvl1pPr>
          </a:lstStyle>
          <a:p>
            <a:pPr rtl="0"/>
            <a:r>
              <a:rPr lang="ro-RO" noProof="0" dirty="0"/>
              <a:t>Concurent 3</a:t>
            </a:r>
          </a:p>
          <a:p>
            <a:pPr rtl="0"/>
            <a:r>
              <a:rPr lang="ro-RO" noProof="0" dirty="0"/>
              <a:t>Siglă</a:t>
            </a:r>
          </a:p>
        </p:txBody>
      </p:sp>
      <p:sp>
        <p:nvSpPr>
          <p:cNvPr id="26" name="Substituent imagine 11" descr="Cadran cu siglele concurenței">
            <a:extLst>
              <a:ext uri="{FF2B5EF4-FFF2-40B4-BE49-F238E27FC236}">
                <a16:creationId xmlns:a16="http://schemas.microsoft.com/office/drawing/2014/main" id="{FEA8BDDC-623F-4C67-AD04-E7801B537019}"/>
              </a:ext>
            </a:extLst>
          </p:cNvPr>
          <p:cNvSpPr>
            <a:spLocks noGrp="1"/>
          </p:cNvSpPr>
          <p:nvPr>
            <p:ph type="pic" sz="quarter" idx="42" hasCustomPrompt="1"/>
          </p:nvPr>
        </p:nvSpPr>
        <p:spPr>
          <a:xfrm>
            <a:off x="6829546" y="2770168"/>
            <a:ext cx="1772153" cy="777240"/>
          </a:xfrm>
          <a:noFill/>
        </p:spPr>
        <p:txBody>
          <a:bodyPr rtlCol="0" anchor="ctr" anchorCtr="0">
            <a:noAutofit/>
          </a:bodyPr>
          <a:lstStyle>
            <a:lvl1pPr marL="0" indent="0" algn="ctr">
              <a:buNone/>
              <a:defRPr sz="2000" i="1">
                <a:solidFill>
                  <a:schemeClr val="tx1"/>
                </a:solidFill>
              </a:defRPr>
            </a:lvl1pPr>
          </a:lstStyle>
          <a:p>
            <a:pPr rtl="0"/>
            <a:r>
              <a:rPr lang="ro-RO" noProof="0" dirty="0"/>
              <a:t>Concurent 4</a:t>
            </a:r>
          </a:p>
          <a:p>
            <a:pPr rtl="0"/>
            <a:r>
              <a:rPr lang="ro-RO" noProof="0" dirty="0" err="1"/>
              <a:t>Siglăя</a:t>
            </a:r>
            <a:endParaRPr lang="ro-RO" noProof="0" dirty="0"/>
          </a:p>
        </p:txBody>
      </p:sp>
      <p:sp>
        <p:nvSpPr>
          <p:cNvPr id="27" name="Substituent imagine 11" descr="Cadran cu siglele concurenței">
            <a:extLst>
              <a:ext uri="{FF2B5EF4-FFF2-40B4-BE49-F238E27FC236}">
                <a16:creationId xmlns:a16="http://schemas.microsoft.com/office/drawing/2014/main" id="{28B0D00B-97E7-4133-B35A-AC2EF334CD2B}"/>
              </a:ext>
            </a:extLst>
          </p:cNvPr>
          <p:cNvSpPr>
            <a:spLocks noGrp="1"/>
          </p:cNvSpPr>
          <p:nvPr>
            <p:ph type="pic" sz="quarter" idx="43" hasCustomPrompt="1"/>
          </p:nvPr>
        </p:nvSpPr>
        <p:spPr>
          <a:xfrm>
            <a:off x="6610067" y="4588832"/>
            <a:ext cx="1772153" cy="777240"/>
          </a:xfrm>
          <a:noFill/>
        </p:spPr>
        <p:txBody>
          <a:bodyPr rtlCol="0" anchor="ctr" anchorCtr="0">
            <a:noAutofit/>
          </a:bodyPr>
          <a:lstStyle>
            <a:lvl1pPr marL="0" indent="0" algn="ctr">
              <a:buNone/>
              <a:defRPr sz="2000" i="1">
                <a:solidFill>
                  <a:schemeClr val="tx1"/>
                </a:solidFill>
              </a:defRPr>
            </a:lvl1pPr>
          </a:lstStyle>
          <a:p>
            <a:pPr rtl="0"/>
            <a:r>
              <a:rPr lang="ro-RO" noProof="0" dirty="0"/>
              <a:t>Concurent 5</a:t>
            </a:r>
          </a:p>
          <a:p>
            <a:pPr rtl="0"/>
            <a:r>
              <a:rPr lang="ro-RO" noProof="0" dirty="0"/>
              <a:t>Siglă</a:t>
            </a:r>
          </a:p>
        </p:txBody>
      </p:sp>
      <p:sp>
        <p:nvSpPr>
          <p:cNvPr id="28" name="Substituent imagine 11" descr="Cadran cu siglele concurenței">
            <a:extLst>
              <a:ext uri="{FF2B5EF4-FFF2-40B4-BE49-F238E27FC236}">
                <a16:creationId xmlns:a16="http://schemas.microsoft.com/office/drawing/2014/main" id="{8D1A7417-EFAD-46F6-ADA5-117D4C7B1A9D}"/>
              </a:ext>
            </a:extLst>
          </p:cNvPr>
          <p:cNvSpPr>
            <a:spLocks noGrp="1"/>
          </p:cNvSpPr>
          <p:nvPr>
            <p:ph type="pic" sz="quarter" idx="44" hasCustomPrompt="1"/>
          </p:nvPr>
        </p:nvSpPr>
        <p:spPr>
          <a:xfrm>
            <a:off x="9571158" y="4977452"/>
            <a:ext cx="1772153" cy="777240"/>
          </a:xfrm>
          <a:noFill/>
        </p:spPr>
        <p:txBody>
          <a:bodyPr rtlCol="0" anchor="ctr" anchorCtr="0">
            <a:noAutofit/>
          </a:bodyPr>
          <a:lstStyle>
            <a:lvl1pPr marL="0" indent="0" algn="ctr">
              <a:buNone/>
              <a:defRPr sz="2000" i="1">
                <a:solidFill>
                  <a:schemeClr val="tx1"/>
                </a:solidFill>
              </a:defRPr>
            </a:lvl1pPr>
          </a:lstStyle>
          <a:p>
            <a:pPr rtl="0"/>
            <a:r>
              <a:rPr lang="ro-RO" noProof="0" dirty="0"/>
              <a:t>Concurent 6</a:t>
            </a:r>
          </a:p>
          <a:p>
            <a:pPr rtl="0"/>
            <a:r>
              <a:rPr lang="ro-RO" noProof="0" dirty="0"/>
              <a:t>Siglă</a:t>
            </a:r>
          </a:p>
        </p:txBody>
      </p:sp>
      <p:sp>
        <p:nvSpPr>
          <p:cNvPr id="29" name="Substituent text 7">
            <a:extLst>
              <a:ext uri="{FF2B5EF4-FFF2-40B4-BE49-F238E27FC236}">
                <a16:creationId xmlns:a16="http://schemas.microsoft.com/office/drawing/2014/main" id="{D4B80E14-BBC8-42CC-8777-FFF50D168A09}"/>
              </a:ext>
            </a:extLst>
          </p:cNvPr>
          <p:cNvSpPr>
            <a:spLocks noGrp="1"/>
          </p:cNvSpPr>
          <p:nvPr>
            <p:ph type="body" sz="quarter" idx="46" hasCustomPrompt="1"/>
          </p:nvPr>
        </p:nvSpPr>
        <p:spPr>
          <a:xfrm>
            <a:off x="789869" y="3642757"/>
            <a:ext cx="2741612" cy="248888"/>
          </a:xfrm>
        </p:spPr>
        <p:txBody>
          <a:bodyPr wrap="square" lIns="0" tIns="0" rIns="0" bIns="0" rtlCol="0">
            <a:noAutofit/>
          </a:bodyPr>
          <a:lstStyle>
            <a:lvl1pPr marL="0" indent="0">
              <a:buNone/>
              <a:defRPr sz="2000" b="0">
                <a:solidFill>
                  <a:schemeClr val="tx2"/>
                </a:solidFill>
                <a:latin typeface="Tahoma" panose="020B0604030504040204" pitchFamily="34" charset="0"/>
              </a:defRPr>
            </a:lvl1pPr>
            <a:lvl2pPr marL="457200" indent="0">
              <a:buNone/>
              <a:defRPr sz="1200" b="1"/>
            </a:lvl2pPr>
            <a:lvl3pPr>
              <a:defRPr sz="1200" b="1"/>
            </a:lvl3pPr>
            <a:lvl4pPr>
              <a:defRPr sz="1200" b="1"/>
            </a:lvl4pPr>
            <a:lvl5pPr>
              <a:defRPr sz="1200" b="1"/>
            </a:lvl5pPr>
          </a:lstStyle>
          <a:p>
            <a:pPr lvl="0" rtl="0"/>
            <a:r>
              <a:rPr lang="ro-RO" noProof="0" dirty="0"/>
              <a:t>Mai scump</a:t>
            </a:r>
          </a:p>
        </p:txBody>
      </p:sp>
      <p:sp>
        <p:nvSpPr>
          <p:cNvPr id="30" name="Substituent text 7">
            <a:extLst>
              <a:ext uri="{FF2B5EF4-FFF2-40B4-BE49-F238E27FC236}">
                <a16:creationId xmlns:a16="http://schemas.microsoft.com/office/drawing/2014/main" id="{95033551-3DD0-4EBE-8DFD-9335F8BA9268}"/>
              </a:ext>
            </a:extLst>
          </p:cNvPr>
          <p:cNvSpPr>
            <a:spLocks noGrp="1"/>
          </p:cNvSpPr>
          <p:nvPr>
            <p:ph type="body" sz="quarter" idx="48" hasCustomPrompt="1"/>
          </p:nvPr>
        </p:nvSpPr>
        <p:spPr>
          <a:xfrm>
            <a:off x="6315481" y="5884080"/>
            <a:ext cx="2741612" cy="248888"/>
          </a:xfrm>
        </p:spPr>
        <p:txBody>
          <a:bodyPr wrap="square" lIns="0" tIns="0" rIns="0" bIns="0" rtlCol="0">
            <a:noAutofit/>
          </a:bodyPr>
          <a:lstStyle>
            <a:lvl1pPr marL="0" indent="0" algn="l">
              <a:buNone/>
              <a:defRPr sz="2000" b="0">
                <a:solidFill>
                  <a:schemeClr val="tx2"/>
                </a:solidFill>
                <a:latin typeface="Tahoma" panose="020B0604030504040204" pitchFamily="34" charset="0"/>
              </a:defRPr>
            </a:lvl1pPr>
            <a:lvl2pPr marL="457200" indent="0">
              <a:buNone/>
              <a:defRPr sz="1200" b="1"/>
            </a:lvl2pPr>
            <a:lvl3pPr>
              <a:defRPr sz="1200" b="1"/>
            </a:lvl3pPr>
            <a:lvl4pPr>
              <a:defRPr sz="1200" b="1"/>
            </a:lvl4pPr>
            <a:lvl5pPr>
              <a:defRPr sz="1200" b="1"/>
            </a:lvl5pPr>
          </a:lstStyle>
          <a:p>
            <a:pPr lvl="0" rtl="0"/>
            <a:r>
              <a:rPr lang="ro-RO" noProof="0" dirty="0"/>
              <a:t>Mai puțin accesibil</a:t>
            </a:r>
          </a:p>
        </p:txBody>
      </p:sp>
      <p:sp>
        <p:nvSpPr>
          <p:cNvPr id="31" name="Substituent text 7">
            <a:extLst>
              <a:ext uri="{FF2B5EF4-FFF2-40B4-BE49-F238E27FC236}">
                <a16:creationId xmlns:a16="http://schemas.microsoft.com/office/drawing/2014/main" id="{CC507E62-D7F3-4E81-8DE2-5A7084588A33}"/>
              </a:ext>
            </a:extLst>
          </p:cNvPr>
          <p:cNvSpPr>
            <a:spLocks noGrp="1"/>
          </p:cNvSpPr>
          <p:nvPr>
            <p:ph type="body" sz="quarter" idx="49" hasCustomPrompt="1"/>
          </p:nvPr>
        </p:nvSpPr>
        <p:spPr>
          <a:xfrm>
            <a:off x="6315481" y="1343118"/>
            <a:ext cx="2741612" cy="248888"/>
          </a:xfrm>
        </p:spPr>
        <p:txBody>
          <a:bodyPr wrap="square" lIns="0" tIns="0" rIns="0" bIns="0" rtlCol="0">
            <a:noAutofit/>
          </a:bodyPr>
          <a:lstStyle>
            <a:lvl1pPr marL="0" indent="0" algn="l">
              <a:buNone/>
              <a:defRPr sz="2000" b="0">
                <a:solidFill>
                  <a:schemeClr val="tx2"/>
                </a:solidFill>
                <a:latin typeface="Tahoma" panose="020B0604030504040204" pitchFamily="34" charset="0"/>
              </a:defRPr>
            </a:lvl1pPr>
            <a:lvl2pPr marL="457200" indent="0">
              <a:buNone/>
              <a:defRPr sz="1200" b="1"/>
            </a:lvl2pPr>
            <a:lvl3pPr>
              <a:defRPr sz="1200" b="1"/>
            </a:lvl3pPr>
            <a:lvl4pPr>
              <a:defRPr sz="1200" b="1"/>
            </a:lvl4pPr>
            <a:lvl5pPr>
              <a:defRPr sz="1200" b="1"/>
            </a:lvl5pPr>
          </a:lstStyle>
          <a:p>
            <a:pPr lvl="0" rtl="0"/>
            <a:r>
              <a:rPr lang="ro-RO" noProof="0" dirty="0"/>
              <a:t>Mai accesibil</a:t>
            </a:r>
          </a:p>
        </p:txBody>
      </p:sp>
      <p:sp>
        <p:nvSpPr>
          <p:cNvPr id="32" name="Substituent imagine 13">
            <a:extLst>
              <a:ext uri="{FF2B5EF4-FFF2-40B4-BE49-F238E27FC236}">
                <a16:creationId xmlns:a16="http://schemas.microsoft.com/office/drawing/2014/main" id="{61EF622D-8E08-41C3-BEBA-2274C2AB487A}"/>
              </a:ext>
            </a:extLst>
          </p:cNvPr>
          <p:cNvSpPr>
            <a:spLocks noGrp="1"/>
          </p:cNvSpPr>
          <p:nvPr>
            <p:ph type="pic" sz="quarter" idx="50"/>
          </p:nvPr>
        </p:nvSpPr>
        <p:spPr>
          <a:xfrm>
            <a:off x="9417999" y="1977257"/>
            <a:ext cx="1481328" cy="758952"/>
          </a:xfrm>
          <a:noFill/>
          <a:ln>
            <a:noFill/>
          </a:ln>
        </p:spPr>
        <p:txBody>
          <a:bodyPr rtlCol="0" anchor="ctr" anchorCtr="0">
            <a:noAutofit/>
          </a:bodyPr>
          <a:lstStyle>
            <a:lvl1pPr marL="0" indent="0" algn="ctr">
              <a:buNone/>
              <a:defRPr sz="1400">
                <a:solidFill>
                  <a:schemeClr val="tx1"/>
                </a:solidFill>
              </a:defRPr>
            </a:lvl1pPr>
          </a:lstStyle>
          <a:p>
            <a:pPr rtl="0"/>
            <a:r>
              <a:rPr lang="ro-RO" noProof="0"/>
              <a:t>Faceți clic pe pictogramă pentru a adăuga o imagine</a:t>
            </a:r>
            <a:endParaRPr lang="ro-RO" noProof="0" dirty="0"/>
          </a:p>
        </p:txBody>
      </p:sp>
      <p:sp>
        <p:nvSpPr>
          <p:cNvPr id="33" name="Substituent text 7">
            <a:extLst>
              <a:ext uri="{FF2B5EF4-FFF2-40B4-BE49-F238E27FC236}">
                <a16:creationId xmlns:a16="http://schemas.microsoft.com/office/drawing/2014/main" id="{690ADA54-0156-49A9-AEF7-A4972EEB15AA}"/>
              </a:ext>
            </a:extLst>
          </p:cNvPr>
          <p:cNvSpPr>
            <a:spLocks noGrp="1"/>
          </p:cNvSpPr>
          <p:nvPr>
            <p:ph type="body" sz="quarter" idx="51" hasCustomPrompt="1"/>
          </p:nvPr>
        </p:nvSpPr>
        <p:spPr>
          <a:xfrm>
            <a:off x="8651686" y="3642757"/>
            <a:ext cx="2741612" cy="248888"/>
          </a:xfrm>
        </p:spPr>
        <p:txBody>
          <a:bodyPr lIns="0" tIns="0" rIns="0" bIns="0" rtlCol="0">
            <a:noAutofit/>
          </a:bodyPr>
          <a:lstStyle>
            <a:lvl1pPr marL="0" indent="0" algn="r">
              <a:buNone/>
              <a:defRPr sz="2000" b="0">
                <a:solidFill>
                  <a:schemeClr val="tx2"/>
                </a:solidFill>
                <a:latin typeface="Tahoma" panose="020B0604030504040204" pitchFamily="34" charset="0"/>
              </a:defRPr>
            </a:lvl1pPr>
            <a:lvl2pPr marL="457200" indent="0">
              <a:buNone/>
              <a:defRPr sz="1200" b="1"/>
            </a:lvl2pPr>
            <a:lvl3pPr>
              <a:defRPr sz="1200" b="1"/>
            </a:lvl3pPr>
            <a:lvl4pPr>
              <a:defRPr sz="1200" b="1"/>
            </a:lvl4pPr>
            <a:lvl5pPr>
              <a:defRPr sz="1200" b="1"/>
            </a:lvl5pPr>
          </a:lstStyle>
          <a:p>
            <a:pPr lvl="0" rtl="0"/>
            <a:r>
              <a:rPr lang="ro-RO" noProof="0" dirty="0"/>
              <a:t>Mai ieftin</a:t>
            </a:r>
          </a:p>
        </p:txBody>
      </p:sp>
      <p:grpSp>
        <p:nvGrpSpPr>
          <p:cNvPr id="4" name="Grup 3">
            <a:extLst>
              <a:ext uri="{FF2B5EF4-FFF2-40B4-BE49-F238E27FC236}">
                <a16:creationId xmlns:a16="http://schemas.microsoft.com/office/drawing/2014/main" id="{32193FB7-0142-40DD-9186-F3156B0AE4B0}"/>
              </a:ext>
            </a:extLst>
          </p:cNvPr>
          <p:cNvGrpSpPr/>
          <p:nvPr userDrawn="1"/>
        </p:nvGrpSpPr>
        <p:grpSpPr>
          <a:xfrm>
            <a:off x="6045600" y="1376748"/>
            <a:ext cx="100800" cy="5481252"/>
            <a:chOff x="6045600" y="1376748"/>
            <a:chExt cx="100800" cy="5481252"/>
          </a:xfrm>
        </p:grpSpPr>
        <p:cxnSp>
          <p:nvCxnSpPr>
            <p:cNvPr id="3" name="Conector drept 2">
              <a:extLst>
                <a:ext uri="{FF2B5EF4-FFF2-40B4-BE49-F238E27FC236}">
                  <a16:creationId xmlns:a16="http://schemas.microsoft.com/office/drawing/2014/main" id="{CD1389D4-2EB7-40E2-B21B-4EE70FCA2236}"/>
                </a:ext>
              </a:extLst>
            </p:cNvPr>
            <p:cNvCxnSpPr>
              <a:cxnSpLocks/>
            </p:cNvCxnSpPr>
            <p:nvPr userDrawn="1"/>
          </p:nvCxnSpPr>
          <p:spPr>
            <a:xfrm rot="16200000">
              <a:off x="3389377" y="4151376"/>
              <a:ext cx="54132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BA48E795-AD00-4819-94E4-A5211D331715}"/>
                </a:ext>
              </a:extLst>
            </p:cNvPr>
            <p:cNvSpPr/>
            <p:nvPr userDrawn="1"/>
          </p:nvSpPr>
          <p:spPr>
            <a:xfrm>
              <a:off x="6045600" y="1376748"/>
              <a:ext cx="100800" cy="1008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grpSp>
        <p:nvGrpSpPr>
          <p:cNvPr id="37" name="Grup 36">
            <a:extLst>
              <a:ext uri="{FF2B5EF4-FFF2-40B4-BE49-F238E27FC236}">
                <a16:creationId xmlns:a16="http://schemas.microsoft.com/office/drawing/2014/main" id="{41BD97BD-35F4-4534-8B74-24D44A99BC58}"/>
              </a:ext>
            </a:extLst>
          </p:cNvPr>
          <p:cNvGrpSpPr/>
          <p:nvPr userDrawn="1"/>
        </p:nvGrpSpPr>
        <p:grpSpPr>
          <a:xfrm rot="5400000">
            <a:off x="5669857" y="-1673474"/>
            <a:ext cx="100800" cy="11440514"/>
            <a:chOff x="6045600" y="1329588"/>
            <a:chExt cx="100800" cy="11440514"/>
          </a:xfrm>
        </p:grpSpPr>
        <p:cxnSp>
          <p:nvCxnSpPr>
            <p:cNvPr id="38" name="Conector drept 37">
              <a:extLst>
                <a:ext uri="{FF2B5EF4-FFF2-40B4-BE49-F238E27FC236}">
                  <a16:creationId xmlns:a16="http://schemas.microsoft.com/office/drawing/2014/main" id="{D8351F13-467F-49F8-8279-C5B29A51798F}"/>
                </a:ext>
              </a:extLst>
            </p:cNvPr>
            <p:cNvCxnSpPr>
              <a:cxnSpLocks/>
            </p:cNvCxnSpPr>
            <p:nvPr userDrawn="1"/>
          </p:nvCxnSpPr>
          <p:spPr>
            <a:xfrm rot="16200000">
              <a:off x="408032" y="7082102"/>
              <a:ext cx="1137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09AA12FA-7959-4581-B344-DF9E7B0AD37A}"/>
                </a:ext>
              </a:extLst>
            </p:cNvPr>
            <p:cNvSpPr/>
            <p:nvPr userDrawn="1"/>
          </p:nvSpPr>
          <p:spPr>
            <a:xfrm>
              <a:off x="6045600" y="1329588"/>
              <a:ext cx="100800" cy="1008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Tree>
    <p:extLst>
      <p:ext uri="{BB962C8B-B14F-4D97-AF65-F5344CB8AC3E}">
        <p14:creationId xmlns:p14="http://schemas.microsoft.com/office/powerpoint/2010/main" val="2939558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spect de conținut cu trei secțiuni">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7" y="1512271"/>
            <a:ext cx="2828198" cy="1286838"/>
          </a:xfrm>
        </p:spPr>
        <p:txBody>
          <a:bodyPr lIns="0" tIns="0" rIns="0" bIns="0" rtlCol="0" anchor="b">
            <a:normAutofit/>
          </a:bodyPr>
          <a:lstStyle>
            <a:lvl1pPr>
              <a:defRPr sz="3600"/>
            </a:lvl1pPr>
          </a:lstStyle>
          <a:p>
            <a:pPr rtl="0"/>
            <a:r>
              <a:rPr lang="ro-RO" noProof="0" dirty="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1" y="3148315"/>
            <a:ext cx="2216876" cy="2098138"/>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2897696"/>
            <a:ext cx="3455460" cy="100800"/>
            <a:chOff x="0" y="3240138"/>
            <a:chExt cx="3455460" cy="100800"/>
          </a:xfrm>
        </p:grpSpPr>
        <p:cxnSp>
          <p:nvCxnSpPr>
            <p:cNvPr id="13" name="Conector drept 12">
              <a:extLst>
                <a:ext uri="{FF2B5EF4-FFF2-40B4-BE49-F238E27FC236}">
                  <a16:creationId xmlns:a16="http://schemas.microsoft.com/office/drawing/2014/main" id="{785A4134-866D-4143-AC1E-8A2FFDB49855}"/>
                </a:ext>
              </a:extLst>
            </p:cNvPr>
            <p:cNvCxnSpPr/>
            <p:nvPr userDrawn="1"/>
          </p:nvCxnSpPr>
          <p:spPr>
            <a:xfrm>
              <a:off x="0" y="3290538"/>
              <a:ext cx="3412326"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3354660"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Substituent text 15">
            <a:extLst>
              <a:ext uri="{FF2B5EF4-FFF2-40B4-BE49-F238E27FC236}">
                <a16:creationId xmlns:a16="http://schemas.microsoft.com/office/drawing/2014/main" id="{DA80730C-5AC9-41A0-ACC5-624F0652D685}"/>
              </a:ext>
            </a:extLst>
          </p:cNvPr>
          <p:cNvSpPr>
            <a:spLocks noGrp="1"/>
          </p:cNvSpPr>
          <p:nvPr>
            <p:ph type="body" sz="quarter" idx="26" hasCustomPrompt="1"/>
          </p:nvPr>
        </p:nvSpPr>
        <p:spPr>
          <a:xfrm>
            <a:off x="4475261" y="2631676"/>
            <a:ext cx="978408" cy="978408"/>
          </a:xfrm>
          <a:prstGeom prst="ellipse">
            <a:avLst/>
          </a:prstGeom>
          <a:ln w="6350">
            <a:solidFill>
              <a:schemeClr val="tx1"/>
            </a:solidFill>
          </a:ln>
        </p:spPr>
        <p:txBody>
          <a:bodyPr lIns="0" tIns="7200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dirty="0"/>
              <a:t>1</a:t>
            </a:r>
          </a:p>
        </p:txBody>
      </p:sp>
      <p:sp>
        <p:nvSpPr>
          <p:cNvPr id="22" name="Substituent text 15">
            <a:extLst>
              <a:ext uri="{FF2B5EF4-FFF2-40B4-BE49-F238E27FC236}">
                <a16:creationId xmlns:a16="http://schemas.microsoft.com/office/drawing/2014/main" id="{515B23A8-23EB-4E6E-A24C-4154570D7DC0}"/>
              </a:ext>
            </a:extLst>
          </p:cNvPr>
          <p:cNvSpPr>
            <a:spLocks noGrp="1"/>
          </p:cNvSpPr>
          <p:nvPr>
            <p:ph type="body" sz="quarter" idx="28" hasCustomPrompt="1"/>
          </p:nvPr>
        </p:nvSpPr>
        <p:spPr>
          <a:xfrm>
            <a:off x="7436251" y="2015540"/>
            <a:ext cx="978408" cy="978408"/>
          </a:xfrm>
          <a:prstGeom prst="ellipse">
            <a:avLst/>
          </a:prstGeom>
          <a:ln w="6350">
            <a:solidFill>
              <a:schemeClr val="tx1"/>
            </a:solidFill>
          </a:ln>
        </p:spPr>
        <p:txBody>
          <a:bodyPr lIns="0" tIns="3600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dirty="0"/>
              <a:t>2</a:t>
            </a:r>
          </a:p>
        </p:txBody>
      </p:sp>
      <p:sp>
        <p:nvSpPr>
          <p:cNvPr id="23" name="Substituent text 15">
            <a:extLst>
              <a:ext uri="{FF2B5EF4-FFF2-40B4-BE49-F238E27FC236}">
                <a16:creationId xmlns:a16="http://schemas.microsoft.com/office/drawing/2014/main" id="{C12919ED-FD55-4081-BB4A-2B2FDA3BED17}"/>
              </a:ext>
            </a:extLst>
          </p:cNvPr>
          <p:cNvSpPr>
            <a:spLocks noGrp="1"/>
          </p:cNvSpPr>
          <p:nvPr>
            <p:ph type="body" sz="quarter" idx="31" hasCustomPrompt="1"/>
          </p:nvPr>
        </p:nvSpPr>
        <p:spPr>
          <a:xfrm>
            <a:off x="10397240" y="1239687"/>
            <a:ext cx="978408" cy="978408"/>
          </a:xfrm>
          <a:prstGeom prst="ellipse">
            <a:avLst/>
          </a:prstGeom>
          <a:ln w="6350">
            <a:solidFill>
              <a:schemeClr val="tx1"/>
            </a:solidFill>
          </a:ln>
        </p:spPr>
        <p:txBody>
          <a:bodyPr lIns="0" tIns="3600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dirty="0"/>
              <a:t>3</a:t>
            </a:r>
          </a:p>
        </p:txBody>
      </p:sp>
      <p:cxnSp>
        <p:nvCxnSpPr>
          <p:cNvPr id="24" name="Conector drept 23">
            <a:extLst>
              <a:ext uri="{FF2B5EF4-FFF2-40B4-BE49-F238E27FC236}">
                <a16:creationId xmlns:a16="http://schemas.microsoft.com/office/drawing/2014/main" id="{56A6259C-432B-4405-9E82-995AF092FB7A}"/>
              </a:ext>
            </a:extLst>
          </p:cNvPr>
          <p:cNvCxnSpPr>
            <a:cxnSpLocks/>
          </p:cNvCxnSpPr>
          <p:nvPr userDrawn="1"/>
        </p:nvCxnSpPr>
        <p:spPr>
          <a:xfrm rot="16200000" flipV="1">
            <a:off x="4068065" y="1728891"/>
            <a:ext cx="179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ector drept 24">
            <a:extLst>
              <a:ext uri="{FF2B5EF4-FFF2-40B4-BE49-F238E27FC236}">
                <a16:creationId xmlns:a16="http://schemas.microsoft.com/office/drawing/2014/main" id="{13BC485E-8BCE-479F-A7E9-7F9E193E6E96}"/>
              </a:ext>
            </a:extLst>
          </p:cNvPr>
          <p:cNvCxnSpPr>
            <a:cxnSpLocks/>
          </p:cNvCxnSpPr>
          <p:nvPr userDrawn="1"/>
        </p:nvCxnSpPr>
        <p:spPr>
          <a:xfrm>
            <a:off x="4964465" y="836613"/>
            <a:ext cx="5925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ector drept 25">
            <a:extLst>
              <a:ext uri="{FF2B5EF4-FFF2-40B4-BE49-F238E27FC236}">
                <a16:creationId xmlns:a16="http://schemas.microsoft.com/office/drawing/2014/main" id="{D5094BC6-BA16-4E05-868C-3AE971AF3DA4}"/>
              </a:ext>
            </a:extLst>
          </p:cNvPr>
          <p:cNvCxnSpPr>
            <a:cxnSpLocks/>
          </p:cNvCxnSpPr>
          <p:nvPr userDrawn="1"/>
        </p:nvCxnSpPr>
        <p:spPr>
          <a:xfrm rot="16200000" flipV="1">
            <a:off x="10688444" y="1030491"/>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ector drept 26">
            <a:extLst>
              <a:ext uri="{FF2B5EF4-FFF2-40B4-BE49-F238E27FC236}">
                <a16:creationId xmlns:a16="http://schemas.microsoft.com/office/drawing/2014/main" id="{F9130EC6-4A8D-447F-862E-E5A693E68C8C}"/>
              </a:ext>
            </a:extLst>
          </p:cNvPr>
          <p:cNvCxnSpPr>
            <a:cxnSpLocks/>
          </p:cNvCxnSpPr>
          <p:nvPr userDrawn="1"/>
        </p:nvCxnSpPr>
        <p:spPr>
          <a:xfrm flipV="1">
            <a:off x="7925455" y="837355"/>
            <a:ext cx="0" cy="11781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Substituent text 2">
            <a:extLst>
              <a:ext uri="{FF2B5EF4-FFF2-40B4-BE49-F238E27FC236}">
                <a16:creationId xmlns:a16="http://schemas.microsoft.com/office/drawing/2014/main" id="{1B29C9C1-9494-4E8B-A0F3-611E947A19B3}"/>
              </a:ext>
            </a:extLst>
          </p:cNvPr>
          <p:cNvSpPr>
            <a:spLocks noGrp="1"/>
          </p:cNvSpPr>
          <p:nvPr>
            <p:ph type="body" idx="27" hasCustomPrompt="1"/>
          </p:nvPr>
        </p:nvSpPr>
        <p:spPr>
          <a:xfrm>
            <a:off x="3151266" y="4543170"/>
            <a:ext cx="2589369" cy="1280958"/>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0" name="Substituent text 2">
            <a:extLst>
              <a:ext uri="{FF2B5EF4-FFF2-40B4-BE49-F238E27FC236}">
                <a16:creationId xmlns:a16="http://schemas.microsoft.com/office/drawing/2014/main" id="{ABB09D16-148A-45C2-B0B8-1495E8DC7D64}"/>
              </a:ext>
            </a:extLst>
          </p:cNvPr>
          <p:cNvSpPr>
            <a:spLocks noGrp="1"/>
          </p:cNvSpPr>
          <p:nvPr>
            <p:ph type="body" idx="29" hasCustomPrompt="1"/>
          </p:nvPr>
        </p:nvSpPr>
        <p:spPr>
          <a:xfrm>
            <a:off x="3151265" y="4246467"/>
            <a:ext cx="2415199" cy="236141"/>
          </a:xfrm>
        </p:spPr>
        <p:txBody>
          <a:bodyPr lIns="0" tIns="0" rIns="0" bIns="0" rtlCol="0" anchor="b" anchorCtr="0">
            <a:normAutofit/>
          </a:bodyPr>
          <a:lstStyle>
            <a:lvl1pPr marL="0" indent="0" algn="r">
              <a:spcBef>
                <a:spcPts val="600"/>
              </a:spcBef>
              <a:buClr>
                <a:schemeClr val="tx1"/>
              </a:buClr>
              <a:buFont typeface="Courier New" panose="02070309020205020404" pitchFamily="49" charset="0"/>
              <a:buNone/>
              <a:defRPr sz="1600" b="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1" name="Substituent text 2">
            <a:extLst>
              <a:ext uri="{FF2B5EF4-FFF2-40B4-BE49-F238E27FC236}">
                <a16:creationId xmlns:a16="http://schemas.microsoft.com/office/drawing/2014/main" id="{67814C7C-3597-4B16-A4AC-D81985C587BD}"/>
              </a:ext>
            </a:extLst>
          </p:cNvPr>
          <p:cNvSpPr>
            <a:spLocks noGrp="1"/>
          </p:cNvSpPr>
          <p:nvPr>
            <p:ph type="body" idx="32" hasCustomPrompt="1"/>
          </p:nvPr>
        </p:nvSpPr>
        <p:spPr>
          <a:xfrm>
            <a:off x="3151265" y="3883902"/>
            <a:ext cx="2415199" cy="360000"/>
          </a:xfrm>
        </p:spPr>
        <p:txBody>
          <a:bodyPr lIns="0" tIns="0" rIns="0" bIns="0" rtlCol="0" anchor="b" anchorCtr="0">
            <a:normAutofit/>
          </a:bodyPr>
          <a:lstStyle>
            <a:lvl1pPr marL="0" indent="0" algn="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textul coordonator</a:t>
            </a:r>
          </a:p>
        </p:txBody>
      </p:sp>
      <p:sp>
        <p:nvSpPr>
          <p:cNvPr id="43" name="Substituent text 2">
            <a:extLst>
              <a:ext uri="{FF2B5EF4-FFF2-40B4-BE49-F238E27FC236}">
                <a16:creationId xmlns:a16="http://schemas.microsoft.com/office/drawing/2014/main" id="{EFE2A8C5-F462-436C-B748-BBE5D58CB8B4}"/>
              </a:ext>
            </a:extLst>
          </p:cNvPr>
          <p:cNvSpPr>
            <a:spLocks noGrp="1"/>
          </p:cNvSpPr>
          <p:nvPr>
            <p:ph type="body" idx="33" hasCustomPrompt="1"/>
          </p:nvPr>
        </p:nvSpPr>
        <p:spPr>
          <a:xfrm>
            <a:off x="6048861" y="3849559"/>
            <a:ext cx="2589369" cy="1786953"/>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4" name="Substituent text 2">
            <a:extLst>
              <a:ext uri="{FF2B5EF4-FFF2-40B4-BE49-F238E27FC236}">
                <a16:creationId xmlns:a16="http://schemas.microsoft.com/office/drawing/2014/main" id="{586DAC0D-9859-40A1-8456-F0B43D96718B}"/>
              </a:ext>
            </a:extLst>
          </p:cNvPr>
          <p:cNvSpPr>
            <a:spLocks noGrp="1"/>
          </p:cNvSpPr>
          <p:nvPr>
            <p:ph type="body" idx="34" hasCustomPrompt="1"/>
          </p:nvPr>
        </p:nvSpPr>
        <p:spPr>
          <a:xfrm>
            <a:off x="6048860" y="3552857"/>
            <a:ext cx="2415199" cy="236141"/>
          </a:xfrm>
        </p:spPr>
        <p:txBody>
          <a:bodyPr lIns="0" tIns="0" rIns="0" bIns="0" rtlCol="0" anchor="b" anchorCtr="0">
            <a:normAutofit/>
          </a:bodyPr>
          <a:lstStyle>
            <a:lvl1pPr marL="0" indent="0" algn="r">
              <a:spcBef>
                <a:spcPts val="600"/>
              </a:spcBef>
              <a:buClr>
                <a:schemeClr val="tx1"/>
              </a:buClr>
              <a:buFont typeface="Courier New" panose="02070309020205020404" pitchFamily="49" charset="0"/>
              <a:buNone/>
              <a:defRPr sz="1600" b="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5" name="Substituent text 2">
            <a:extLst>
              <a:ext uri="{FF2B5EF4-FFF2-40B4-BE49-F238E27FC236}">
                <a16:creationId xmlns:a16="http://schemas.microsoft.com/office/drawing/2014/main" id="{37B983EE-F89D-4F09-8A9F-2347FA364217}"/>
              </a:ext>
            </a:extLst>
          </p:cNvPr>
          <p:cNvSpPr>
            <a:spLocks noGrp="1"/>
          </p:cNvSpPr>
          <p:nvPr>
            <p:ph type="body" idx="35" hasCustomPrompt="1"/>
          </p:nvPr>
        </p:nvSpPr>
        <p:spPr>
          <a:xfrm>
            <a:off x="6048860" y="3190292"/>
            <a:ext cx="2415199" cy="360000"/>
          </a:xfrm>
        </p:spPr>
        <p:txBody>
          <a:bodyPr lIns="0" tIns="0" rIns="0" bIns="0" rtlCol="0" anchor="b" anchorCtr="0">
            <a:normAutofit/>
          </a:bodyPr>
          <a:lstStyle>
            <a:lvl1pPr marL="0" indent="0" algn="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textul coordonator</a:t>
            </a:r>
          </a:p>
        </p:txBody>
      </p:sp>
      <p:sp>
        <p:nvSpPr>
          <p:cNvPr id="46" name="Substituent text 2">
            <a:extLst>
              <a:ext uri="{FF2B5EF4-FFF2-40B4-BE49-F238E27FC236}">
                <a16:creationId xmlns:a16="http://schemas.microsoft.com/office/drawing/2014/main" id="{D30DD128-A937-4A2F-B070-523A5BAAE260}"/>
              </a:ext>
            </a:extLst>
          </p:cNvPr>
          <p:cNvSpPr>
            <a:spLocks noGrp="1"/>
          </p:cNvSpPr>
          <p:nvPr>
            <p:ph type="body" idx="36" hasCustomPrompt="1"/>
          </p:nvPr>
        </p:nvSpPr>
        <p:spPr>
          <a:xfrm>
            <a:off x="8975159" y="3147170"/>
            <a:ext cx="2589369" cy="2311934"/>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7" name="Substituent text 2">
            <a:extLst>
              <a:ext uri="{FF2B5EF4-FFF2-40B4-BE49-F238E27FC236}">
                <a16:creationId xmlns:a16="http://schemas.microsoft.com/office/drawing/2014/main" id="{5737B87C-E3C0-46B2-8B79-63EB60491503}"/>
              </a:ext>
            </a:extLst>
          </p:cNvPr>
          <p:cNvSpPr>
            <a:spLocks noGrp="1"/>
          </p:cNvSpPr>
          <p:nvPr>
            <p:ph type="body" idx="37" hasCustomPrompt="1"/>
          </p:nvPr>
        </p:nvSpPr>
        <p:spPr>
          <a:xfrm>
            <a:off x="8975158" y="2850467"/>
            <a:ext cx="2415199" cy="236141"/>
          </a:xfrm>
        </p:spPr>
        <p:txBody>
          <a:bodyPr lIns="0" tIns="0" rIns="0" bIns="0" rtlCol="0" anchor="b" anchorCtr="0">
            <a:normAutofit/>
          </a:bodyPr>
          <a:lstStyle>
            <a:lvl1pPr marL="0" indent="0" algn="r">
              <a:spcBef>
                <a:spcPts val="600"/>
              </a:spcBef>
              <a:buClr>
                <a:schemeClr val="tx1"/>
              </a:buClr>
              <a:buFont typeface="Courier New" panose="02070309020205020404" pitchFamily="49" charset="0"/>
              <a:buNone/>
              <a:defRPr sz="1600" b="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8" name="Substituent text 2">
            <a:extLst>
              <a:ext uri="{FF2B5EF4-FFF2-40B4-BE49-F238E27FC236}">
                <a16:creationId xmlns:a16="http://schemas.microsoft.com/office/drawing/2014/main" id="{22F76863-7DCD-4365-80F0-001D51F08779}"/>
              </a:ext>
            </a:extLst>
          </p:cNvPr>
          <p:cNvSpPr>
            <a:spLocks noGrp="1"/>
          </p:cNvSpPr>
          <p:nvPr>
            <p:ph type="body" idx="38" hasCustomPrompt="1"/>
          </p:nvPr>
        </p:nvSpPr>
        <p:spPr>
          <a:xfrm>
            <a:off x="8975158" y="2487902"/>
            <a:ext cx="2415199" cy="360000"/>
          </a:xfrm>
        </p:spPr>
        <p:txBody>
          <a:bodyPr lIns="0" tIns="0" rIns="0" bIns="0" rtlCol="0" anchor="b" anchorCtr="0">
            <a:normAutofit/>
          </a:bodyPr>
          <a:lstStyle>
            <a:lvl1pPr marL="0" indent="0" algn="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textul coordonator</a:t>
            </a:r>
          </a:p>
        </p:txBody>
      </p:sp>
    </p:spTree>
    <p:extLst>
      <p:ext uri="{BB962C8B-B14F-4D97-AF65-F5344CB8AC3E}">
        <p14:creationId xmlns:p14="http://schemas.microsoft.com/office/powerpoint/2010/main" val="30782733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spect de conținut tabel și diagramă">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6096000" y="707529"/>
            <a:ext cx="5314072" cy="569086"/>
          </a:xfrm>
        </p:spPr>
        <p:txBody>
          <a:bodyPr lIns="0" tIns="0" rIns="0" bIns="0" rtlCol="0" anchor="b">
            <a:normAutofit/>
          </a:bodyPr>
          <a:lstStyle>
            <a:lvl1pPr algn="l">
              <a:defRPr sz="3600"/>
            </a:lvl1pPr>
          </a:lstStyle>
          <a:p>
            <a:pPr rtl="0"/>
            <a:r>
              <a:rPr lang="ro-RO" noProof="0" dirty="0"/>
              <a:t>FACEȚI CLIC PENTRU A EDITA TITLUL</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6096000" y="1383372"/>
            <a:ext cx="6096000" cy="100800"/>
            <a:chOff x="646015" y="3248308"/>
            <a:chExt cx="3107749"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646015" y="3290538"/>
              <a:ext cx="3107749"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702376" y="3248308"/>
              <a:ext cx="51388"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36" name="Substituent text 2">
            <a:extLst>
              <a:ext uri="{FF2B5EF4-FFF2-40B4-BE49-F238E27FC236}">
                <a16:creationId xmlns:a16="http://schemas.microsoft.com/office/drawing/2014/main" id="{99E02476-A734-4A74-BC42-F104B37C8C19}"/>
              </a:ext>
            </a:extLst>
          </p:cNvPr>
          <p:cNvSpPr>
            <a:spLocks noGrp="1"/>
          </p:cNvSpPr>
          <p:nvPr>
            <p:ph type="body" idx="29" hasCustomPrompt="1"/>
          </p:nvPr>
        </p:nvSpPr>
        <p:spPr>
          <a:xfrm>
            <a:off x="831850" y="2031832"/>
            <a:ext cx="2915732" cy="360000"/>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24" name="Substituent text 2">
            <a:extLst>
              <a:ext uri="{FF2B5EF4-FFF2-40B4-BE49-F238E27FC236}">
                <a16:creationId xmlns:a16="http://schemas.microsoft.com/office/drawing/2014/main" id="{FB2A0B34-417C-46AC-95C0-9B2A2FCC8BFC}"/>
              </a:ext>
            </a:extLst>
          </p:cNvPr>
          <p:cNvSpPr>
            <a:spLocks noGrp="1"/>
          </p:cNvSpPr>
          <p:nvPr>
            <p:ph type="body" idx="31" hasCustomPrompt="1"/>
          </p:nvPr>
        </p:nvSpPr>
        <p:spPr>
          <a:xfrm>
            <a:off x="6096000" y="2031832"/>
            <a:ext cx="2915732" cy="360000"/>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 name="Substituent conținut 2">
            <a:extLst>
              <a:ext uri="{FF2B5EF4-FFF2-40B4-BE49-F238E27FC236}">
                <a16:creationId xmlns:a16="http://schemas.microsoft.com/office/drawing/2014/main" id="{7D36F8EF-728B-45C1-87D8-4AD8FA8F3716}"/>
              </a:ext>
            </a:extLst>
          </p:cNvPr>
          <p:cNvSpPr>
            <a:spLocks noGrp="1"/>
          </p:cNvSpPr>
          <p:nvPr>
            <p:ph sz="quarter" idx="32"/>
          </p:nvPr>
        </p:nvSpPr>
        <p:spPr>
          <a:xfrm>
            <a:off x="803275" y="2524125"/>
            <a:ext cx="4970463" cy="2935288"/>
          </a:xfrm>
        </p:spPr>
        <p:txBody>
          <a:bodyPr rtlCol="0">
            <a:normAutofit/>
          </a:bodyPr>
          <a:lstStyle>
            <a:lvl1pPr>
              <a:defRPr sz="1400"/>
            </a:lvl1pPr>
            <a:lvl2pPr>
              <a:defRPr sz="1400"/>
            </a:lvl2pPr>
            <a:lvl3pPr>
              <a:defRPr sz="1400"/>
            </a:lvl3pPr>
            <a:lvl4pPr>
              <a:defRPr sz="1400"/>
            </a:lvl4pPr>
            <a:lvl5pPr>
              <a:defRPr sz="1400"/>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endParaRPr lang="ro-RO" noProof="0" dirty="0"/>
          </a:p>
        </p:txBody>
      </p:sp>
      <p:sp>
        <p:nvSpPr>
          <p:cNvPr id="22" name="Substituent conținut 2">
            <a:extLst>
              <a:ext uri="{FF2B5EF4-FFF2-40B4-BE49-F238E27FC236}">
                <a16:creationId xmlns:a16="http://schemas.microsoft.com/office/drawing/2014/main" id="{7395C5B4-6B03-4F70-96F8-3AE3A7817B52}"/>
              </a:ext>
            </a:extLst>
          </p:cNvPr>
          <p:cNvSpPr>
            <a:spLocks noGrp="1"/>
          </p:cNvSpPr>
          <p:nvPr>
            <p:ph sz="quarter" idx="33"/>
          </p:nvPr>
        </p:nvSpPr>
        <p:spPr>
          <a:xfrm>
            <a:off x="6096000" y="2524125"/>
            <a:ext cx="4970463" cy="2935288"/>
          </a:xfrm>
        </p:spPr>
        <p:txBody>
          <a:bodyPr rtlCol="0">
            <a:normAutofit/>
          </a:bodyPr>
          <a:lstStyle>
            <a:lvl1pPr>
              <a:defRPr sz="1400"/>
            </a:lvl1pPr>
            <a:lvl2pPr>
              <a:defRPr sz="1400"/>
            </a:lvl2pPr>
            <a:lvl3pPr>
              <a:defRPr sz="1400"/>
            </a:lvl3pPr>
            <a:lvl4pPr>
              <a:defRPr sz="1400"/>
            </a:lvl4pPr>
            <a:lvl5pPr>
              <a:defRPr sz="1400"/>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endParaRPr lang="ro-RO" noProof="0" dirty="0"/>
          </a:p>
        </p:txBody>
      </p:sp>
    </p:spTree>
    <p:extLst>
      <p:ext uri="{BB962C8B-B14F-4D97-AF65-F5344CB8AC3E}">
        <p14:creationId xmlns:p14="http://schemas.microsoft.com/office/powerpoint/2010/main" val="778915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spect conținut cronologie">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8736466" y="707529"/>
            <a:ext cx="2673606" cy="569086"/>
          </a:xfrm>
        </p:spPr>
        <p:txBody>
          <a:bodyPr lIns="0" tIns="0" rIns="0" bIns="0" rtlCol="0" anchor="b">
            <a:normAutofit/>
          </a:bodyPr>
          <a:lstStyle>
            <a:lvl1pPr algn="r">
              <a:defRPr sz="3600"/>
            </a:lvl1pPr>
          </a:lstStyle>
          <a:p>
            <a:pPr rtl="0"/>
            <a:r>
              <a:rPr lang="ro-RO" noProof="0" dirty="0"/>
              <a:t>CRONOLOGIE</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9147803" y="1625821"/>
            <a:ext cx="2262267" cy="2021536"/>
          </a:xfrm>
        </p:spPr>
        <p:txBody>
          <a:bodyPr lIns="0" tIns="0" rIns="0" bIns="0" rtlCol="0">
            <a:normAutofit/>
          </a:bodyPr>
          <a:lstStyle>
            <a:lvl1pPr marL="0" indent="0" algn="r">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9097797" y="1375202"/>
            <a:ext cx="3094215" cy="100800"/>
            <a:chOff x="2729179" y="3240138"/>
            <a:chExt cx="1577429"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2729179" y="3290538"/>
              <a:ext cx="1551931"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4255220" y="3240138"/>
              <a:ext cx="51388"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16" name="Substituent text 15">
            <a:extLst>
              <a:ext uri="{FF2B5EF4-FFF2-40B4-BE49-F238E27FC236}">
                <a16:creationId xmlns:a16="http://schemas.microsoft.com/office/drawing/2014/main" id="{D0092E26-7A96-4712-98A7-FFDA7C3D7721}"/>
              </a:ext>
            </a:extLst>
          </p:cNvPr>
          <p:cNvSpPr>
            <a:spLocks noGrp="1"/>
          </p:cNvSpPr>
          <p:nvPr>
            <p:ph type="body" sz="quarter" idx="26" hasCustomPrompt="1"/>
          </p:nvPr>
        </p:nvSpPr>
        <p:spPr>
          <a:xfrm>
            <a:off x="2618284" y="685667"/>
            <a:ext cx="2616212"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dirty="0"/>
              <a:t>20XX</a:t>
            </a:r>
          </a:p>
        </p:txBody>
      </p:sp>
      <p:sp>
        <p:nvSpPr>
          <p:cNvPr id="34" name="Substituent text 2">
            <a:extLst>
              <a:ext uri="{FF2B5EF4-FFF2-40B4-BE49-F238E27FC236}">
                <a16:creationId xmlns:a16="http://schemas.microsoft.com/office/drawing/2014/main" id="{B17B484C-F876-40B2-89DE-FC7A9E54C835}"/>
              </a:ext>
            </a:extLst>
          </p:cNvPr>
          <p:cNvSpPr>
            <a:spLocks noGrp="1"/>
          </p:cNvSpPr>
          <p:nvPr>
            <p:ph type="body" idx="27" hasCustomPrompt="1"/>
          </p:nvPr>
        </p:nvSpPr>
        <p:spPr>
          <a:xfrm>
            <a:off x="5930241" y="1079309"/>
            <a:ext cx="2810591" cy="758864"/>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6" name="Substituent text 2">
            <a:extLst>
              <a:ext uri="{FF2B5EF4-FFF2-40B4-BE49-F238E27FC236}">
                <a16:creationId xmlns:a16="http://schemas.microsoft.com/office/drawing/2014/main" id="{99E02476-A734-4A74-BC42-F104B37C8C19}"/>
              </a:ext>
            </a:extLst>
          </p:cNvPr>
          <p:cNvSpPr>
            <a:spLocks noGrp="1"/>
          </p:cNvSpPr>
          <p:nvPr>
            <p:ph type="body" idx="29" hasCustomPrompt="1"/>
          </p:nvPr>
        </p:nvSpPr>
        <p:spPr>
          <a:xfrm>
            <a:off x="5930241" y="786637"/>
            <a:ext cx="2810591" cy="292671"/>
          </a:xfrm>
        </p:spPr>
        <p:txBody>
          <a:bodyPr lIns="0" tIns="0" rIns="0" bIns="0" rtlCol="0" anchor="t"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cxnSp>
        <p:nvCxnSpPr>
          <p:cNvPr id="14" name="Conector drept 13">
            <a:extLst>
              <a:ext uri="{FF2B5EF4-FFF2-40B4-BE49-F238E27FC236}">
                <a16:creationId xmlns:a16="http://schemas.microsoft.com/office/drawing/2014/main" id="{1AD3A3AB-488E-4090-9FD5-E005D5A9ECF5}"/>
              </a:ext>
            </a:extLst>
          </p:cNvPr>
          <p:cNvCxnSpPr>
            <a:cxnSpLocks/>
          </p:cNvCxnSpPr>
          <p:nvPr userDrawn="1"/>
        </p:nvCxnSpPr>
        <p:spPr>
          <a:xfrm rot="16200000">
            <a:off x="2094269" y="3429000"/>
            <a:ext cx="685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BD6729DC-C5B3-485B-B5CD-F06FC3CAFD9A}"/>
              </a:ext>
            </a:extLst>
          </p:cNvPr>
          <p:cNvSpPr/>
          <p:nvPr userDrawn="1"/>
        </p:nvSpPr>
        <p:spPr>
          <a:xfrm>
            <a:off x="5372392" y="959827"/>
            <a:ext cx="301752" cy="301752"/>
          </a:xfrm>
          <a:prstGeom prst="ellipse">
            <a:avLst/>
          </a:prstGeom>
          <a:solidFill>
            <a:srgbClr val="0F17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29" name="Oval 28">
            <a:extLst>
              <a:ext uri="{FF2B5EF4-FFF2-40B4-BE49-F238E27FC236}">
                <a16:creationId xmlns:a16="http://schemas.microsoft.com/office/drawing/2014/main" id="{C4046DD7-8FB2-43D4-8E94-3D35DC3E2891}"/>
              </a:ext>
            </a:extLst>
          </p:cNvPr>
          <p:cNvSpPr/>
          <p:nvPr userDrawn="1"/>
        </p:nvSpPr>
        <p:spPr>
          <a:xfrm>
            <a:off x="5372392" y="5362327"/>
            <a:ext cx="301752" cy="301752"/>
          </a:xfrm>
          <a:prstGeom prst="ellipse">
            <a:avLst/>
          </a:prstGeom>
          <a:solidFill>
            <a:srgbClr val="0F17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30" name="Oval 29">
            <a:extLst>
              <a:ext uri="{FF2B5EF4-FFF2-40B4-BE49-F238E27FC236}">
                <a16:creationId xmlns:a16="http://schemas.microsoft.com/office/drawing/2014/main" id="{A320A73A-D3CB-4E04-B7E2-F3696B8ACDEA}"/>
              </a:ext>
            </a:extLst>
          </p:cNvPr>
          <p:cNvSpPr/>
          <p:nvPr userDrawn="1"/>
        </p:nvSpPr>
        <p:spPr>
          <a:xfrm>
            <a:off x="5372392" y="2427327"/>
            <a:ext cx="301752" cy="301752"/>
          </a:xfrm>
          <a:prstGeom prst="ellipse">
            <a:avLst/>
          </a:prstGeom>
          <a:solidFill>
            <a:srgbClr val="0F17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31" name="Oval 30">
            <a:extLst>
              <a:ext uri="{FF2B5EF4-FFF2-40B4-BE49-F238E27FC236}">
                <a16:creationId xmlns:a16="http://schemas.microsoft.com/office/drawing/2014/main" id="{3E2B01F0-78A8-41AE-95B8-811603402031}"/>
              </a:ext>
            </a:extLst>
          </p:cNvPr>
          <p:cNvSpPr/>
          <p:nvPr userDrawn="1"/>
        </p:nvSpPr>
        <p:spPr>
          <a:xfrm>
            <a:off x="5372392" y="3894827"/>
            <a:ext cx="301752" cy="301752"/>
          </a:xfrm>
          <a:prstGeom prst="ellipse">
            <a:avLst/>
          </a:prstGeom>
          <a:solidFill>
            <a:srgbClr val="0F17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32" name="Substituent text 2">
            <a:extLst>
              <a:ext uri="{FF2B5EF4-FFF2-40B4-BE49-F238E27FC236}">
                <a16:creationId xmlns:a16="http://schemas.microsoft.com/office/drawing/2014/main" id="{A70E382B-B932-45B7-BD95-6D722A4A2480}"/>
              </a:ext>
            </a:extLst>
          </p:cNvPr>
          <p:cNvSpPr>
            <a:spLocks noGrp="1"/>
          </p:cNvSpPr>
          <p:nvPr>
            <p:ph type="body" idx="31" hasCustomPrompt="1"/>
          </p:nvPr>
        </p:nvSpPr>
        <p:spPr>
          <a:xfrm>
            <a:off x="5930241" y="2532448"/>
            <a:ext cx="2810591" cy="758864"/>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3" name="Substituent text 2">
            <a:extLst>
              <a:ext uri="{FF2B5EF4-FFF2-40B4-BE49-F238E27FC236}">
                <a16:creationId xmlns:a16="http://schemas.microsoft.com/office/drawing/2014/main" id="{2F096B52-06C2-46DF-BB33-70D931283F16}"/>
              </a:ext>
            </a:extLst>
          </p:cNvPr>
          <p:cNvSpPr>
            <a:spLocks noGrp="1"/>
          </p:cNvSpPr>
          <p:nvPr>
            <p:ph type="body" idx="32" hasCustomPrompt="1"/>
          </p:nvPr>
        </p:nvSpPr>
        <p:spPr>
          <a:xfrm>
            <a:off x="5930241" y="2239776"/>
            <a:ext cx="2810591" cy="292671"/>
          </a:xfrm>
        </p:spPr>
        <p:txBody>
          <a:bodyPr lIns="0" tIns="0" rIns="0" bIns="0" rtlCol="0" anchor="t"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5" name="Substituent text 2">
            <a:extLst>
              <a:ext uri="{FF2B5EF4-FFF2-40B4-BE49-F238E27FC236}">
                <a16:creationId xmlns:a16="http://schemas.microsoft.com/office/drawing/2014/main" id="{5D87FD43-95C9-4217-AD5F-FE02E28AD4CE}"/>
              </a:ext>
            </a:extLst>
          </p:cNvPr>
          <p:cNvSpPr>
            <a:spLocks noGrp="1"/>
          </p:cNvSpPr>
          <p:nvPr>
            <p:ph type="body" idx="33" hasCustomPrompt="1"/>
          </p:nvPr>
        </p:nvSpPr>
        <p:spPr>
          <a:xfrm>
            <a:off x="5930241" y="3985587"/>
            <a:ext cx="2810591" cy="758864"/>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7" name="Substituent text 2">
            <a:extLst>
              <a:ext uri="{FF2B5EF4-FFF2-40B4-BE49-F238E27FC236}">
                <a16:creationId xmlns:a16="http://schemas.microsoft.com/office/drawing/2014/main" id="{A6706CEB-523E-4248-9A66-5D139D8B0DE5}"/>
              </a:ext>
            </a:extLst>
          </p:cNvPr>
          <p:cNvSpPr>
            <a:spLocks noGrp="1"/>
          </p:cNvSpPr>
          <p:nvPr>
            <p:ph type="body" idx="34" hasCustomPrompt="1"/>
          </p:nvPr>
        </p:nvSpPr>
        <p:spPr>
          <a:xfrm>
            <a:off x="5930241" y="3692915"/>
            <a:ext cx="2810591" cy="292671"/>
          </a:xfrm>
        </p:spPr>
        <p:txBody>
          <a:bodyPr lIns="0" tIns="0" rIns="0" bIns="0" rtlCol="0" anchor="t"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8" name="Substituent text 2">
            <a:extLst>
              <a:ext uri="{FF2B5EF4-FFF2-40B4-BE49-F238E27FC236}">
                <a16:creationId xmlns:a16="http://schemas.microsoft.com/office/drawing/2014/main" id="{6ADC931C-F9B2-467E-A024-CB5BE74BAD85}"/>
              </a:ext>
            </a:extLst>
          </p:cNvPr>
          <p:cNvSpPr>
            <a:spLocks noGrp="1"/>
          </p:cNvSpPr>
          <p:nvPr>
            <p:ph type="body" idx="35" hasCustomPrompt="1"/>
          </p:nvPr>
        </p:nvSpPr>
        <p:spPr>
          <a:xfrm>
            <a:off x="5930241" y="5438727"/>
            <a:ext cx="2810591" cy="758864"/>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9" name="Substituent text 2">
            <a:extLst>
              <a:ext uri="{FF2B5EF4-FFF2-40B4-BE49-F238E27FC236}">
                <a16:creationId xmlns:a16="http://schemas.microsoft.com/office/drawing/2014/main" id="{0A301DE6-2E75-41F5-9314-B269815BA3F3}"/>
              </a:ext>
            </a:extLst>
          </p:cNvPr>
          <p:cNvSpPr>
            <a:spLocks noGrp="1"/>
          </p:cNvSpPr>
          <p:nvPr>
            <p:ph type="body" idx="36" hasCustomPrompt="1"/>
          </p:nvPr>
        </p:nvSpPr>
        <p:spPr>
          <a:xfrm>
            <a:off x="5930241" y="5146055"/>
            <a:ext cx="2810591" cy="292671"/>
          </a:xfrm>
        </p:spPr>
        <p:txBody>
          <a:bodyPr lIns="0" tIns="0" rIns="0" bIns="0" rtlCol="0" anchor="t"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0" name="Substituent text 15">
            <a:extLst>
              <a:ext uri="{FF2B5EF4-FFF2-40B4-BE49-F238E27FC236}">
                <a16:creationId xmlns:a16="http://schemas.microsoft.com/office/drawing/2014/main" id="{B9154606-4DE0-4DC7-830A-371423BE4201}"/>
              </a:ext>
            </a:extLst>
          </p:cNvPr>
          <p:cNvSpPr>
            <a:spLocks noGrp="1"/>
          </p:cNvSpPr>
          <p:nvPr>
            <p:ph type="body" sz="quarter" idx="37" hasCustomPrompt="1"/>
          </p:nvPr>
        </p:nvSpPr>
        <p:spPr>
          <a:xfrm>
            <a:off x="2618284" y="2153566"/>
            <a:ext cx="2616212"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dirty="0"/>
              <a:t>20XX</a:t>
            </a:r>
          </a:p>
        </p:txBody>
      </p:sp>
      <p:sp>
        <p:nvSpPr>
          <p:cNvPr id="41" name="Substituent text 15">
            <a:extLst>
              <a:ext uri="{FF2B5EF4-FFF2-40B4-BE49-F238E27FC236}">
                <a16:creationId xmlns:a16="http://schemas.microsoft.com/office/drawing/2014/main" id="{5AC8C127-0F88-413C-B7BA-2ED0F81E7D4E}"/>
              </a:ext>
            </a:extLst>
          </p:cNvPr>
          <p:cNvSpPr>
            <a:spLocks noGrp="1"/>
          </p:cNvSpPr>
          <p:nvPr>
            <p:ph type="body" sz="quarter" idx="38" hasCustomPrompt="1"/>
          </p:nvPr>
        </p:nvSpPr>
        <p:spPr>
          <a:xfrm>
            <a:off x="2618284" y="3621465"/>
            <a:ext cx="2616212"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dirty="0"/>
              <a:t>20XX</a:t>
            </a:r>
          </a:p>
        </p:txBody>
      </p:sp>
      <p:sp>
        <p:nvSpPr>
          <p:cNvPr id="42" name="Substituent text 15">
            <a:extLst>
              <a:ext uri="{FF2B5EF4-FFF2-40B4-BE49-F238E27FC236}">
                <a16:creationId xmlns:a16="http://schemas.microsoft.com/office/drawing/2014/main" id="{63C5707A-6E08-4B58-A5FE-40063DB6548E}"/>
              </a:ext>
            </a:extLst>
          </p:cNvPr>
          <p:cNvSpPr>
            <a:spLocks noGrp="1"/>
          </p:cNvSpPr>
          <p:nvPr>
            <p:ph type="body" sz="quarter" idx="39" hasCustomPrompt="1"/>
          </p:nvPr>
        </p:nvSpPr>
        <p:spPr>
          <a:xfrm>
            <a:off x="2618284" y="5089363"/>
            <a:ext cx="2616212" cy="978408"/>
          </a:xfrm>
          <a:prstGeom prst="rect">
            <a:avLst/>
          </a:prstGeom>
          <a:ln w="6350">
            <a:noFill/>
          </a:ln>
        </p:spPr>
        <p:txBody>
          <a:bodyPr lIns="0" tIns="0" rIns="0" bIns="0" rtlCol="0" anchor="ctr" anchorCtr="0">
            <a:noAutofit/>
          </a:bodyPr>
          <a:lstStyle>
            <a:lvl1pPr marL="0" indent="0" algn="ctr">
              <a:buNone/>
              <a:defRPr sz="7000" b="1">
                <a:ln w="6350">
                  <a:solidFill>
                    <a:schemeClr val="tx1"/>
                  </a:solidFill>
                </a:ln>
                <a:noFill/>
                <a:latin typeface="Tahoma" panose="020B0604030504040204" pitchFamily="34" charset="0"/>
              </a:defRPr>
            </a:lvl1pPr>
          </a:lstStyle>
          <a:p>
            <a:pPr lvl="0" rtl="0"/>
            <a:r>
              <a:rPr lang="ro-RO" noProof="0" dirty="0"/>
              <a:t>20XX</a:t>
            </a:r>
          </a:p>
        </p:txBody>
      </p:sp>
    </p:spTree>
    <p:extLst>
      <p:ext uri="{BB962C8B-B14F-4D97-AF65-F5344CB8AC3E}">
        <p14:creationId xmlns:p14="http://schemas.microsoft.com/office/powerpoint/2010/main" val="3627535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spect tabel">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2260000"/>
            <a:ext cx="3911599" cy="1177174"/>
          </a:xfrm>
        </p:spPr>
        <p:txBody>
          <a:bodyPr lIns="0" tIns="0" rIns="0" bIns="0" rtlCol="0" anchor="b">
            <a:normAutofit/>
          </a:bodyPr>
          <a:lstStyle>
            <a:lvl1pPr>
              <a:defRPr sz="3600"/>
            </a:lvl1pPr>
          </a:lstStyle>
          <a:p>
            <a:pPr rtl="0"/>
            <a:r>
              <a:rPr lang="ro-RO" noProof="0" dirty="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0" y="3890303"/>
            <a:ext cx="3275463" cy="882062"/>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3598737"/>
            <a:ext cx="3352378" cy="100800"/>
            <a:chOff x="-1228304" y="3240138"/>
            <a:chExt cx="3352378" cy="100800"/>
          </a:xfrm>
        </p:grpSpPr>
        <p:cxnSp>
          <p:nvCxnSpPr>
            <p:cNvPr id="13" name="Conector drept 12">
              <a:extLst>
                <a:ext uri="{FF2B5EF4-FFF2-40B4-BE49-F238E27FC236}">
                  <a16:creationId xmlns:a16="http://schemas.microsoft.com/office/drawing/2014/main" id="{785A4134-866D-4143-AC1E-8A2FFDB49855}"/>
                </a:ext>
              </a:extLst>
            </p:cNvPr>
            <p:cNvCxnSpPr>
              <a:cxnSpLocks/>
            </p:cNvCxnSpPr>
            <p:nvPr userDrawn="1"/>
          </p:nvCxnSpPr>
          <p:spPr>
            <a:xfrm>
              <a:off x="-1228304" y="3290538"/>
              <a:ext cx="3316941"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023274"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Substituent tabel 9">
            <a:extLst>
              <a:ext uri="{FF2B5EF4-FFF2-40B4-BE49-F238E27FC236}">
                <a16:creationId xmlns:a16="http://schemas.microsoft.com/office/drawing/2014/main" id="{3F646CE6-E75B-4112-896D-5A26E1F1520E}"/>
              </a:ext>
            </a:extLst>
          </p:cNvPr>
          <p:cNvSpPr>
            <a:spLocks noGrp="1"/>
          </p:cNvSpPr>
          <p:nvPr>
            <p:ph type="tbl" sz="quarter" idx="14"/>
          </p:nvPr>
        </p:nvSpPr>
        <p:spPr>
          <a:xfrm>
            <a:off x="5518150" y="860425"/>
            <a:ext cx="5870575" cy="4867275"/>
          </a:xfrm>
        </p:spPr>
        <p:txBody>
          <a:bodyPr rtlCol="0" anchor="ctr" anchorCtr="0">
            <a:normAutofit/>
          </a:bodyPr>
          <a:lstStyle>
            <a:lvl1pPr marL="0" indent="0" algn="ctr">
              <a:buNone/>
              <a:defRPr sz="2000"/>
            </a:lvl1pPr>
          </a:lstStyle>
          <a:p>
            <a:pPr rtl="0"/>
            <a:r>
              <a:rPr lang="ro-RO" noProof="0"/>
              <a:t>Faceți clic pe pictogramă pentru a adăuga un tabel</a:t>
            </a:r>
            <a:endParaRPr lang="ro-RO" noProof="0" dirty="0"/>
          </a:p>
        </p:txBody>
      </p:sp>
    </p:spTree>
    <p:extLst>
      <p:ext uri="{BB962C8B-B14F-4D97-AF65-F5344CB8AC3E}">
        <p14:creationId xmlns:p14="http://schemas.microsoft.com/office/powerpoint/2010/main" val="31839232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spect conținut de echipă">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7" y="1608523"/>
            <a:ext cx="2828198" cy="1286838"/>
          </a:xfrm>
        </p:spPr>
        <p:txBody>
          <a:bodyPr lIns="0" tIns="0" rIns="0" bIns="0" rtlCol="0" anchor="b">
            <a:normAutofit/>
          </a:bodyPr>
          <a:lstStyle>
            <a:lvl1pPr>
              <a:defRPr sz="3600"/>
            </a:lvl1pPr>
          </a:lstStyle>
          <a:p>
            <a:pPr rtl="0"/>
            <a:r>
              <a:rPr lang="ro-RO" noProof="0" dirty="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1" y="3244567"/>
            <a:ext cx="2828198" cy="2098138"/>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2993948"/>
            <a:ext cx="2705796" cy="100800"/>
            <a:chOff x="0" y="3240138"/>
            <a:chExt cx="2705796" cy="100800"/>
          </a:xfrm>
        </p:grpSpPr>
        <p:cxnSp>
          <p:nvCxnSpPr>
            <p:cNvPr id="13" name="Conector drept 12">
              <a:extLst>
                <a:ext uri="{FF2B5EF4-FFF2-40B4-BE49-F238E27FC236}">
                  <a16:creationId xmlns:a16="http://schemas.microsoft.com/office/drawing/2014/main" id="{785A4134-866D-4143-AC1E-8A2FFDB49855}"/>
                </a:ext>
              </a:extLst>
            </p:cNvPr>
            <p:cNvCxnSpPr/>
            <p:nvPr userDrawn="1"/>
          </p:nvCxnSpPr>
          <p:spPr>
            <a:xfrm>
              <a:off x="0" y="3290538"/>
              <a:ext cx="2677297"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604996"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9" name="Substituent text 2">
            <a:extLst>
              <a:ext uri="{FF2B5EF4-FFF2-40B4-BE49-F238E27FC236}">
                <a16:creationId xmlns:a16="http://schemas.microsoft.com/office/drawing/2014/main" id="{1B29C9C1-9494-4E8B-A0F3-611E947A19B3}"/>
              </a:ext>
            </a:extLst>
          </p:cNvPr>
          <p:cNvSpPr>
            <a:spLocks noGrp="1"/>
          </p:cNvSpPr>
          <p:nvPr>
            <p:ph type="body" idx="27" hasCustomPrompt="1"/>
          </p:nvPr>
        </p:nvSpPr>
        <p:spPr>
          <a:xfrm>
            <a:off x="4128617" y="4355032"/>
            <a:ext cx="2066544" cy="1280958"/>
          </a:xfrm>
        </p:spPr>
        <p:txBody>
          <a:bodyPr lIns="0" tIns="0" rIns="0" bIns="0" rtlCol="0">
            <a:normAutofit/>
          </a:bodyPr>
          <a:lstStyle>
            <a:lvl1pPr marL="0" indent="0" algn="ctr">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0" name="Substituent text 2">
            <a:extLst>
              <a:ext uri="{FF2B5EF4-FFF2-40B4-BE49-F238E27FC236}">
                <a16:creationId xmlns:a16="http://schemas.microsoft.com/office/drawing/2014/main" id="{ABB09D16-148A-45C2-B0B8-1495E8DC7D64}"/>
              </a:ext>
            </a:extLst>
          </p:cNvPr>
          <p:cNvSpPr>
            <a:spLocks noGrp="1"/>
          </p:cNvSpPr>
          <p:nvPr>
            <p:ph type="body" idx="29" hasCustomPrompt="1"/>
          </p:nvPr>
        </p:nvSpPr>
        <p:spPr>
          <a:xfrm>
            <a:off x="4128616" y="4042831"/>
            <a:ext cx="2066544" cy="282991"/>
          </a:xfrm>
        </p:spPr>
        <p:txBody>
          <a:bodyPr lIns="0" tIns="0" rIns="0" bIns="0" rtlCol="0" anchor="b" anchorCtr="0">
            <a:normAutofit/>
          </a:bodyPr>
          <a:lstStyle>
            <a:lvl1pPr marL="0" indent="0" algn="ctr">
              <a:spcBef>
                <a:spcPts val="600"/>
              </a:spcBef>
              <a:buClr>
                <a:schemeClr val="tx1"/>
              </a:buClr>
              <a:buFont typeface="Courier New" panose="02070309020205020404" pitchFamily="49" charset="0"/>
              <a:buNone/>
              <a:defRPr sz="1600" b="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1" name="Substituent text 2">
            <a:extLst>
              <a:ext uri="{FF2B5EF4-FFF2-40B4-BE49-F238E27FC236}">
                <a16:creationId xmlns:a16="http://schemas.microsoft.com/office/drawing/2014/main" id="{67814C7C-3597-4B16-A4AC-D81985C587BD}"/>
              </a:ext>
            </a:extLst>
          </p:cNvPr>
          <p:cNvSpPr>
            <a:spLocks noGrp="1"/>
          </p:cNvSpPr>
          <p:nvPr>
            <p:ph type="body" idx="32" hasCustomPrompt="1"/>
          </p:nvPr>
        </p:nvSpPr>
        <p:spPr>
          <a:xfrm>
            <a:off x="4128616" y="3428999"/>
            <a:ext cx="2066544" cy="615618"/>
          </a:xfrm>
        </p:spPr>
        <p:txBody>
          <a:bodyPr lIns="0" tIns="0" rIns="0" bIns="0" rtlCol="0" anchor="b" anchorCtr="0">
            <a:normAutofit/>
          </a:bodyPr>
          <a:lstStyle>
            <a:lvl1pPr marL="0" indent="0" algn="ct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textul coordonator</a:t>
            </a:r>
          </a:p>
        </p:txBody>
      </p:sp>
      <p:sp>
        <p:nvSpPr>
          <p:cNvPr id="9" name="Substituent imagine 8">
            <a:extLst>
              <a:ext uri="{FF2B5EF4-FFF2-40B4-BE49-F238E27FC236}">
                <a16:creationId xmlns:a16="http://schemas.microsoft.com/office/drawing/2014/main" id="{B284A57B-147A-4287-AA6B-E508A9222F7F}"/>
              </a:ext>
            </a:extLst>
          </p:cNvPr>
          <p:cNvSpPr>
            <a:spLocks noGrp="1"/>
          </p:cNvSpPr>
          <p:nvPr>
            <p:ph type="pic" sz="quarter" idx="33"/>
          </p:nvPr>
        </p:nvSpPr>
        <p:spPr>
          <a:xfrm>
            <a:off x="4130072" y="1179843"/>
            <a:ext cx="2066544" cy="2066544"/>
          </a:xfrm>
          <a:prstGeom prst="ellipse">
            <a:avLst/>
          </a:prstGeom>
          <a:ln w="12700">
            <a:solidFill>
              <a:schemeClr val="tx2"/>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sp>
        <p:nvSpPr>
          <p:cNvPr id="35" name="Substituent imagine 8">
            <a:extLst>
              <a:ext uri="{FF2B5EF4-FFF2-40B4-BE49-F238E27FC236}">
                <a16:creationId xmlns:a16="http://schemas.microsoft.com/office/drawing/2014/main" id="{9DBE0996-CEA3-41C3-A75A-84DC3C2B5194}"/>
              </a:ext>
            </a:extLst>
          </p:cNvPr>
          <p:cNvSpPr>
            <a:spLocks noGrp="1"/>
          </p:cNvSpPr>
          <p:nvPr>
            <p:ph type="pic" sz="quarter" idx="34"/>
          </p:nvPr>
        </p:nvSpPr>
        <p:spPr>
          <a:xfrm>
            <a:off x="9128072" y="1179843"/>
            <a:ext cx="2066544" cy="2066544"/>
          </a:xfrm>
          <a:prstGeom prst="ellipse">
            <a:avLst/>
          </a:prstGeom>
          <a:ln w="12700">
            <a:solidFill>
              <a:schemeClr val="tx2"/>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sp>
        <p:nvSpPr>
          <p:cNvPr id="36" name="Substituent imagine 8">
            <a:extLst>
              <a:ext uri="{FF2B5EF4-FFF2-40B4-BE49-F238E27FC236}">
                <a16:creationId xmlns:a16="http://schemas.microsoft.com/office/drawing/2014/main" id="{F7B28261-CB14-4E4E-AA66-A0239B3DD28E}"/>
              </a:ext>
            </a:extLst>
          </p:cNvPr>
          <p:cNvSpPr>
            <a:spLocks noGrp="1"/>
          </p:cNvSpPr>
          <p:nvPr>
            <p:ph type="pic" sz="quarter" idx="35"/>
          </p:nvPr>
        </p:nvSpPr>
        <p:spPr>
          <a:xfrm>
            <a:off x="6629072" y="1179843"/>
            <a:ext cx="2066544" cy="2066544"/>
          </a:xfrm>
          <a:prstGeom prst="ellipse">
            <a:avLst/>
          </a:prstGeom>
          <a:ln w="12700">
            <a:solidFill>
              <a:schemeClr val="tx2"/>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sp>
        <p:nvSpPr>
          <p:cNvPr id="37" name="Substituent text 2">
            <a:extLst>
              <a:ext uri="{FF2B5EF4-FFF2-40B4-BE49-F238E27FC236}">
                <a16:creationId xmlns:a16="http://schemas.microsoft.com/office/drawing/2014/main" id="{BAA53E0C-9536-4177-A63F-0E2565EC53CD}"/>
              </a:ext>
            </a:extLst>
          </p:cNvPr>
          <p:cNvSpPr>
            <a:spLocks noGrp="1"/>
          </p:cNvSpPr>
          <p:nvPr>
            <p:ph type="body" idx="36" hasCustomPrompt="1"/>
          </p:nvPr>
        </p:nvSpPr>
        <p:spPr>
          <a:xfrm>
            <a:off x="9127048" y="4355032"/>
            <a:ext cx="2066400" cy="1280958"/>
          </a:xfrm>
        </p:spPr>
        <p:txBody>
          <a:bodyPr lIns="0" tIns="0" rIns="0" bIns="0" rtlCol="0">
            <a:normAutofit/>
          </a:bodyPr>
          <a:lstStyle>
            <a:lvl1pPr marL="0" indent="0" algn="ctr">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8" name="Substituent text 2">
            <a:extLst>
              <a:ext uri="{FF2B5EF4-FFF2-40B4-BE49-F238E27FC236}">
                <a16:creationId xmlns:a16="http://schemas.microsoft.com/office/drawing/2014/main" id="{67EF8E36-183B-420B-AF25-17CFA963987A}"/>
              </a:ext>
            </a:extLst>
          </p:cNvPr>
          <p:cNvSpPr>
            <a:spLocks noGrp="1"/>
          </p:cNvSpPr>
          <p:nvPr>
            <p:ph type="body" idx="37" hasCustomPrompt="1"/>
          </p:nvPr>
        </p:nvSpPr>
        <p:spPr>
          <a:xfrm>
            <a:off x="9127047" y="4042831"/>
            <a:ext cx="2066400" cy="282991"/>
          </a:xfrm>
        </p:spPr>
        <p:txBody>
          <a:bodyPr lIns="0" tIns="0" rIns="0" bIns="0" rtlCol="0" anchor="b" anchorCtr="0">
            <a:normAutofit/>
          </a:bodyPr>
          <a:lstStyle>
            <a:lvl1pPr marL="0" indent="0" algn="ctr">
              <a:spcBef>
                <a:spcPts val="600"/>
              </a:spcBef>
              <a:buClr>
                <a:schemeClr val="tx1"/>
              </a:buClr>
              <a:buFont typeface="Courier New" panose="02070309020205020404" pitchFamily="49" charset="0"/>
              <a:buNone/>
              <a:defRPr sz="1600" b="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9" name="Substituent text 2">
            <a:extLst>
              <a:ext uri="{FF2B5EF4-FFF2-40B4-BE49-F238E27FC236}">
                <a16:creationId xmlns:a16="http://schemas.microsoft.com/office/drawing/2014/main" id="{58DA6E86-8039-4690-AFE1-7CCF07B7CBAF}"/>
              </a:ext>
            </a:extLst>
          </p:cNvPr>
          <p:cNvSpPr>
            <a:spLocks noGrp="1"/>
          </p:cNvSpPr>
          <p:nvPr>
            <p:ph type="body" idx="38" hasCustomPrompt="1"/>
          </p:nvPr>
        </p:nvSpPr>
        <p:spPr>
          <a:xfrm>
            <a:off x="9127047" y="3428999"/>
            <a:ext cx="2066400" cy="615618"/>
          </a:xfrm>
        </p:spPr>
        <p:txBody>
          <a:bodyPr lIns="0" tIns="0" rIns="0" bIns="0" rtlCol="0" anchor="b" anchorCtr="0">
            <a:normAutofit/>
          </a:bodyPr>
          <a:lstStyle>
            <a:lvl1pPr marL="0" indent="0" algn="ct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textul coordonator</a:t>
            </a:r>
          </a:p>
        </p:txBody>
      </p:sp>
      <p:sp>
        <p:nvSpPr>
          <p:cNvPr id="41" name="Substituent text 2">
            <a:extLst>
              <a:ext uri="{FF2B5EF4-FFF2-40B4-BE49-F238E27FC236}">
                <a16:creationId xmlns:a16="http://schemas.microsoft.com/office/drawing/2014/main" id="{933214B9-0452-4C8B-AB10-922F3C3BCF01}"/>
              </a:ext>
            </a:extLst>
          </p:cNvPr>
          <p:cNvSpPr>
            <a:spLocks noGrp="1"/>
          </p:cNvSpPr>
          <p:nvPr>
            <p:ph type="body" idx="39" hasCustomPrompt="1"/>
          </p:nvPr>
        </p:nvSpPr>
        <p:spPr>
          <a:xfrm>
            <a:off x="6629217" y="4355032"/>
            <a:ext cx="2066400" cy="1280958"/>
          </a:xfrm>
        </p:spPr>
        <p:txBody>
          <a:bodyPr lIns="0" tIns="0" rIns="0" bIns="0" rtlCol="0">
            <a:normAutofit/>
          </a:bodyPr>
          <a:lstStyle>
            <a:lvl1pPr marL="0" indent="0" algn="ctr">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2" name="Substituent text 2">
            <a:extLst>
              <a:ext uri="{FF2B5EF4-FFF2-40B4-BE49-F238E27FC236}">
                <a16:creationId xmlns:a16="http://schemas.microsoft.com/office/drawing/2014/main" id="{A5C23113-D98B-48C7-A675-4FD5F50333F3}"/>
              </a:ext>
            </a:extLst>
          </p:cNvPr>
          <p:cNvSpPr>
            <a:spLocks noGrp="1"/>
          </p:cNvSpPr>
          <p:nvPr>
            <p:ph type="body" idx="40" hasCustomPrompt="1"/>
          </p:nvPr>
        </p:nvSpPr>
        <p:spPr>
          <a:xfrm>
            <a:off x="6629216" y="4042831"/>
            <a:ext cx="2066400" cy="282991"/>
          </a:xfrm>
        </p:spPr>
        <p:txBody>
          <a:bodyPr lIns="0" tIns="0" rIns="0" bIns="0" rtlCol="0" anchor="b" anchorCtr="0">
            <a:normAutofit/>
          </a:bodyPr>
          <a:lstStyle>
            <a:lvl1pPr marL="0" indent="0" algn="ctr">
              <a:spcBef>
                <a:spcPts val="600"/>
              </a:spcBef>
              <a:buClr>
                <a:schemeClr val="tx1"/>
              </a:buClr>
              <a:buFont typeface="Courier New" panose="02070309020205020404" pitchFamily="49" charset="0"/>
              <a:buNone/>
              <a:defRPr sz="1600" b="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9" name="Substituent text 2">
            <a:extLst>
              <a:ext uri="{FF2B5EF4-FFF2-40B4-BE49-F238E27FC236}">
                <a16:creationId xmlns:a16="http://schemas.microsoft.com/office/drawing/2014/main" id="{09781257-B563-41E0-B9E6-9C7330084BCC}"/>
              </a:ext>
            </a:extLst>
          </p:cNvPr>
          <p:cNvSpPr>
            <a:spLocks noGrp="1"/>
          </p:cNvSpPr>
          <p:nvPr>
            <p:ph type="body" idx="41" hasCustomPrompt="1"/>
          </p:nvPr>
        </p:nvSpPr>
        <p:spPr>
          <a:xfrm>
            <a:off x="6627903" y="3428999"/>
            <a:ext cx="2066400" cy="615618"/>
          </a:xfrm>
        </p:spPr>
        <p:txBody>
          <a:bodyPr lIns="0" tIns="0" rIns="0" bIns="0" rtlCol="0" anchor="b" anchorCtr="0">
            <a:normAutofit/>
          </a:bodyPr>
          <a:lstStyle>
            <a:lvl1pPr marL="0" indent="0" algn="ctr">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textul coordonator</a:t>
            </a:r>
          </a:p>
        </p:txBody>
      </p:sp>
      <p:cxnSp>
        <p:nvCxnSpPr>
          <p:cNvPr id="32" name="Conector drept 31">
            <a:extLst>
              <a:ext uri="{FF2B5EF4-FFF2-40B4-BE49-F238E27FC236}">
                <a16:creationId xmlns:a16="http://schemas.microsoft.com/office/drawing/2014/main" id="{9A32EC27-ACD8-47C0-A3ED-E4ED58D88358}"/>
              </a:ext>
            </a:extLst>
          </p:cNvPr>
          <p:cNvCxnSpPr/>
          <p:nvPr userDrawn="1"/>
        </p:nvCxnSpPr>
        <p:spPr>
          <a:xfrm>
            <a:off x="6195160" y="2217849"/>
            <a:ext cx="43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Conector drept 32">
            <a:extLst>
              <a:ext uri="{FF2B5EF4-FFF2-40B4-BE49-F238E27FC236}">
                <a16:creationId xmlns:a16="http://schemas.microsoft.com/office/drawing/2014/main" id="{99E8819A-135C-4A5C-9F6A-A3BE05AA294F}"/>
              </a:ext>
            </a:extLst>
          </p:cNvPr>
          <p:cNvCxnSpPr/>
          <p:nvPr userDrawn="1"/>
        </p:nvCxnSpPr>
        <p:spPr>
          <a:xfrm>
            <a:off x="8703909" y="2216687"/>
            <a:ext cx="43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83294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pozitiv aspect conținut de echipă">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Titlu 1">
            <a:extLst>
              <a:ext uri="{FF2B5EF4-FFF2-40B4-BE49-F238E27FC236}">
                <a16:creationId xmlns:a16="http://schemas.microsoft.com/office/drawing/2014/main" id="{ABF87C9E-53A2-4DE1-89DC-3907BE2E3D3C}"/>
              </a:ext>
            </a:extLst>
          </p:cNvPr>
          <p:cNvSpPr>
            <a:spLocks noGrp="1"/>
          </p:cNvSpPr>
          <p:nvPr>
            <p:ph type="title"/>
          </p:nvPr>
        </p:nvSpPr>
        <p:spPr>
          <a:xfrm>
            <a:off x="5104263" y="707529"/>
            <a:ext cx="6310887" cy="569086"/>
          </a:xfrm>
        </p:spPr>
        <p:txBody>
          <a:bodyPr lIns="0" tIns="0" rIns="0" bIns="0" rtlCol="0" anchor="b">
            <a:normAutofit/>
          </a:bodyPr>
          <a:lstStyle>
            <a:lvl1pPr algn="r">
              <a:defRPr sz="3600"/>
            </a:lvl1pPr>
          </a:lstStyle>
          <a:p>
            <a:pPr rtl="0"/>
            <a:r>
              <a:rPr lang="ro-RO" noProof="0"/>
              <a:t>Faceți clic pentru a edita stilul de titlu coordonator</a:t>
            </a:r>
            <a:endParaRPr lang="ro-RO" noProof="0" dirty="0"/>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5104263" y="1625821"/>
            <a:ext cx="6289862" cy="569085"/>
          </a:xfrm>
        </p:spPr>
        <p:txBody>
          <a:bodyPr lIns="0" tIns="0" rIns="0" bIns="0" rtlCol="0">
            <a:normAutofit/>
          </a:bodyPr>
          <a:lstStyle>
            <a:lvl1pPr marL="0" indent="0" algn="r">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7950838" y="1375202"/>
            <a:ext cx="4241162" cy="100800"/>
            <a:chOff x="439494" y="3240138"/>
            <a:chExt cx="2648035"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439494" y="3290538"/>
              <a:ext cx="2615905"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021805"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4" name="Substituent text 2">
            <a:extLst>
              <a:ext uri="{FF2B5EF4-FFF2-40B4-BE49-F238E27FC236}">
                <a16:creationId xmlns:a16="http://schemas.microsoft.com/office/drawing/2014/main" id="{BE12A846-0DFC-435B-BAE9-D90C353E0344}"/>
              </a:ext>
            </a:extLst>
          </p:cNvPr>
          <p:cNvSpPr>
            <a:spLocks noGrp="1"/>
          </p:cNvSpPr>
          <p:nvPr>
            <p:ph type="body" idx="14" hasCustomPrompt="1"/>
          </p:nvPr>
        </p:nvSpPr>
        <p:spPr>
          <a:xfrm>
            <a:off x="1958968" y="3372939"/>
            <a:ext cx="2297722"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2" name="Substituent text 2">
            <a:extLst>
              <a:ext uri="{FF2B5EF4-FFF2-40B4-BE49-F238E27FC236}">
                <a16:creationId xmlns:a16="http://schemas.microsoft.com/office/drawing/2014/main" id="{F2ACDD32-C1AB-4359-B055-2F910492987E}"/>
              </a:ext>
            </a:extLst>
          </p:cNvPr>
          <p:cNvSpPr>
            <a:spLocks noGrp="1"/>
          </p:cNvSpPr>
          <p:nvPr>
            <p:ph type="body" idx="16" hasCustomPrompt="1"/>
          </p:nvPr>
        </p:nvSpPr>
        <p:spPr>
          <a:xfrm>
            <a:off x="1958968" y="2960253"/>
            <a:ext cx="2297722"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textul coordonator</a:t>
            </a:r>
          </a:p>
        </p:txBody>
      </p:sp>
      <p:sp>
        <p:nvSpPr>
          <p:cNvPr id="3" name="Substituent imagine 2">
            <a:extLst>
              <a:ext uri="{FF2B5EF4-FFF2-40B4-BE49-F238E27FC236}">
                <a16:creationId xmlns:a16="http://schemas.microsoft.com/office/drawing/2014/main" id="{F6FF07C5-314A-4EA8-B78F-7A51C234D3A1}"/>
              </a:ext>
            </a:extLst>
          </p:cNvPr>
          <p:cNvSpPr>
            <a:spLocks noGrp="1"/>
          </p:cNvSpPr>
          <p:nvPr>
            <p:ph type="pic" sz="quarter" idx="33"/>
          </p:nvPr>
        </p:nvSpPr>
        <p:spPr>
          <a:xfrm>
            <a:off x="721841" y="2764036"/>
            <a:ext cx="1106424" cy="1106423"/>
          </a:xfrm>
          <a:prstGeom prst="ellipse">
            <a:avLst/>
          </a:prstGeom>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cxnSp>
        <p:nvCxnSpPr>
          <p:cNvPr id="23" name="Conector drept 22">
            <a:extLst>
              <a:ext uri="{FF2B5EF4-FFF2-40B4-BE49-F238E27FC236}">
                <a16:creationId xmlns:a16="http://schemas.microsoft.com/office/drawing/2014/main" id="{B691060D-E361-43B0-BFD7-43D7CC4E5CCD}"/>
              </a:ext>
            </a:extLst>
          </p:cNvPr>
          <p:cNvCxnSpPr>
            <a:cxnSpLocks/>
          </p:cNvCxnSpPr>
          <p:nvPr userDrawn="1"/>
        </p:nvCxnSpPr>
        <p:spPr>
          <a:xfrm>
            <a:off x="0" y="3288596"/>
            <a:ext cx="720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0" name="Substituent text 2">
            <a:extLst>
              <a:ext uri="{FF2B5EF4-FFF2-40B4-BE49-F238E27FC236}">
                <a16:creationId xmlns:a16="http://schemas.microsoft.com/office/drawing/2014/main" id="{4A98AB01-9578-4430-96AD-F434AF0CDA20}"/>
              </a:ext>
            </a:extLst>
          </p:cNvPr>
          <p:cNvSpPr>
            <a:spLocks noGrp="1"/>
          </p:cNvSpPr>
          <p:nvPr>
            <p:ph type="body" idx="34" hasCustomPrompt="1"/>
          </p:nvPr>
        </p:nvSpPr>
        <p:spPr>
          <a:xfrm>
            <a:off x="1957127" y="4800796"/>
            <a:ext cx="2297722"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1" name="Substituent text 2">
            <a:extLst>
              <a:ext uri="{FF2B5EF4-FFF2-40B4-BE49-F238E27FC236}">
                <a16:creationId xmlns:a16="http://schemas.microsoft.com/office/drawing/2014/main" id="{EF9D60F2-A1FB-4A95-997B-A4F1723AC1EC}"/>
              </a:ext>
            </a:extLst>
          </p:cNvPr>
          <p:cNvSpPr>
            <a:spLocks noGrp="1"/>
          </p:cNvSpPr>
          <p:nvPr>
            <p:ph type="body" idx="35" hasCustomPrompt="1"/>
          </p:nvPr>
        </p:nvSpPr>
        <p:spPr>
          <a:xfrm>
            <a:off x="1957127" y="4388110"/>
            <a:ext cx="2297722"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textul coordonator</a:t>
            </a:r>
          </a:p>
        </p:txBody>
      </p:sp>
      <p:sp>
        <p:nvSpPr>
          <p:cNvPr id="42" name="Substituent imagine 2">
            <a:extLst>
              <a:ext uri="{FF2B5EF4-FFF2-40B4-BE49-F238E27FC236}">
                <a16:creationId xmlns:a16="http://schemas.microsoft.com/office/drawing/2014/main" id="{76A56D2A-42F0-40C5-96D7-B1AC33152A85}"/>
              </a:ext>
            </a:extLst>
          </p:cNvPr>
          <p:cNvSpPr>
            <a:spLocks noGrp="1"/>
          </p:cNvSpPr>
          <p:nvPr>
            <p:ph type="pic" sz="quarter" idx="36"/>
          </p:nvPr>
        </p:nvSpPr>
        <p:spPr>
          <a:xfrm>
            <a:off x="720000" y="4191893"/>
            <a:ext cx="1106424" cy="1106423"/>
          </a:xfrm>
          <a:prstGeom prst="ellipse">
            <a:avLst/>
          </a:prstGeom>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cxnSp>
        <p:nvCxnSpPr>
          <p:cNvPr id="43" name="Conector drept 42">
            <a:extLst>
              <a:ext uri="{FF2B5EF4-FFF2-40B4-BE49-F238E27FC236}">
                <a16:creationId xmlns:a16="http://schemas.microsoft.com/office/drawing/2014/main" id="{CF6D1C91-9136-4678-A712-92BE9B3902C4}"/>
              </a:ext>
            </a:extLst>
          </p:cNvPr>
          <p:cNvCxnSpPr>
            <a:cxnSpLocks/>
          </p:cNvCxnSpPr>
          <p:nvPr userDrawn="1"/>
        </p:nvCxnSpPr>
        <p:spPr>
          <a:xfrm rot="16200000">
            <a:off x="1111670" y="4028309"/>
            <a:ext cx="324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4" name="Substituent text 2">
            <a:extLst>
              <a:ext uri="{FF2B5EF4-FFF2-40B4-BE49-F238E27FC236}">
                <a16:creationId xmlns:a16="http://schemas.microsoft.com/office/drawing/2014/main" id="{BACF15AB-FF8A-422B-840D-88503024E5D3}"/>
              </a:ext>
            </a:extLst>
          </p:cNvPr>
          <p:cNvSpPr>
            <a:spLocks noGrp="1"/>
          </p:cNvSpPr>
          <p:nvPr>
            <p:ph type="body" idx="37" hasCustomPrompt="1"/>
          </p:nvPr>
        </p:nvSpPr>
        <p:spPr>
          <a:xfrm>
            <a:off x="5708709" y="3372939"/>
            <a:ext cx="2297722"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5" name="Substituent text 2">
            <a:extLst>
              <a:ext uri="{FF2B5EF4-FFF2-40B4-BE49-F238E27FC236}">
                <a16:creationId xmlns:a16="http://schemas.microsoft.com/office/drawing/2014/main" id="{EFC2028F-7DFE-412D-97DF-707D128D95E0}"/>
              </a:ext>
            </a:extLst>
          </p:cNvPr>
          <p:cNvSpPr>
            <a:spLocks noGrp="1"/>
          </p:cNvSpPr>
          <p:nvPr>
            <p:ph type="body" idx="38" hasCustomPrompt="1"/>
          </p:nvPr>
        </p:nvSpPr>
        <p:spPr>
          <a:xfrm>
            <a:off x="5708709" y="2960253"/>
            <a:ext cx="2297722"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textul coordonator</a:t>
            </a:r>
          </a:p>
        </p:txBody>
      </p:sp>
      <p:sp>
        <p:nvSpPr>
          <p:cNvPr id="47" name="Substituent text 2">
            <a:extLst>
              <a:ext uri="{FF2B5EF4-FFF2-40B4-BE49-F238E27FC236}">
                <a16:creationId xmlns:a16="http://schemas.microsoft.com/office/drawing/2014/main" id="{4349A4F0-1181-4A58-BFD4-4783CD130356}"/>
              </a:ext>
            </a:extLst>
          </p:cNvPr>
          <p:cNvSpPr>
            <a:spLocks noGrp="1"/>
          </p:cNvSpPr>
          <p:nvPr>
            <p:ph type="body" idx="40" hasCustomPrompt="1"/>
          </p:nvPr>
        </p:nvSpPr>
        <p:spPr>
          <a:xfrm>
            <a:off x="5704578" y="4800796"/>
            <a:ext cx="2297722"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8" name="Substituent text 2">
            <a:extLst>
              <a:ext uri="{FF2B5EF4-FFF2-40B4-BE49-F238E27FC236}">
                <a16:creationId xmlns:a16="http://schemas.microsoft.com/office/drawing/2014/main" id="{DC1D5D83-8D32-491F-87EB-9DA9360D4F2B}"/>
              </a:ext>
            </a:extLst>
          </p:cNvPr>
          <p:cNvSpPr>
            <a:spLocks noGrp="1"/>
          </p:cNvSpPr>
          <p:nvPr>
            <p:ph type="body" idx="41" hasCustomPrompt="1"/>
          </p:nvPr>
        </p:nvSpPr>
        <p:spPr>
          <a:xfrm>
            <a:off x="5704578" y="4388110"/>
            <a:ext cx="2297722"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textul coordonator</a:t>
            </a:r>
          </a:p>
        </p:txBody>
      </p:sp>
      <p:sp>
        <p:nvSpPr>
          <p:cNvPr id="50" name="Substituent text 2">
            <a:extLst>
              <a:ext uri="{FF2B5EF4-FFF2-40B4-BE49-F238E27FC236}">
                <a16:creationId xmlns:a16="http://schemas.microsoft.com/office/drawing/2014/main" id="{8120723F-A42C-4B81-97FD-6F575E5C2584}"/>
              </a:ext>
            </a:extLst>
          </p:cNvPr>
          <p:cNvSpPr>
            <a:spLocks noGrp="1"/>
          </p:cNvSpPr>
          <p:nvPr>
            <p:ph type="body" idx="43" hasCustomPrompt="1"/>
          </p:nvPr>
        </p:nvSpPr>
        <p:spPr>
          <a:xfrm>
            <a:off x="9453870" y="3372939"/>
            <a:ext cx="2297722"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51" name="Substituent text 2">
            <a:extLst>
              <a:ext uri="{FF2B5EF4-FFF2-40B4-BE49-F238E27FC236}">
                <a16:creationId xmlns:a16="http://schemas.microsoft.com/office/drawing/2014/main" id="{27D068F1-398F-4D11-977C-080C8151C786}"/>
              </a:ext>
            </a:extLst>
          </p:cNvPr>
          <p:cNvSpPr>
            <a:spLocks noGrp="1"/>
          </p:cNvSpPr>
          <p:nvPr>
            <p:ph type="body" idx="44" hasCustomPrompt="1"/>
          </p:nvPr>
        </p:nvSpPr>
        <p:spPr>
          <a:xfrm>
            <a:off x="9453870" y="2960253"/>
            <a:ext cx="2297722"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textul coordonator</a:t>
            </a:r>
          </a:p>
        </p:txBody>
      </p:sp>
      <p:sp>
        <p:nvSpPr>
          <p:cNvPr id="53" name="Substituent text 2">
            <a:extLst>
              <a:ext uri="{FF2B5EF4-FFF2-40B4-BE49-F238E27FC236}">
                <a16:creationId xmlns:a16="http://schemas.microsoft.com/office/drawing/2014/main" id="{B795705E-C5CB-46CC-9E41-D2269E07BC15}"/>
              </a:ext>
            </a:extLst>
          </p:cNvPr>
          <p:cNvSpPr>
            <a:spLocks noGrp="1"/>
          </p:cNvSpPr>
          <p:nvPr>
            <p:ph type="body" idx="46" hasCustomPrompt="1"/>
          </p:nvPr>
        </p:nvSpPr>
        <p:spPr>
          <a:xfrm>
            <a:off x="9452029" y="4800796"/>
            <a:ext cx="2297722"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54" name="Substituent text 2">
            <a:extLst>
              <a:ext uri="{FF2B5EF4-FFF2-40B4-BE49-F238E27FC236}">
                <a16:creationId xmlns:a16="http://schemas.microsoft.com/office/drawing/2014/main" id="{80211A2B-0F3C-4DBE-AE01-069AE7FC3468}"/>
              </a:ext>
            </a:extLst>
          </p:cNvPr>
          <p:cNvSpPr>
            <a:spLocks noGrp="1"/>
          </p:cNvSpPr>
          <p:nvPr>
            <p:ph type="body" idx="47" hasCustomPrompt="1"/>
          </p:nvPr>
        </p:nvSpPr>
        <p:spPr>
          <a:xfrm>
            <a:off x="9452029" y="4388110"/>
            <a:ext cx="2297722" cy="328343"/>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textul coordonator</a:t>
            </a:r>
          </a:p>
        </p:txBody>
      </p:sp>
      <p:cxnSp>
        <p:nvCxnSpPr>
          <p:cNvPr id="56" name="Conector drept 55">
            <a:extLst>
              <a:ext uri="{FF2B5EF4-FFF2-40B4-BE49-F238E27FC236}">
                <a16:creationId xmlns:a16="http://schemas.microsoft.com/office/drawing/2014/main" id="{2E5E9742-C670-47AB-AA69-AE65D7915B06}"/>
              </a:ext>
            </a:extLst>
          </p:cNvPr>
          <p:cNvCxnSpPr>
            <a:cxnSpLocks/>
          </p:cNvCxnSpPr>
          <p:nvPr userDrawn="1"/>
        </p:nvCxnSpPr>
        <p:spPr>
          <a:xfrm rot="16200000">
            <a:off x="3531847" y="5364000"/>
            <a:ext cx="2988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7" name="Conector drept 56">
            <a:extLst>
              <a:ext uri="{FF2B5EF4-FFF2-40B4-BE49-F238E27FC236}">
                <a16:creationId xmlns:a16="http://schemas.microsoft.com/office/drawing/2014/main" id="{158712DB-5183-45D8-9ABB-6E0795658012}"/>
              </a:ext>
            </a:extLst>
          </p:cNvPr>
          <p:cNvCxnSpPr>
            <a:cxnSpLocks/>
          </p:cNvCxnSpPr>
          <p:nvPr userDrawn="1"/>
        </p:nvCxnSpPr>
        <p:spPr>
          <a:xfrm rot="16200000">
            <a:off x="7274194" y="5363999"/>
            <a:ext cx="2988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Substituent imagine 2">
            <a:extLst>
              <a:ext uri="{FF2B5EF4-FFF2-40B4-BE49-F238E27FC236}">
                <a16:creationId xmlns:a16="http://schemas.microsoft.com/office/drawing/2014/main" id="{417A32F4-3459-4A31-A90E-AA771FD4D491}"/>
              </a:ext>
            </a:extLst>
          </p:cNvPr>
          <p:cNvSpPr>
            <a:spLocks noGrp="1"/>
          </p:cNvSpPr>
          <p:nvPr>
            <p:ph type="pic" sz="quarter" idx="42"/>
          </p:nvPr>
        </p:nvSpPr>
        <p:spPr>
          <a:xfrm>
            <a:off x="4467451" y="4191893"/>
            <a:ext cx="1106424" cy="1106423"/>
          </a:xfrm>
          <a:prstGeom prst="ellipse">
            <a:avLst/>
          </a:prstGeom>
          <a:solidFill>
            <a:srgbClr val="0F1722"/>
          </a:solidFill>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sp>
        <p:nvSpPr>
          <p:cNvPr id="55" name="Substituent imagine 2">
            <a:extLst>
              <a:ext uri="{FF2B5EF4-FFF2-40B4-BE49-F238E27FC236}">
                <a16:creationId xmlns:a16="http://schemas.microsoft.com/office/drawing/2014/main" id="{63549FA7-92E5-4DB1-92FA-15902DFD3753}"/>
              </a:ext>
            </a:extLst>
          </p:cNvPr>
          <p:cNvSpPr>
            <a:spLocks noGrp="1"/>
          </p:cNvSpPr>
          <p:nvPr>
            <p:ph type="pic" sz="quarter" idx="48"/>
          </p:nvPr>
        </p:nvSpPr>
        <p:spPr>
          <a:xfrm>
            <a:off x="8214902" y="4191893"/>
            <a:ext cx="1106424" cy="1106423"/>
          </a:xfrm>
          <a:prstGeom prst="ellipse">
            <a:avLst/>
          </a:prstGeom>
          <a:solidFill>
            <a:srgbClr val="0F1722"/>
          </a:solidFill>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sp>
        <p:nvSpPr>
          <p:cNvPr id="46" name="Substituent imagine 2">
            <a:extLst>
              <a:ext uri="{FF2B5EF4-FFF2-40B4-BE49-F238E27FC236}">
                <a16:creationId xmlns:a16="http://schemas.microsoft.com/office/drawing/2014/main" id="{0F62D330-6A30-4A65-89DA-EDFE4AAD343E}"/>
              </a:ext>
            </a:extLst>
          </p:cNvPr>
          <p:cNvSpPr>
            <a:spLocks noGrp="1"/>
          </p:cNvSpPr>
          <p:nvPr>
            <p:ph type="pic" sz="quarter" idx="39"/>
          </p:nvPr>
        </p:nvSpPr>
        <p:spPr>
          <a:xfrm>
            <a:off x="4469292" y="2764036"/>
            <a:ext cx="1106424" cy="1106423"/>
          </a:xfrm>
          <a:prstGeom prst="ellipse">
            <a:avLst/>
          </a:prstGeom>
          <a:solidFill>
            <a:srgbClr val="0F1722"/>
          </a:solidFill>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sp>
        <p:nvSpPr>
          <p:cNvPr id="52" name="Substituent imagine 2">
            <a:extLst>
              <a:ext uri="{FF2B5EF4-FFF2-40B4-BE49-F238E27FC236}">
                <a16:creationId xmlns:a16="http://schemas.microsoft.com/office/drawing/2014/main" id="{A3FC286B-05E7-4E48-A7FD-197800349118}"/>
              </a:ext>
            </a:extLst>
          </p:cNvPr>
          <p:cNvSpPr>
            <a:spLocks noGrp="1"/>
          </p:cNvSpPr>
          <p:nvPr>
            <p:ph type="pic" sz="quarter" idx="45"/>
          </p:nvPr>
        </p:nvSpPr>
        <p:spPr>
          <a:xfrm>
            <a:off x="8216743" y="2764036"/>
            <a:ext cx="1106424" cy="1106423"/>
          </a:xfrm>
          <a:prstGeom prst="ellipse">
            <a:avLst/>
          </a:prstGeom>
          <a:solidFill>
            <a:srgbClr val="0F1722"/>
          </a:solidFill>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spTree>
    <p:extLst>
      <p:ext uri="{BB962C8B-B14F-4D97-AF65-F5344CB8AC3E}">
        <p14:creationId xmlns:p14="http://schemas.microsoft.com/office/powerpoint/2010/main" val="1744313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spect diagramă cu structură radială">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1461974"/>
            <a:ext cx="4464049" cy="1177174"/>
          </a:xfrm>
        </p:spPr>
        <p:txBody>
          <a:bodyPr lIns="0" tIns="0" rIns="0" bIns="0" rtlCol="0" anchor="b">
            <a:normAutofit/>
          </a:bodyPr>
          <a:lstStyle>
            <a:lvl1pPr>
              <a:defRPr sz="3600"/>
            </a:lvl1pPr>
          </a:lstStyle>
          <a:p>
            <a:pPr rtl="0"/>
            <a:r>
              <a:rPr lang="ro-RO" noProof="0" dirty="0"/>
              <a:t>FACEȚI CLIC PENTRU A EDITA</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0" y="3092276"/>
            <a:ext cx="4443165" cy="1008841"/>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2811097"/>
            <a:ext cx="3149152" cy="100800"/>
            <a:chOff x="-1228304" y="3250524"/>
            <a:chExt cx="3149152" cy="100800"/>
          </a:xfrm>
        </p:grpSpPr>
        <p:cxnSp>
          <p:nvCxnSpPr>
            <p:cNvPr id="13" name="Conector drept 12">
              <a:extLst>
                <a:ext uri="{FF2B5EF4-FFF2-40B4-BE49-F238E27FC236}">
                  <a16:creationId xmlns:a16="http://schemas.microsoft.com/office/drawing/2014/main" id="{785A4134-866D-4143-AC1E-8A2FFDB49855}"/>
                </a:ext>
              </a:extLst>
            </p:cNvPr>
            <p:cNvCxnSpPr>
              <a:cxnSpLocks/>
            </p:cNvCxnSpPr>
            <p:nvPr userDrawn="1"/>
          </p:nvCxnSpPr>
          <p:spPr>
            <a:xfrm>
              <a:off x="-1228304" y="3290538"/>
              <a:ext cx="3096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1820048" y="3250524"/>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6" name="Substituent text 2">
            <a:extLst>
              <a:ext uri="{FF2B5EF4-FFF2-40B4-BE49-F238E27FC236}">
                <a16:creationId xmlns:a16="http://schemas.microsoft.com/office/drawing/2014/main" id="{9A5180A6-7D2B-4341-A749-16387D907EEF}"/>
              </a:ext>
            </a:extLst>
          </p:cNvPr>
          <p:cNvSpPr>
            <a:spLocks noGrp="1"/>
          </p:cNvSpPr>
          <p:nvPr>
            <p:ph type="body" idx="34" hasCustomPrompt="1"/>
          </p:nvPr>
        </p:nvSpPr>
        <p:spPr>
          <a:xfrm>
            <a:off x="1262770" y="4138611"/>
            <a:ext cx="1283894" cy="349611"/>
          </a:xfrm>
        </p:spPr>
        <p:txBody>
          <a:bodyPr lIns="0" tIns="0" rIns="0" bIns="0" rtlCol="0" anchor="b">
            <a:normAutofit/>
          </a:bodyPr>
          <a:lstStyle>
            <a:lvl1pPr marL="0" indent="0" algn="l">
              <a:spcBef>
                <a:spcPts val="600"/>
              </a:spcBef>
              <a:buNone/>
              <a:defRPr sz="1800" b="1" i="0">
                <a:solidFill>
                  <a:schemeClr val="bg2"/>
                </a:solidFill>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dirty="0"/>
              <a:t>1.500.000 lei</a:t>
            </a:r>
          </a:p>
        </p:txBody>
      </p:sp>
      <p:sp>
        <p:nvSpPr>
          <p:cNvPr id="37" name="Substituent text 2">
            <a:extLst>
              <a:ext uri="{FF2B5EF4-FFF2-40B4-BE49-F238E27FC236}">
                <a16:creationId xmlns:a16="http://schemas.microsoft.com/office/drawing/2014/main" id="{79DFBEE7-50AA-4F4F-8B5D-AD23ECAD9919}"/>
              </a:ext>
            </a:extLst>
          </p:cNvPr>
          <p:cNvSpPr>
            <a:spLocks noGrp="1"/>
          </p:cNvSpPr>
          <p:nvPr>
            <p:ph type="body" idx="42" hasCustomPrompt="1"/>
          </p:nvPr>
        </p:nvSpPr>
        <p:spPr>
          <a:xfrm>
            <a:off x="1262769" y="4499972"/>
            <a:ext cx="1285861" cy="246279"/>
          </a:xfrm>
        </p:spPr>
        <p:txBody>
          <a:bodyPr lIns="0" tIns="0" rIns="0" bIns="0" rtlCol="0" anchor="t" anchorCtr="0">
            <a:normAutofit/>
          </a:bodyPr>
          <a:lstStyle>
            <a:lvl1pPr marL="0" indent="0" algn="l">
              <a:spcBef>
                <a:spcPts val="600"/>
              </a:spcBef>
              <a:buNone/>
              <a:defRPr sz="1400" b="0" i="1">
                <a:solidFill>
                  <a:schemeClr val="tx1"/>
                </a:solidFill>
                <a:latin typeface="+mn-lt"/>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dirty="0"/>
              <a:t>Titlu Categorie</a:t>
            </a:r>
          </a:p>
        </p:txBody>
      </p:sp>
      <p:sp>
        <p:nvSpPr>
          <p:cNvPr id="39" name="Substituent text 2">
            <a:extLst>
              <a:ext uri="{FF2B5EF4-FFF2-40B4-BE49-F238E27FC236}">
                <a16:creationId xmlns:a16="http://schemas.microsoft.com/office/drawing/2014/main" id="{306EAF0C-F17D-47D6-BAA1-16745F4F70D9}"/>
              </a:ext>
            </a:extLst>
          </p:cNvPr>
          <p:cNvSpPr>
            <a:spLocks noGrp="1"/>
          </p:cNvSpPr>
          <p:nvPr>
            <p:ph type="body" idx="45" hasCustomPrompt="1"/>
          </p:nvPr>
        </p:nvSpPr>
        <p:spPr>
          <a:xfrm>
            <a:off x="3193135" y="4138611"/>
            <a:ext cx="1283894" cy="349611"/>
          </a:xfrm>
        </p:spPr>
        <p:txBody>
          <a:bodyPr lIns="0" tIns="0" rIns="0" bIns="0" rtlCol="0" anchor="b">
            <a:normAutofit/>
          </a:bodyPr>
          <a:lstStyle>
            <a:lvl1pPr marL="0" indent="0" algn="l">
              <a:spcBef>
                <a:spcPts val="600"/>
              </a:spcBef>
              <a:buNone/>
              <a:defRPr sz="1800" b="1" i="0">
                <a:solidFill>
                  <a:schemeClr val="bg2"/>
                </a:solidFill>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dirty="0"/>
              <a:t>1.500.000 lei</a:t>
            </a:r>
          </a:p>
        </p:txBody>
      </p:sp>
      <p:sp>
        <p:nvSpPr>
          <p:cNvPr id="40" name="Substituent text 2">
            <a:extLst>
              <a:ext uri="{FF2B5EF4-FFF2-40B4-BE49-F238E27FC236}">
                <a16:creationId xmlns:a16="http://schemas.microsoft.com/office/drawing/2014/main" id="{D091E31C-C1DC-4D72-8C9E-3B6BD91E72AF}"/>
              </a:ext>
            </a:extLst>
          </p:cNvPr>
          <p:cNvSpPr>
            <a:spLocks noGrp="1"/>
          </p:cNvSpPr>
          <p:nvPr>
            <p:ph type="body" idx="46" hasCustomPrompt="1"/>
          </p:nvPr>
        </p:nvSpPr>
        <p:spPr>
          <a:xfrm>
            <a:off x="3193134" y="4499972"/>
            <a:ext cx="1285861" cy="246279"/>
          </a:xfrm>
        </p:spPr>
        <p:txBody>
          <a:bodyPr lIns="0" tIns="0" rIns="0" bIns="0" rtlCol="0" anchor="t" anchorCtr="0">
            <a:normAutofit/>
          </a:bodyPr>
          <a:lstStyle>
            <a:lvl1pPr marL="0" indent="0" algn="l">
              <a:spcBef>
                <a:spcPts val="600"/>
              </a:spcBef>
              <a:buNone/>
              <a:defRPr sz="1400" b="0" i="1">
                <a:solidFill>
                  <a:schemeClr val="tx1"/>
                </a:solidFill>
                <a:latin typeface="+mn-lt"/>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dirty="0"/>
              <a:t>Titlu Categorie</a:t>
            </a:r>
          </a:p>
        </p:txBody>
      </p:sp>
      <p:sp>
        <p:nvSpPr>
          <p:cNvPr id="42" name="Substituent text 2">
            <a:extLst>
              <a:ext uri="{FF2B5EF4-FFF2-40B4-BE49-F238E27FC236}">
                <a16:creationId xmlns:a16="http://schemas.microsoft.com/office/drawing/2014/main" id="{F62E753C-C8BE-457D-9B22-6A8227347A67}"/>
              </a:ext>
            </a:extLst>
          </p:cNvPr>
          <p:cNvSpPr>
            <a:spLocks noGrp="1"/>
          </p:cNvSpPr>
          <p:nvPr>
            <p:ph type="body" idx="47" hasCustomPrompt="1"/>
          </p:nvPr>
        </p:nvSpPr>
        <p:spPr>
          <a:xfrm>
            <a:off x="5123499" y="4142294"/>
            <a:ext cx="1283894" cy="349611"/>
          </a:xfrm>
        </p:spPr>
        <p:txBody>
          <a:bodyPr lIns="0" tIns="0" rIns="0" bIns="0" rtlCol="0" anchor="b">
            <a:normAutofit/>
          </a:bodyPr>
          <a:lstStyle>
            <a:lvl1pPr marL="0" indent="0" algn="l">
              <a:spcBef>
                <a:spcPts val="600"/>
              </a:spcBef>
              <a:buNone/>
              <a:defRPr sz="1800" b="1" i="0">
                <a:solidFill>
                  <a:schemeClr val="bg2"/>
                </a:solidFill>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dirty="0"/>
              <a:t>1.500.000 lei</a:t>
            </a:r>
          </a:p>
        </p:txBody>
      </p:sp>
      <p:sp>
        <p:nvSpPr>
          <p:cNvPr id="43" name="Substituent text 2">
            <a:extLst>
              <a:ext uri="{FF2B5EF4-FFF2-40B4-BE49-F238E27FC236}">
                <a16:creationId xmlns:a16="http://schemas.microsoft.com/office/drawing/2014/main" id="{BC1E8F6C-0BDD-4AFA-9E8D-5EF61AA59F50}"/>
              </a:ext>
            </a:extLst>
          </p:cNvPr>
          <p:cNvSpPr>
            <a:spLocks noGrp="1"/>
          </p:cNvSpPr>
          <p:nvPr>
            <p:ph type="body" idx="48" hasCustomPrompt="1"/>
          </p:nvPr>
        </p:nvSpPr>
        <p:spPr>
          <a:xfrm>
            <a:off x="5123498" y="4503655"/>
            <a:ext cx="1285861" cy="246279"/>
          </a:xfrm>
        </p:spPr>
        <p:txBody>
          <a:bodyPr lIns="0" tIns="0" rIns="0" bIns="0" rtlCol="0" anchor="t" anchorCtr="0">
            <a:normAutofit/>
          </a:bodyPr>
          <a:lstStyle>
            <a:lvl1pPr marL="0" indent="0" algn="l">
              <a:spcBef>
                <a:spcPts val="600"/>
              </a:spcBef>
              <a:buNone/>
              <a:defRPr sz="1400" b="0" i="1">
                <a:solidFill>
                  <a:schemeClr val="tx1"/>
                </a:solidFill>
                <a:latin typeface="+mn-lt"/>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dirty="0"/>
              <a:t>Titlu Categorie</a:t>
            </a:r>
          </a:p>
        </p:txBody>
      </p:sp>
      <p:sp>
        <p:nvSpPr>
          <p:cNvPr id="45" name="Substituent text 2">
            <a:extLst>
              <a:ext uri="{FF2B5EF4-FFF2-40B4-BE49-F238E27FC236}">
                <a16:creationId xmlns:a16="http://schemas.microsoft.com/office/drawing/2014/main" id="{C70C9772-55FF-4449-988F-6CDDE075E730}"/>
              </a:ext>
            </a:extLst>
          </p:cNvPr>
          <p:cNvSpPr>
            <a:spLocks noGrp="1"/>
          </p:cNvSpPr>
          <p:nvPr>
            <p:ph type="body" idx="49" hasCustomPrompt="1"/>
          </p:nvPr>
        </p:nvSpPr>
        <p:spPr>
          <a:xfrm>
            <a:off x="1262770" y="4826750"/>
            <a:ext cx="1283894" cy="349611"/>
          </a:xfrm>
        </p:spPr>
        <p:txBody>
          <a:bodyPr lIns="0" tIns="0" rIns="0" bIns="0" rtlCol="0" anchor="b">
            <a:normAutofit/>
          </a:bodyPr>
          <a:lstStyle>
            <a:lvl1pPr marL="0" indent="0" algn="l">
              <a:spcBef>
                <a:spcPts val="600"/>
              </a:spcBef>
              <a:buNone/>
              <a:defRPr sz="1800" b="1" i="0">
                <a:solidFill>
                  <a:schemeClr val="bg2"/>
                </a:solidFill>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dirty="0"/>
              <a:t>1.500.000 lei</a:t>
            </a:r>
          </a:p>
        </p:txBody>
      </p:sp>
      <p:sp>
        <p:nvSpPr>
          <p:cNvPr id="46" name="Substituent text 2">
            <a:extLst>
              <a:ext uri="{FF2B5EF4-FFF2-40B4-BE49-F238E27FC236}">
                <a16:creationId xmlns:a16="http://schemas.microsoft.com/office/drawing/2014/main" id="{75EE6DCE-6A55-4D95-85F7-E22E3E268256}"/>
              </a:ext>
            </a:extLst>
          </p:cNvPr>
          <p:cNvSpPr>
            <a:spLocks noGrp="1"/>
          </p:cNvSpPr>
          <p:nvPr>
            <p:ph type="body" idx="50" hasCustomPrompt="1"/>
          </p:nvPr>
        </p:nvSpPr>
        <p:spPr>
          <a:xfrm>
            <a:off x="1262769" y="5188111"/>
            <a:ext cx="1285861" cy="246279"/>
          </a:xfrm>
        </p:spPr>
        <p:txBody>
          <a:bodyPr lIns="0" tIns="0" rIns="0" bIns="0" rtlCol="0" anchor="t" anchorCtr="0">
            <a:normAutofit/>
          </a:bodyPr>
          <a:lstStyle>
            <a:lvl1pPr marL="0" indent="0" algn="l">
              <a:spcBef>
                <a:spcPts val="600"/>
              </a:spcBef>
              <a:buNone/>
              <a:defRPr sz="1400" b="0" i="1">
                <a:solidFill>
                  <a:schemeClr val="tx1"/>
                </a:solidFill>
                <a:latin typeface="+mn-lt"/>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dirty="0"/>
              <a:t>Titlu Categorie</a:t>
            </a:r>
          </a:p>
        </p:txBody>
      </p:sp>
      <p:sp>
        <p:nvSpPr>
          <p:cNvPr id="48" name="Substituent text 2">
            <a:extLst>
              <a:ext uri="{FF2B5EF4-FFF2-40B4-BE49-F238E27FC236}">
                <a16:creationId xmlns:a16="http://schemas.microsoft.com/office/drawing/2014/main" id="{84DC7882-7541-4AEA-95FE-DDBCF6F9CA32}"/>
              </a:ext>
            </a:extLst>
          </p:cNvPr>
          <p:cNvSpPr>
            <a:spLocks noGrp="1"/>
          </p:cNvSpPr>
          <p:nvPr>
            <p:ph type="body" idx="51" hasCustomPrompt="1"/>
          </p:nvPr>
        </p:nvSpPr>
        <p:spPr>
          <a:xfrm>
            <a:off x="3193135" y="4826750"/>
            <a:ext cx="1283894" cy="349611"/>
          </a:xfrm>
        </p:spPr>
        <p:txBody>
          <a:bodyPr lIns="0" tIns="0" rIns="0" bIns="0" rtlCol="0" anchor="b">
            <a:normAutofit/>
          </a:bodyPr>
          <a:lstStyle>
            <a:lvl1pPr marL="0" indent="0" algn="l">
              <a:spcBef>
                <a:spcPts val="600"/>
              </a:spcBef>
              <a:buNone/>
              <a:defRPr sz="1800" b="1" i="0">
                <a:solidFill>
                  <a:schemeClr val="bg2"/>
                </a:solidFill>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dirty="0"/>
              <a:t>1.500.000 lei</a:t>
            </a:r>
          </a:p>
        </p:txBody>
      </p:sp>
      <p:sp>
        <p:nvSpPr>
          <p:cNvPr id="49" name="Substituent text 2">
            <a:extLst>
              <a:ext uri="{FF2B5EF4-FFF2-40B4-BE49-F238E27FC236}">
                <a16:creationId xmlns:a16="http://schemas.microsoft.com/office/drawing/2014/main" id="{5542D500-4CD6-4FDE-9133-F8020797D9B5}"/>
              </a:ext>
            </a:extLst>
          </p:cNvPr>
          <p:cNvSpPr>
            <a:spLocks noGrp="1"/>
          </p:cNvSpPr>
          <p:nvPr>
            <p:ph type="body" idx="52" hasCustomPrompt="1"/>
          </p:nvPr>
        </p:nvSpPr>
        <p:spPr>
          <a:xfrm>
            <a:off x="3193134" y="5188111"/>
            <a:ext cx="1285861" cy="246279"/>
          </a:xfrm>
        </p:spPr>
        <p:txBody>
          <a:bodyPr lIns="0" tIns="0" rIns="0" bIns="0" rtlCol="0" anchor="t" anchorCtr="0">
            <a:normAutofit/>
          </a:bodyPr>
          <a:lstStyle>
            <a:lvl1pPr marL="0" indent="0" algn="l">
              <a:spcBef>
                <a:spcPts val="600"/>
              </a:spcBef>
              <a:buNone/>
              <a:defRPr sz="1400" b="0" i="1">
                <a:solidFill>
                  <a:schemeClr val="tx1"/>
                </a:solidFill>
                <a:latin typeface="+mn-lt"/>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dirty="0"/>
              <a:t>Titlu Categorie</a:t>
            </a:r>
          </a:p>
        </p:txBody>
      </p:sp>
      <p:sp>
        <p:nvSpPr>
          <p:cNvPr id="51" name="Substituent text 2">
            <a:extLst>
              <a:ext uri="{FF2B5EF4-FFF2-40B4-BE49-F238E27FC236}">
                <a16:creationId xmlns:a16="http://schemas.microsoft.com/office/drawing/2014/main" id="{500C362B-BA02-4F7D-86F6-3F6F2EF20D04}"/>
              </a:ext>
            </a:extLst>
          </p:cNvPr>
          <p:cNvSpPr>
            <a:spLocks noGrp="1"/>
          </p:cNvSpPr>
          <p:nvPr>
            <p:ph type="body" idx="53" hasCustomPrompt="1"/>
          </p:nvPr>
        </p:nvSpPr>
        <p:spPr>
          <a:xfrm>
            <a:off x="5123499" y="4830433"/>
            <a:ext cx="1283894" cy="349611"/>
          </a:xfrm>
        </p:spPr>
        <p:txBody>
          <a:bodyPr lIns="0" tIns="0" rIns="0" bIns="0" rtlCol="0" anchor="b">
            <a:normAutofit/>
          </a:bodyPr>
          <a:lstStyle>
            <a:lvl1pPr marL="0" indent="0" algn="l">
              <a:spcBef>
                <a:spcPts val="600"/>
              </a:spcBef>
              <a:buNone/>
              <a:defRPr sz="1800" b="1" i="0">
                <a:solidFill>
                  <a:schemeClr val="bg2"/>
                </a:solidFill>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dirty="0"/>
              <a:t>1.500.000 lei</a:t>
            </a:r>
          </a:p>
        </p:txBody>
      </p:sp>
      <p:sp>
        <p:nvSpPr>
          <p:cNvPr id="52" name="Substituent text 2">
            <a:extLst>
              <a:ext uri="{FF2B5EF4-FFF2-40B4-BE49-F238E27FC236}">
                <a16:creationId xmlns:a16="http://schemas.microsoft.com/office/drawing/2014/main" id="{E213E497-634E-40E7-BF08-765CC21529E2}"/>
              </a:ext>
            </a:extLst>
          </p:cNvPr>
          <p:cNvSpPr>
            <a:spLocks noGrp="1"/>
          </p:cNvSpPr>
          <p:nvPr>
            <p:ph type="body" idx="54" hasCustomPrompt="1"/>
          </p:nvPr>
        </p:nvSpPr>
        <p:spPr>
          <a:xfrm>
            <a:off x="5123498" y="5191794"/>
            <a:ext cx="1285861" cy="246279"/>
          </a:xfrm>
        </p:spPr>
        <p:txBody>
          <a:bodyPr lIns="0" tIns="0" rIns="0" bIns="0" rtlCol="0" anchor="t" anchorCtr="0">
            <a:normAutofit/>
          </a:bodyPr>
          <a:lstStyle>
            <a:lvl1pPr marL="0" indent="0" algn="l">
              <a:spcBef>
                <a:spcPts val="600"/>
              </a:spcBef>
              <a:buNone/>
              <a:defRPr sz="1400" b="0" i="1">
                <a:solidFill>
                  <a:schemeClr val="tx1"/>
                </a:solidFill>
                <a:latin typeface="+mn-lt"/>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dirty="0"/>
              <a:t>Titlu Categorie</a:t>
            </a:r>
          </a:p>
        </p:txBody>
      </p:sp>
      <p:sp>
        <p:nvSpPr>
          <p:cNvPr id="8" name="Oval 7">
            <a:extLst>
              <a:ext uri="{FF2B5EF4-FFF2-40B4-BE49-F238E27FC236}">
                <a16:creationId xmlns:a16="http://schemas.microsoft.com/office/drawing/2014/main" id="{FA01C659-0131-449B-BA07-5BC568F00BF0}"/>
              </a:ext>
            </a:extLst>
          </p:cNvPr>
          <p:cNvSpPr/>
          <p:nvPr userDrawn="1"/>
        </p:nvSpPr>
        <p:spPr>
          <a:xfrm>
            <a:off x="790959" y="4258650"/>
            <a:ext cx="384048" cy="38404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54" name="Oval 53">
            <a:extLst>
              <a:ext uri="{FF2B5EF4-FFF2-40B4-BE49-F238E27FC236}">
                <a16:creationId xmlns:a16="http://schemas.microsoft.com/office/drawing/2014/main" id="{69CB80EA-A8D6-4099-9412-0C14095755FF}"/>
              </a:ext>
            </a:extLst>
          </p:cNvPr>
          <p:cNvSpPr/>
          <p:nvPr userDrawn="1"/>
        </p:nvSpPr>
        <p:spPr>
          <a:xfrm>
            <a:off x="790959" y="4965077"/>
            <a:ext cx="384048" cy="384048"/>
          </a:xfrm>
          <a:prstGeom prst="ellipse">
            <a:avLst/>
          </a:prstGeom>
          <a:solidFill>
            <a:srgbClr val="225B5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55" name="Oval 54">
            <a:extLst>
              <a:ext uri="{FF2B5EF4-FFF2-40B4-BE49-F238E27FC236}">
                <a16:creationId xmlns:a16="http://schemas.microsoft.com/office/drawing/2014/main" id="{2E20CCE5-B889-49FE-8FA6-A6F0F11A5D91}"/>
              </a:ext>
            </a:extLst>
          </p:cNvPr>
          <p:cNvSpPr/>
          <p:nvPr userDrawn="1"/>
        </p:nvSpPr>
        <p:spPr>
          <a:xfrm>
            <a:off x="2725217" y="4261982"/>
            <a:ext cx="384048" cy="384048"/>
          </a:xfrm>
          <a:prstGeom prst="ellips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56" name="Oval 55">
            <a:extLst>
              <a:ext uri="{FF2B5EF4-FFF2-40B4-BE49-F238E27FC236}">
                <a16:creationId xmlns:a16="http://schemas.microsoft.com/office/drawing/2014/main" id="{769A77E3-4AFB-45BB-8FDC-4AD084EA9D23}"/>
              </a:ext>
            </a:extLst>
          </p:cNvPr>
          <p:cNvSpPr/>
          <p:nvPr userDrawn="1"/>
        </p:nvSpPr>
        <p:spPr>
          <a:xfrm>
            <a:off x="2725217" y="4968409"/>
            <a:ext cx="384048" cy="38404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57" name="Oval 56">
            <a:extLst>
              <a:ext uri="{FF2B5EF4-FFF2-40B4-BE49-F238E27FC236}">
                <a16:creationId xmlns:a16="http://schemas.microsoft.com/office/drawing/2014/main" id="{53A8B986-3280-4EAC-846B-9167ECC55646}"/>
              </a:ext>
            </a:extLst>
          </p:cNvPr>
          <p:cNvSpPr/>
          <p:nvPr userDrawn="1"/>
        </p:nvSpPr>
        <p:spPr>
          <a:xfrm>
            <a:off x="4660323" y="4257848"/>
            <a:ext cx="384048" cy="384048"/>
          </a:xfrm>
          <a:prstGeom prst="ellipse">
            <a:avLst/>
          </a:prstGeom>
          <a:solidFill>
            <a:srgbClr val="B5316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58" name="Oval 57">
            <a:extLst>
              <a:ext uri="{FF2B5EF4-FFF2-40B4-BE49-F238E27FC236}">
                <a16:creationId xmlns:a16="http://schemas.microsoft.com/office/drawing/2014/main" id="{0AE6D315-5EC0-4956-B7BF-B94D2AFE679B}"/>
              </a:ext>
            </a:extLst>
          </p:cNvPr>
          <p:cNvSpPr/>
          <p:nvPr userDrawn="1"/>
        </p:nvSpPr>
        <p:spPr>
          <a:xfrm>
            <a:off x="4660323" y="4964275"/>
            <a:ext cx="384048" cy="384048"/>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12" name="Substituent diagramă 11">
            <a:extLst>
              <a:ext uri="{FF2B5EF4-FFF2-40B4-BE49-F238E27FC236}">
                <a16:creationId xmlns:a16="http://schemas.microsoft.com/office/drawing/2014/main" id="{9ED8422E-0C74-45EF-B794-252146C6639A}"/>
              </a:ext>
            </a:extLst>
          </p:cNvPr>
          <p:cNvSpPr>
            <a:spLocks noGrp="1"/>
          </p:cNvSpPr>
          <p:nvPr>
            <p:ph type="chart" sz="quarter" idx="55"/>
          </p:nvPr>
        </p:nvSpPr>
        <p:spPr>
          <a:xfrm>
            <a:off x="6924675" y="860425"/>
            <a:ext cx="4483100" cy="4573588"/>
          </a:xfrm>
        </p:spPr>
        <p:txBody>
          <a:bodyPr rtlCol="0" anchor="ctr" anchorCtr="0">
            <a:normAutofit/>
          </a:bodyPr>
          <a:lstStyle>
            <a:lvl1pPr marL="0" indent="0" algn="ctr">
              <a:buNone/>
              <a:defRPr sz="1200"/>
            </a:lvl1pPr>
          </a:lstStyle>
          <a:p>
            <a:pPr rtl="0"/>
            <a:r>
              <a:rPr lang="ro-RO" noProof="0"/>
              <a:t>Faceți clic pe pictogramă pentru a adăuga o diagramă</a:t>
            </a:r>
            <a:endParaRPr lang="ro-RO" noProof="0" dirty="0"/>
          </a:p>
        </p:txBody>
      </p:sp>
      <p:sp>
        <p:nvSpPr>
          <p:cNvPr id="35" name="Oval 34">
            <a:extLst>
              <a:ext uri="{FF2B5EF4-FFF2-40B4-BE49-F238E27FC236}">
                <a16:creationId xmlns:a16="http://schemas.microsoft.com/office/drawing/2014/main" id="{E8B7C827-F016-49F6-B775-FAC0E6420466}"/>
              </a:ext>
            </a:extLst>
          </p:cNvPr>
          <p:cNvSpPr/>
          <p:nvPr userDrawn="1"/>
        </p:nvSpPr>
        <p:spPr>
          <a:xfrm>
            <a:off x="6905624" y="905669"/>
            <a:ext cx="4483100" cy="4483100"/>
          </a:xfrm>
          <a:prstGeom prst="ellipse">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38" name="Oval 37">
            <a:extLst>
              <a:ext uri="{FF2B5EF4-FFF2-40B4-BE49-F238E27FC236}">
                <a16:creationId xmlns:a16="http://schemas.microsoft.com/office/drawing/2014/main" id="{C0F8D2C7-9093-4F92-B8A4-D819FEE69F1F}"/>
              </a:ext>
            </a:extLst>
          </p:cNvPr>
          <p:cNvSpPr/>
          <p:nvPr userDrawn="1"/>
        </p:nvSpPr>
        <p:spPr>
          <a:xfrm>
            <a:off x="8294757" y="2294802"/>
            <a:ext cx="1704834" cy="1704834"/>
          </a:xfrm>
          <a:prstGeom prst="ellipse">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cxnSp>
        <p:nvCxnSpPr>
          <p:cNvPr id="41" name="Conector drept 40">
            <a:extLst>
              <a:ext uri="{FF2B5EF4-FFF2-40B4-BE49-F238E27FC236}">
                <a16:creationId xmlns:a16="http://schemas.microsoft.com/office/drawing/2014/main" id="{0DE9D0C0-04C1-4621-8B2D-E65A25A8DCF3}"/>
              </a:ext>
            </a:extLst>
          </p:cNvPr>
          <p:cNvCxnSpPr>
            <a:cxnSpLocks/>
          </p:cNvCxnSpPr>
          <p:nvPr userDrawn="1"/>
        </p:nvCxnSpPr>
        <p:spPr>
          <a:xfrm rot="16200000">
            <a:off x="8675514" y="450000"/>
            <a:ext cx="900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6490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spect imagine și conținut">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6894591" y="1411243"/>
            <a:ext cx="4494133" cy="804338"/>
          </a:xfrm>
        </p:spPr>
        <p:txBody>
          <a:bodyPr lIns="0" tIns="0" rIns="0" bIns="0" rtlCol="0" anchor="b">
            <a:normAutofit/>
          </a:bodyPr>
          <a:lstStyle>
            <a:lvl1pPr>
              <a:defRPr sz="3600"/>
            </a:lvl1pPr>
          </a:lstStyle>
          <a:p>
            <a:pPr rtl="0"/>
            <a:r>
              <a:rPr lang="ro-RO" noProof="0" dirty="0"/>
              <a:t>FACEȚI CLIC PENTRU A EDITA</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6894591" y="2564787"/>
            <a:ext cx="4473108" cy="569085"/>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6924675" y="2314168"/>
            <a:ext cx="5267325" cy="100800"/>
            <a:chOff x="0" y="3240138"/>
            <a:chExt cx="3434400" cy="100800"/>
          </a:xfrm>
        </p:grpSpPr>
        <p:cxnSp>
          <p:nvCxnSpPr>
            <p:cNvPr id="12" name="Conector drept 11">
              <a:extLst>
                <a:ext uri="{FF2B5EF4-FFF2-40B4-BE49-F238E27FC236}">
                  <a16:creationId xmlns:a16="http://schemas.microsoft.com/office/drawing/2014/main" id="{370B72A7-B625-48B8-88E6-BCE2A4DD531E}"/>
                </a:ext>
              </a:extLst>
            </p:cNvPr>
            <p:cNvCxnSpPr/>
            <p:nvPr userDrawn="1"/>
          </p:nvCxnSpPr>
          <p:spPr>
            <a:xfrm>
              <a:off x="0" y="3290538"/>
              <a:ext cx="3384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368676"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4" name="Substituent text 2">
            <a:extLst>
              <a:ext uri="{FF2B5EF4-FFF2-40B4-BE49-F238E27FC236}">
                <a16:creationId xmlns:a16="http://schemas.microsoft.com/office/drawing/2014/main" id="{BE12A846-0DFC-435B-BAE9-D90C353E0344}"/>
              </a:ext>
            </a:extLst>
          </p:cNvPr>
          <p:cNvSpPr>
            <a:spLocks noGrp="1"/>
          </p:cNvSpPr>
          <p:nvPr>
            <p:ph type="body" idx="14" hasCustomPrompt="1"/>
          </p:nvPr>
        </p:nvSpPr>
        <p:spPr>
          <a:xfrm>
            <a:off x="6894591" y="3189568"/>
            <a:ext cx="4482996" cy="2432603"/>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2" name="Substituent imagine 7">
            <a:extLst>
              <a:ext uri="{FF2B5EF4-FFF2-40B4-BE49-F238E27FC236}">
                <a16:creationId xmlns:a16="http://schemas.microsoft.com/office/drawing/2014/main" id="{CF430BFB-0A7C-4FB8-B93B-8DA19F3E634A}"/>
              </a:ext>
            </a:extLst>
          </p:cNvPr>
          <p:cNvSpPr>
            <a:spLocks noGrp="1"/>
          </p:cNvSpPr>
          <p:nvPr>
            <p:ph type="pic" sz="quarter" idx="15"/>
          </p:nvPr>
        </p:nvSpPr>
        <p:spPr>
          <a:xfrm>
            <a:off x="-3710" y="1792784"/>
            <a:ext cx="6073999" cy="3721608"/>
          </a:xfrm>
        </p:spPr>
        <p:txBody>
          <a:bodyPr rtlCol="0" anchor="ctr" anchorCtr="0">
            <a:normAutofit/>
          </a:bodyPr>
          <a:lstStyle>
            <a:lvl1pPr marL="0" indent="0" algn="ctr">
              <a:buNone/>
              <a:defRPr sz="1800"/>
            </a:lvl1pPr>
          </a:lstStyle>
          <a:p>
            <a:pPr rtl="0"/>
            <a:r>
              <a:rPr lang="ro-RO" noProof="0"/>
              <a:t>Faceți clic pe pictogramă pentru a adăuga o imagine</a:t>
            </a:r>
            <a:endParaRPr lang="ro-RO" noProof="0" dirty="0"/>
          </a:p>
        </p:txBody>
      </p:sp>
    </p:spTree>
    <p:extLst>
      <p:ext uri="{BB962C8B-B14F-4D97-AF65-F5344CB8AC3E}">
        <p14:creationId xmlns:p14="http://schemas.microsoft.com/office/powerpoint/2010/main" val="12869787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ulțumiri Aspect conținut">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3" name="Substituent imagine 2">
            <a:extLst>
              <a:ext uri="{FF2B5EF4-FFF2-40B4-BE49-F238E27FC236}">
                <a16:creationId xmlns:a16="http://schemas.microsoft.com/office/drawing/2014/main" id="{36EF099F-79D2-486F-A4B2-DD4F699752C8}"/>
              </a:ext>
            </a:extLst>
          </p:cNvPr>
          <p:cNvSpPr>
            <a:spLocks noGrp="1"/>
          </p:cNvSpPr>
          <p:nvPr>
            <p:ph type="pic" sz="quarter" idx="22"/>
          </p:nvPr>
        </p:nvSpPr>
        <p:spPr>
          <a:xfrm>
            <a:off x="6096000" y="0"/>
            <a:ext cx="6089650" cy="6858000"/>
          </a:xfrm>
        </p:spPr>
        <p:txBody>
          <a:bodyPr rtlCol="0" anchor="ctr" anchorCtr="0">
            <a:normAutofit/>
          </a:bodyPr>
          <a:lstStyle>
            <a:lvl1pPr marL="0" indent="0" algn="ctr">
              <a:buNone/>
              <a:defRPr sz="2000"/>
            </a:lvl1pPr>
          </a:lstStyle>
          <a:p>
            <a:pPr rtl="0"/>
            <a:r>
              <a:rPr lang="ro-RO" noProof="0"/>
              <a:t>Faceți clic pe pictogramă pentru a adăuga o imagine</a:t>
            </a:r>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sp>
        <p:nvSpPr>
          <p:cNvPr id="21" name="Titlu 1">
            <a:extLst>
              <a:ext uri="{FF2B5EF4-FFF2-40B4-BE49-F238E27FC236}">
                <a16:creationId xmlns:a16="http://schemas.microsoft.com/office/drawing/2014/main" id="{1FF22294-F2E5-4C74-A30C-46BA988FD586}"/>
              </a:ext>
            </a:extLst>
          </p:cNvPr>
          <p:cNvSpPr>
            <a:spLocks noGrp="1"/>
          </p:cNvSpPr>
          <p:nvPr>
            <p:ph type="title" hasCustomPrompt="1"/>
          </p:nvPr>
        </p:nvSpPr>
        <p:spPr>
          <a:xfrm>
            <a:off x="809959" y="1546091"/>
            <a:ext cx="4846923" cy="1091078"/>
          </a:xfrm>
        </p:spPr>
        <p:txBody>
          <a:bodyPr lIns="0" tIns="0" rIns="0" bIns="0" rtlCol="0" anchor="b" anchorCtr="0">
            <a:noAutofit/>
          </a:bodyPr>
          <a:lstStyle>
            <a:lvl1pPr>
              <a:defRPr sz="5500"/>
            </a:lvl1pPr>
          </a:lstStyle>
          <a:p>
            <a:pPr rtl="0"/>
            <a:r>
              <a:rPr lang="ro-RO" noProof="0" dirty="0"/>
              <a:t>VĂ MULȚUMIM!</a:t>
            </a:r>
          </a:p>
        </p:txBody>
      </p:sp>
      <p:sp>
        <p:nvSpPr>
          <p:cNvPr id="22" name="Substituent text 3">
            <a:extLst>
              <a:ext uri="{FF2B5EF4-FFF2-40B4-BE49-F238E27FC236}">
                <a16:creationId xmlns:a16="http://schemas.microsoft.com/office/drawing/2014/main" id="{FC5C0DA6-1B31-4BDF-BAEB-BF7978102847}"/>
              </a:ext>
            </a:extLst>
          </p:cNvPr>
          <p:cNvSpPr>
            <a:spLocks noGrp="1"/>
          </p:cNvSpPr>
          <p:nvPr>
            <p:ph type="body" sz="quarter" idx="15" hasCustomPrompt="1"/>
          </p:nvPr>
        </p:nvSpPr>
        <p:spPr>
          <a:xfrm>
            <a:off x="825335" y="3083960"/>
            <a:ext cx="4586288" cy="509472"/>
          </a:xfrm>
        </p:spPr>
        <p:txBody>
          <a:bodyPr lIns="0" tIns="0" rIns="0" bIns="0" rtlCol="0" anchor="b" anchorCtr="0">
            <a:noAutofit/>
          </a:bodyPr>
          <a:lstStyle>
            <a:lvl1pPr marL="0" indent="0">
              <a:buNone/>
              <a:defRPr sz="2800" b="0">
                <a:solidFill>
                  <a:schemeClr val="tx1"/>
                </a:solidFill>
                <a:latin typeface="Tahoma" panose="020B0604030504040204"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lvl="0" rtl="0"/>
            <a:r>
              <a:rPr lang="ro-RO" noProof="0" dirty="0"/>
              <a:t>Iustin Munteanu</a:t>
            </a:r>
          </a:p>
        </p:txBody>
      </p:sp>
      <p:sp>
        <p:nvSpPr>
          <p:cNvPr id="23" name="Substituent text 3">
            <a:extLst>
              <a:ext uri="{FF2B5EF4-FFF2-40B4-BE49-F238E27FC236}">
                <a16:creationId xmlns:a16="http://schemas.microsoft.com/office/drawing/2014/main" id="{5E1647C9-9AC1-4500-A56E-94CABC656E0C}"/>
              </a:ext>
            </a:extLst>
          </p:cNvPr>
          <p:cNvSpPr>
            <a:spLocks noGrp="1"/>
          </p:cNvSpPr>
          <p:nvPr>
            <p:ph type="body" sz="quarter" idx="16" hasCustomPrompt="1"/>
          </p:nvPr>
        </p:nvSpPr>
        <p:spPr>
          <a:xfrm>
            <a:off x="831850" y="3703834"/>
            <a:ext cx="4586288" cy="230941"/>
          </a:xfrm>
        </p:spPr>
        <p:txBody>
          <a:bodyPr lIns="0" tIns="0" rIns="0" bIns="0" rtlCol="0">
            <a:noAutofit/>
          </a:bodyPr>
          <a:lstStyle>
            <a:lvl1pPr marL="0" indent="0">
              <a:buNone/>
              <a:defRPr sz="1700" b="0" i="1">
                <a:solidFill>
                  <a:schemeClr val="tx1"/>
                </a:solidFill>
                <a:latin typeface="+mn-lt"/>
                <a:cs typeface="Segoe UI" panose="020B0502040204020203"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lvl="0" rtl="0"/>
            <a:r>
              <a:rPr lang="ro-RO" noProof="0" dirty="0"/>
              <a:t>Telefon:</a:t>
            </a:r>
          </a:p>
        </p:txBody>
      </p:sp>
      <p:sp>
        <p:nvSpPr>
          <p:cNvPr id="24" name="Substituent text 3">
            <a:extLst>
              <a:ext uri="{FF2B5EF4-FFF2-40B4-BE49-F238E27FC236}">
                <a16:creationId xmlns:a16="http://schemas.microsoft.com/office/drawing/2014/main" id="{8605CECB-8164-4428-B478-98C42902F9FC}"/>
              </a:ext>
            </a:extLst>
          </p:cNvPr>
          <p:cNvSpPr>
            <a:spLocks noGrp="1"/>
          </p:cNvSpPr>
          <p:nvPr>
            <p:ph type="body" sz="quarter" idx="17" hasCustomPrompt="1"/>
          </p:nvPr>
        </p:nvSpPr>
        <p:spPr>
          <a:xfrm>
            <a:off x="824950" y="3946707"/>
            <a:ext cx="4586288" cy="290167"/>
          </a:xfrm>
        </p:spPr>
        <p:txBody>
          <a:bodyPr lIns="0" tIns="0" rIns="0" bIns="0" rtlCol="0">
            <a:noAutofit/>
          </a:bodyPr>
          <a:lstStyle>
            <a:lvl1pPr marL="0" indent="0">
              <a:buNone/>
              <a:defRPr sz="2000" b="1">
                <a:solidFill>
                  <a:schemeClr val="bg2"/>
                </a:solidFill>
                <a:latin typeface="Tahoma" panose="020B0604030504040204"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lvl="0" rtl="0"/>
            <a:r>
              <a:rPr lang="ro-RO" noProof="0" dirty="0"/>
              <a:t>+7 888 999 000 11</a:t>
            </a:r>
          </a:p>
        </p:txBody>
      </p:sp>
      <p:sp>
        <p:nvSpPr>
          <p:cNvPr id="25" name="Substituent text 3">
            <a:extLst>
              <a:ext uri="{FF2B5EF4-FFF2-40B4-BE49-F238E27FC236}">
                <a16:creationId xmlns:a16="http://schemas.microsoft.com/office/drawing/2014/main" id="{D39B56C4-E128-4995-91CC-64C268BC7603}"/>
              </a:ext>
            </a:extLst>
          </p:cNvPr>
          <p:cNvSpPr>
            <a:spLocks noGrp="1"/>
          </p:cNvSpPr>
          <p:nvPr>
            <p:ph type="body" sz="quarter" idx="18" hasCustomPrompt="1"/>
          </p:nvPr>
        </p:nvSpPr>
        <p:spPr>
          <a:xfrm>
            <a:off x="838750" y="4423954"/>
            <a:ext cx="4586288" cy="230941"/>
          </a:xfrm>
        </p:spPr>
        <p:txBody>
          <a:bodyPr lIns="0" tIns="0" rIns="0" bIns="0" rtlCol="0">
            <a:noAutofit/>
          </a:bodyPr>
          <a:lstStyle>
            <a:lvl1pPr marL="0" indent="0">
              <a:buNone/>
              <a:defRPr lang="ru-RU" sz="1700" b="0" i="1" kern="1200" dirty="0">
                <a:solidFill>
                  <a:schemeClr val="tx1"/>
                </a:solidFill>
                <a:latin typeface="+mn-lt"/>
                <a:ea typeface="+mn-ea"/>
                <a:cs typeface="Segoe UI" panose="020B0502040204020203"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lvl="0" rtl="0"/>
            <a:r>
              <a:rPr lang="ro-RO" noProof="0" dirty="0"/>
              <a:t>E-mail:</a:t>
            </a:r>
          </a:p>
        </p:txBody>
      </p:sp>
      <p:sp>
        <p:nvSpPr>
          <p:cNvPr id="26" name="Substituent text 3">
            <a:extLst>
              <a:ext uri="{FF2B5EF4-FFF2-40B4-BE49-F238E27FC236}">
                <a16:creationId xmlns:a16="http://schemas.microsoft.com/office/drawing/2014/main" id="{94772DA1-74CC-430C-9A8E-5A6586692CAB}"/>
              </a:ext>
            </a:extLst>
          </p:cNvPr>
          <p:cNvSpPr>
            <a:spLocks noGrp="1"/>
          </p:cNvSpPr>
          <p:nvPr>
            <p:ph type="body" sz="quarter" idx="19" hasCustomPrompt="1"/>
          </p:nvPr>
        </p:nvSpPr>
        <p:spPr>
          <a:xfrm>
            <a:off x="831850" y="4650785"/>
            <a:ext cx="4586288" cy="364479"/>
          </a:xfrm>
        </p:spPr>
        <p:txBody>
          <a:bodyPr lIns="0" tIns="0" rIns="0" bIns="0" rtlCol="0">
            <a:noAutofit/>
          </a:bodyPr>
          <a:lstStyle>
            <a:lvl1pPr marL="0" indent="0">
              <a:buNone/>
              <a:defRPr sz="2000" b="1">
                <a:solidFill>
                  <a:schemeClr val="bg2"/>
                </a:solidFill>
                <a:latin typeface="Tahoma" panose="020B0604030504040204"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lvl="0" rtl="0"/>
            <a:r>
              <a:rPr lang="ro-RO" noProof="0" dirty="0"/>
              <a:t>Munteanu@vanarsdelltd.com</a:t>
            </a:r>
          </a:p>
        </p:txBody>
      </p:sp>
      <p:sp>
        <p:nvSpPr>
          <p:cNvPr id="27" name="Substituent text 3">
            <a:extLst>
              <a:ext uri="{FF2B5EF4-FFF2-40B4-BE49-F238E27FC236}">
                <a16:creationId xmlns:a16="http://schemas.microsoft.com/office/drawing/2014/main" id="{7A073B5B-2BE3-49D1-A646-1492F534C94B}"/>
              </a:ext>
            </a:extLst>
          </p:cNvPr>
          <p:cNvSpPr>
            <a:spLocks noGrp="1"/>
          </p:cNvSpPr>
          <p:nvPr>
            <p:ph type="body" sz="quarter" idx="20" hasCustomPrompt="1"/>
          </p:nvPr>
        </p:nvSpPr>
        <p:spPr>
          <a:xfrm>
            <a:off x="831850" y="5153025"/>
            <a:ext cx="4586288" cy="230941"/>
          </a:xfrm>
        </p:spPr>
        <p:txBody>
          <a:bodyPr lIns="0" tIns="0" rIns="0" bIns="0" rtlCol="0">
            <a:noAutofit/>
          </a:bodyPr>
          <a:lstStyle>
            <a:lvl1pPr marL="0" indent="0">
              <a:buNone/>
              <a:defRPr lang="ru-RU" sz="1700" b="0" i="1" kern="1200" dirty="0">
                <a:solidFill>
                  <a:schemeClr val="tx1"/>
                </a:solidFill>
                <a:latin typeface="+mn-lt"/>
                <a:ea typeface="+mn-ea"/>
                <a:cs typeface="Segoe UI" panose="020B0502040204020203"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marL="0" lvl="0" indent="0" algn="l" defTabSz="914400" rtl="0" eaLnBrk="1" latinLnBrk="0" hangingPunct="1">
              <a:lnSpc>
                <a:spcPct val="90000"/>
              </a:lnSpc>
              <a:spcBef>
                <a:spcPts val="1000"/>
              </a:spcBef>
              <a:buFont typeface="Arial" panose="020B0604020202020204" pitchFamily="34" charset="0"/>
              <a:buNone/>
            </a:pPr>
            <a:r>
              <a:rPr lang="ro-RO" noProof="0" dirty="0"/>
              <a:t>Site web:</a:t>
            </a:r>
          </a:p>
        </p:txBody>
      </p:sp>
      <p:sp>
        <p:nvSpPr>
          <p:cNvPr id="28" name="Substituent text 3">
            <a:extLst>
              <a:ext uri="{FF2B5EF4-FFF2-40B4-BE49-F238E27FC236}">
                <a16:creationId xmlns:a16="http://schemas.microsoft.com/office/drawing/2014/main" id="{52D10EDD-0329-4443-8665-7603E4A83B16}"/>
              </a:ext>
            </a:extLst>
          </p:cNvPr>
          <p:cNvSpPr>
            <a:spLocks noGrp="1"/>
          </p:cNvSpPr>
          <p:nvPr>
            <p:ph type="body" sz="quarter" idx="21" hasCustomPrompt="1"/>
          </p:nvPr>
        </p:nvSpPr>
        <p:spPr>
          <a:xfrm>
            <a:off x="824950" y="5363814"/>
            <a:ext cx="4586288" cy="364479"/>
          </a:xfrm>
        </p:spPr>
        <p:txBody>
          <a:bodyPr lIns="0" tIns="0" rIns="0" bIns="0" rtlCol="0">
            <a:noAutofit/>
          </a:bodyPr>
          <a:lstStyle>
            <a:lvl1pPr marL="0" indent="0">
              <a:buNone/>
              <a:defRPr sz="2000" b="1">
                <a:solidFill>
                  <a:schemeClr val="bg2"/>
                </a:solidFill>
                <a:latin typeface="Tahoma" panose="020B0604030504040204" pitchFamily="34" charset="0"/>
              </a:defRPr>
            </a:lvl1pPr>
            <a:lvl2pPr marL="457200" indent="0">
              <a:buNone/>
              <a:defRPr sz="3600" b="1">
                <a:solidFill>
                  <a:schemeClr val="bg2"/>
                </a:solidFill>
                <a:latin typeface="+mj-lt"/>
              </a:defRPr>
            </a:lvl2pPr>
            <a:lvl3pPr marL="914400" indent="0">
              <a:buNone/>
              <a:defRPr sz="3600" b="1">
                <a:solidFill>
                  <a:schemeClr val="bg2"/>
                </a:solidFill>
                <a:latin typeface="+mj-lt"/>
              </a:defRPr>
            </a:lvl3pPr>
            <a:lvl4pPr marL="1371600" indent="0">
              <a:buNone/>
              <a:defRPr sz="3600" b="1">
                <a:solidFill>
                  <a:schemeClr val="bg2"/>
                </a:solidFill>
                <a:latin typeface="+mj-lt"/>
              </a:defRPr>
            </a:lvl4pPr>
            <a:lvl5pPr marL="1828800" indent="0">
              <a:buNone/>
              <a:defRPr sz="3600" b="1">
                <a:solidFill>
                  <a:schemeClr val="bg2"/>
                </a:solidFill>
                <a:latin typeface="+mj-lt"/>
              </a:defRPr>
            </a:lvl5pPr>
          </a:lstStyle>
          <a:p>
            <a:pPr lvl="0" rtl="0"/>
            <a:r>
              <a:rPr lang="ro-RO" noProof="0" dirty="0"/>
              <a:t>www.vanarsdelltd.com</a:t>
            </a:r>
          </a:p>
        </p:txBody>
      </p:sp>
      <p:grpSp>
        <p:nvGrpSpPr>
          <p:cNvPr id="4" name="Grup 3">
            <a:extLst>
              <a:ext uri="{FF2B5EF4-FFF2-40B4-BE49-F238E27FC236}">
                <a16:creationId xmlns:a16="http://schemas.microsoft.com/office/drawing/2014/main" id="{5F591C52-0202-44BA-A6BE-E2362516B893}"/>
              </a:ext>
            </a:extLst>
          </p:cNvPr>
          <p:cNvGrpSpPr/>
          <p:nvPr userDrawn="1"/>
        </p:nvGrpSpPr>
        <p:grpSpPr>
          <a:xfrm>
            <a:off x="801543" y="2750589"/>
            <a:ext cx="4804913" cy="100800"/>
            <a:chOff x="808548" y="2750589"/>
            <a:chExt cx="4804913" cy="100800"/>
          </a:xfrm>
        </p:grpSpPr>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808548" y="2750589"/>
              <a:ext cx="4750759" cy="100800"/>
              <a:chOff x="336813" y="3240138"/>
              <a:chExt cx="3097587" cy="100800"/>
            </a:xfrm>
          </p:grpSpPr>
          <p:cxnSp>
            <p:nvCxnSpPr>
              <p:cNvPr id="12" name="Conector drept 11">
                <a:extLst>
                  <a:ext uri="{FF2B5EF4-FFF2-40B4-BE49-F238E27FC236}">
                    <a16:creationId xmlns:a16="http://schemas.microsoft.com/office/drawing/2014/main" id="{370B72A7-B625-48B8-88E6-BCE2A4DD531E}"/>
                  </a:ext>
                </a:extLst>
              </p:cNvPr>
              <p:cNvCxnSpPr/>
              <p:nvPr userDrawn="1"/>
            </p:nvCxnSpPr>
            <p:spPr>
              <a:xfrm>
                <a:off x="336813" y="3285674"/>
                <a:ext cx="3047188"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368676"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29" name="Oval 28">
              <a:extLst>
                <a:ext uri="{FF2B5EF4-FFF2-40B4-BE49-F238E27FC236}">
                  <a16:creationId xmlns:a16="http://schemas.microsoft.com/office/drawing/2014/main" id="{BECBEDE0-51BB-48BD-AAAD-63B6F60C1D57}"/>
                </a:ext>
              </a:extLst>
            </p:cNvPr>
            <p:cNvSpPr/>
            <p:nvPr userDrawn="1"/>
          </p:nvSpPr>
          <p:spPr>
            <a:xfrm flipH="1">
              <a:off x="5512660" y="2750589"/>
              <a:ext cx="100801"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grpSp>
        <p:nvGrpSpPr>
          <p:cNvPr id="32" name="Grup 31">
            <a:extLst>
              <a:ext uri="{FF2B5EF4-FFF2-40B4-BE49-F238E27FC236}">
                <a16:creationId xmlns:a16="http://schemas.microsoft.com/office/drawing/2014/main" id="{63E1608D-F119-4C0D-8D91-7CB089C037C8}"/>
              </a:ext>
            </a:extLst>
          </p:cNvPr>
          <p:cNvGrpSpPr/>
          <p:nvPr userDrawn="1"/>
        </p:nvGrpSpPr>
        <p:grpSpPr>
          <a:xfrm>
            <a:off x="801543" y="1660573"/>
            <a:ext cx="4817222" cy="105664"/>
            <a:chOff x="808548" y="2745725"/>
            <a:chExt cx="4817222" cy="105664"/>
          </a:xfrm>
        </p:grpSpPr>
        <p:grpSp>
          <p:nvGrpSpPr>
            <p:cNvPr id="33" name="Grup 32">
              <a:extLst>
                <a:ext uri="{FF2B5EF4-FFF2-40B4-BE49-F238E27FC236}">
                  <a16:creationId xmlns:a16="http://schemas.microsoft.com/office/drawing/2014/main" id="{EBDC0121-6865-4B65-A28B-1CEDB16AAD9E}"/>
                </a:ext>
              </a:extLst>
            </p:cNvPr>
            <p:cNvGrpSpPr/>
            <p:nvPr userDrawn="1"/>
          </p:nvGrpSpPr>
          <p:grpSpPr>
            <a:xfrm flipH="1">
              <a:off x="808548" y="2750589"/>
              <a:ext cx="4750759" cy="100800"/>
              <a:chOff x="336813" y="3240138"/>
              <a:chExt cx="3097587" cy="100800"/>
            </a:xfrm>
          </p:grpSpPr>
          <p:cxnSp>
            <p:nvCxnSpPr>
              <p:cNvPr id="35" name="Conector drept 34">
                <a:extLst>
                  <a:ext uri="{FF2B5EF4-FFF2-40B4-BE49-F238E27FC236}">
                    <a16:creationId xmlns:a16="http://schemas.microsoft.com/office/drawing/2014/main" id="{386E3714-07DE-4318-B5BC-25F879B97D59}"/>
                  </a:ext>
                </a:extLst>
              </p:cNvPr>
              <p:cNvCxnSpPr/>
              <p:nvPr userDrawn="1"/>
            </p:nvCxnSpPr>
            <p:spPr>
              <a:xfrm>
                <a:off x="336813" y="3285674"/>
                <a:ext cx="3047188"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2ECCE30B-E848-4C5E-83A1-A811D489E7B8}"/>
                  </a:ext>
                </a:extLst>
              </p:cNvPr>
              <p:cNvSpPr/>
              <p:nvPr userDrawn="1"/>
            </p:nvSpPr>
            <p:spPr>
              <a:xfrm>
                <a:off x="3368676"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34" name="Oval 33">
              <a:extLst>
                <a:ext uri="{FF2B5EF4-FFF2-40B4-BE49-F238E27FC236}">
                  <a16:creationId xmlns:a16="http://schemas.microsoft.com/office/drawing/2014/main" id="{09817AEC-C67C-49A3-AC5A-669FD4D6D586}"/>
                </a:ext>
              </a:extLst>
            </p:cNvPr>
            <p:cNvSpPr/>
            <p:nvPr userDrawn="1"/>
          </p:nvSpPr>
          <p:spPr>
            <a:xfrm flipH="1">
              <a:off x="5524969" y="2745725"/>
              <a:ext cx="100801"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Tree>
    <p:extLst>
      <p:ext uri="{BB962C8B-B14F-4D97-AF65-F5344CB8AC3E}">
        <p14:creationId xmlns:p14="http://schemas.microsoft.com/office/powerpoint/2010/main" val="27883942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spect conținut plic">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3" name="Substituent imagine 2">
            <a:extLst>
              <a:ext uri="{FF2B5EF4-FFF2-40B4-BE49-F238E27FC236}">
                <a16:creationId xmlns:a16="http://schemas.microsoft.com/office/drawing/2014/main" id="{96C5B5AA-0D95-4C33-8EBC-90401B51BDB4}"/>
              </a:ext>
            </a:extLst>
          </p:cNvPr>
          <p:cNvSpPr>
            <a:spLocks noGrp="1"/>
          </p:cNvSpPr>
          <p:nvPr>
            <p:ph type="pic" sz="quarter" idx="14"/>
          </p:nvPr>
        </p:nvSpPr>
        <p:spPr>
          <a:xfrm>
            <a:off x="6032" y="1912946"/>
            <a:ext cx="12185968" cy="3493008"/>
          </a:xfrm>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3848934" y="457496"/>
            <a:ext cx="4494133" cy="804338"/>
          </a:xfrm>
        </p:spPr>
        <p:txBody>
          <a:bodyPr lIns="0" tIns="0" rIns="0" bIns="0" rtlCol="0" anchor="b">
            <a:normAutofit/>
          </a:bodyPr>
          <a:lstStyle>
            <a:lvl1pPr algn="ctr">
              <a:defRPr sz="3600"/>
            </a:lvl1pPr>
          </a:lstStyle>
          <a:p>
            <a:pPr rtl="0"/>
            <a:r>
              <a:rPr lang="ro-RO" noProof="0" dirty="0"/>
              <a:t>ANEXĂ</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grpSp>
        <p:nvGrpSpPr>
          <p:cNvPr id="4" name="Grup 3">
            <a:extLst>
              <a:ext uri="{FF2B5EF4-FFF2-40B4-BE49-F238E27FC236}">
                <a16:creationId xmlns:a16="http://schemas.microsoft.com/office/drawing/2014/main" id="{908B302A-0F76-466E-9FCE-DCEECCBCF6C9}"/>
              </a:ext>
            </a:extLst>
          </p:cNvPr>
          <p:cNvGrpSpPr/>
          <p:nvPr userDrawn="1"/>
        </p:nvGrpSpPr>
        <p:grpSpPr>
          <a:xfrm>
            <a:off x="5367320" y="1509426"/>
            <a:ext cx="1403327" cy="100800"/>
            <a:chOff x="5345460" y="1509426"/>
            <a:chExt cx="1403327" cy="100800"/>
          </a:xfrm>
        </p:grpSpPr>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5345460" y="1509426"/>
              <a:ext cx="1395946" cy="100800"/>
              <a:chOff x="2124376" y="3240138"/>
              <a:chExt cx="910184" cy="100800"/>
            </a:xfrm>
          </p:grpSpPr>
          <p:cxnSp>
            <p:nvCxnSpPr>
              <p:cNvPr id="12" name="Conector drept 11">
                <a:extLst>
                  <a:ext uri="{FF2B5EF4-FFF2-40B4-BE49-F238E27FC236}">
                    <a16:creationId xmlns:a16="http://schemas.microsoft.com/office/drawing/2014/main" id="{370B72A7-B625-48B8-88E6-BCE2A4DD531E}"/>
                  </a:ext>
                </a:extLst>
              </p:cNvPr>
              <p:cNvCxnSpPr/>
              <p:nvPr userDrawn="1"/>
            </p:nvCxnSpPr>
            <p:spPr>
              <a:xfrm>
                <a:off x="2124376" y="3290538"/>
                <a:ext cx="859382"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2968836"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21" name="Oval 20">
              <a:extLst>
                <a:ext uri="{FF2B5EF4-FFF2-40B4-BE49-F238E27FC236}">
                  <a16:creationId xmlns:a16="http://schemas.microsoft.com/office/drawing/2014/main" id="{427C0C4F-6341-4BE0-931E-AAA6EA2AF137}"/>
                </a:ext>
              </a:extLst>
            </p:cNvPr>
            <p:cNvSpPr/>
            <p:nvPr userDrawn="1"/>
          </p:nvSpPr>
          <p:spPr>
            <a:xfrm flipH="1">
              <a:off x="6647986" y="1509426"/>
              <a:ext cx="100801"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Tree>
    <p:extLst>
      <p:ext uri="{BB962C8B-B14F-4D97-AF65-F5344CB8AC3E}">
        <p14:creationId xmlns:p14="http://schemas.microsoft.com/office/powerpoint/2010/main" val="25764489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spect conținut mărturii">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5104263" y="707529"/>
            <a:ext cx="6310887" cy="569086"/>
          </a:xfrm>
        </p:spPr>
        <p:txBody>
          <a:bodyPr lIns="0" tIns="0" rIns="0" bIns="0" rtlCol="0" anchor="b">
            <a:normAutofit/>
          </a:bodyPr>
          <a:lstStyle>
            <a:lvl1pPr algn="r">
              <a:defRPr sz="3600"/>
            </a:lvl1pPr>
          </a:lstStyle>
          <a:p>
            <a:pPr rtl="0"/>
            <a:r>
              <a:rPr lang="ro-RO" noProof="0" dirty="0"/>
              <a:t>MĂRTURII</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9396169" y="1375202"/>
            <a:ext cx="2795833" cy="100800"/>
            <a:chOff x="675502" y="3240138"/>
            <a:chExt cx="1745623"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675502" y="3290538"/>
              <a:ext cx="1712761"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2355401"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40" name="Substituent text 2">
            <a:extLst>
              <a:ext uri="{FF2B5EF4-FFF2-40B4-BE49-F238E27FC236}">
                <a16:creationId xmlns:a16="http://schemas.microsoft.com/office/drawing/2014/main" id="{4A98AB01-9578-4430-96AD-F434AF0CDA20}"/>
              </a:ext>
            </a:extLst>
          </p:cNvPr>
          <p:cNvSpPr>
            <a:spLocks noGrp="1"/>
          </p:cNvSpPr>
          <p:nvPr>
            <p:ph type="body" idx="34" hasCustomPrompt="1"/>
          </p:nvPr>
        </p:nvSpPr>
        <p:spPr>
          <a:xfrm>
            <a:off x="822459" y="4996962"/>
            <a:ext cx="1625324"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Titlu client</a:t>
            </a:r>
          </a:p>
        </p:txBody>
      </p:sp>
      <p:sp>
        <p:nvSpPr>
          <p:cNvPr id="41" name="Substituent text 2">
            <a:extLst>
              <a:ext uri="{FF2B5EF4-FFF2-40B4-BE49-F238E27FC236}">
                <a16:creationId xmlns:a16="http://schemas.microsoft.com/office/drawing/2014/main" id="{EF9D60F2-A1FB-4A95-997B-A4F1723AC1EC}"/>
              </a:ext>
            </a:extLst>
          </p:cNvPr>
          <p:cNvSpPr>
            <a:spLocks noGrp="1"/>
          </p:cNvSpPr>
          <p:nvPr>
            <p:ph type="body" idx="35" hasCustomPrompt="1"/>
          </p:nvPr>
        </p:nvSpPr>
        <p:spPr>
          <a:xfrm>
            <a:off x="822459" y="4191894"/>
            <a:ext cx="1625324" cy="720726"/>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Editare coordonator</a:t>
            </a:r>
            <a:br>
              <a:rPr lang="ro-RO" noProof="0" dirty="0"/>
            </a:br>
            <a:r>
              <a:rPr lang="ro-RO" noProof="0" dirty="0"/>
              <a:t>text</a:t>
            </a:r>
          </a:p>
        </p:txBody>
      </p:sp>
      <p:sp>
        <p:nvSpPr>
          <p:cNvPr id="42" name="Substituent imagine 2">
            <a:extLst>
              <a:ext uri="{FF2B5EF4-FFF2-40B4-BE49-F238E27FC236}">
                <a16:creationId xmlns:a16="http://schemas.microsoft.com/office/drawing/2014/main" id="{76A56D2A-42F0-40C5-96D7-B1AC33152A85}"/>
              </a:ext>
            </a:extLst>
          </p:cNvPr>
          <p:cNvSpPr>
            <a:spLocks noGrp="1"/>
          </p:cNvSpPr>
          <p:nvPr>
            <p:ph type="pic" sz="quarter" idx="36"/>
          </p:nvPr>
        </p:nvSpPr>
        <p:spPr>
          <a:xfrm>
            <a:off x="2447783" y="4435460"/>
            <a:ext cx="1106424" cy="1106423"/>
          </a:xfrm>
          <a:prstGeom prst="ellipse">
            <a:avLst/>
          </a:prstGeom>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cxnSp>
        <p:nvCxnSpPr>
          <p:cNvPr id="43" name="Conector drept 42">
            <a:extLst>
              <a:ext uri="{FF2B5EF4-FFF2-40B4-BE49-F238E27FC236}">
                <a16:creationId xmlns:a16="http://schemas.microsoft.com/office/drawing/2014/main" id="{CF6D1C91-9136-4678-A712-92BE9B3902C4}"/>
              </a:ext>
            </a:extLst>
          </p:cNvPr>
          <p:cNvCxnSpPr>
            <a:cxnSpLocks/>
          </p:cNvCxnSpPr>
          <p:nvPr userDrawn="1"/>
        </p:nvCxnSpPr>
        <p:spPr>
          <a:xfrm flipV="1">
            <a:off x="3000995" y="3984820"/>
            <a:ext cx="0" cy="44255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 name="Substituent text 3">
            <a:extLst>
              <a:ext uri="{FF2B5EF4-FFF2-40B4-BE49-F238E27FC236}">
                <a16:creationId xmlns:a16="http://schemas.microsoft.com/office/drawing/2014/main" id="{F2D92A7B-1C40-4AEB-92C3-C35F8C01F1FA}"/>
              </a:ext>
            </a:extLst>
          </p:cNvPr>
          <p:cNvSpPr>
            <a:spLocks noGrp="1"/>
          </p:cNvSpPr>
          <p:nvPr>
            <p:ph type="body" sz="quarter" idx="49"/>
          </p:nvPr>
        </p:nvSpPr>
        <p:spPr>
          <a:xfrm>
            <a:off x="803253" y="1769589"/>
            <a:ext cx="3044973" cy="2212848"/>
          </a:xfrm>
          <a:custGeom>
            <a:avLst/>
            <a:gdLst>
              <a:gd name="connsiteX0" fmla="*/ 0 w 3044952"/>
              <a:gd name="connsiteY0" fmla="*/ 368815 h 2212848"/>
              <a:gd name="connsiteX1" fmla="*/ 368815 w 3044952"/>
              <a:gd name="connsiteY1" fmla="*/ 0 h 2212848"/>
              <a:gd name="connsiteX2" fmla="*/ 2676137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0 w 3044952"/>
              <a:gd name="connsiteY0" fmla="*/ 368815 h 2212848"/>
              <a:gd name="connsiteX1" fmla="*/ 254515 w 3044952"/>
              <a:gd name="connsiteY1" fmla="*/ 0 h 2212848"/>
              <a:gd name="connsiteX2" fmla="*/ 2676137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0 w 3044952"/>
              <a:gd name="connsiteY0" fmla="*/ 368815 h 2212848"/>
              <a:gd name="connsiteX1" fmla="*/ 254515 w 3044952"/>
              <a:gd name="connsiteY1" fmla="*/ 0 h 2212848"/>
              <a:gd name="connsiteX2" fmla="*/ 2842392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676158 w 3044973"/>
              <a:gd name="connsiteY5" fmla="*/ 2212848 h 2212848"/>
              <a:gd name="connsiteX6" fmla="*/ 368836 w 3044973"/>
              <a:gd name="connsiteY6" fmla="*/ 2212848 h 2212848"/>
              <a:gd name="connsiteX7" fmla="*/ 21 w 3044973"/>
              <a:gd name="connsiteY7" fmla="*/ 1844033 h 2212848"/>
              <a:gd name="connsiteX8" fmla="*/ 21 w 3044973"/>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676158 w 3044973"/>
              <a:gd name="connsiteY5" fmla="*/ 2212848 h 2212848"/>
              <a:gd name="connsiteX6" fmla="*/ 233754 w 3044973"/>
              <a:gd name="connsiteY6" fmla="*/ 2207652 h 2212848"/>
              <a:gd name="connsiteX7" fmla="*/ 21 w 3044973"/>
              <a:gd name="connsiteY7" fmla="*/ 1844033 h 2212848"/>
              <a:gd name="connsiteX8" fmla="*/ 21 w 3044973"/>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842413 w 3044973"/>
              <a:gd name="connsiteY5" fmla="*/ 2212848 h 2212848"/>
              <a:gd name="connsiteX6" fmla="*/ 233754 w 3044973"/>
              <a:gd name="connsiteY6" fmla="*/ 2207652 h 2212848"/>
              <a:gd name="connsiteX7" fmla="*/ 21 w 3044973"/>
              <a:gd name="connsiteY7" fmla="*/ 1844033 h 2212848"/>
              <a:gd name="connsiteX8" fmla="*/ 21 w 3044973"/>
              <a:gd name="connsiteY8" fmla="*/ 368815 h 2212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73" h="2212848">
                <a:moveTo>
                  <a:pt x="21" y="368815"/>
                </a:moveTo>
                <a:cubicBezTo>
                  <a:pt x="21" y="165124"/>
                  <a:pt x="-6305" y="0"/>
                  <a:pt x="197386" y="0"/>
                </a:cubicBezTo>
                <a:lnTo>
                  <a:pt x="2842413" y="0"/>
                </a:lnTo>
                <a:cubicBezTo>
                  <a:pt x="3046104" y="0"/>
                  <a:pt x="3044973" y="165124"/>
                  <a:pt x="3044973" y="368815"/>
                </a:cubicBezTo>
                <a:lnTo>
                  <a:pt x="3044973" y="1844033"/>
                </a:lnTo>
                <a:cubicBezTo>
                  <a:pt x="3044973" y="2047724"/>
                  <a:pt x="3046104" y="2212848"/>
                  <a:pt x="2842413" y="2212848"/>
                </a:cubicBezTo>
                <a:lnTo>
                  <a:pt x="233754" y="2207652"/>
                </a:lnTo>
                <a:cubicBezTo>
                  <a:pt x="30063" y="2207652"/>
                  <a:pt x="21" y="2047724"/>
                  <a:pt x="21" y="1844033"/>
                </a:cubicBezTo>
                <a:lnTo>
                  <a:pt x="21" y="368815"/>
                </a:lnTo>
                <a:close/>
              </a:path>
            </a:pathLst>
          </a:custGeom>
          <a:ln>
            <a:solidFill>
              <a:schemeClr val="bg1">
                <a:lumMod val="50000"/>
                <a:lumOff val="50000"/>
              </a:schemeClr>
            </a:solidFill>
          </a:ln>
        </p:spPr>
        <p:txBody>
          <a:bodyPr lIns="216000" tIns="180000" rIns="216000" bIns="180000" rtlCol="0">
            <a:normAutofit/>
          </a:bodyPr>
          <a:lstStyle>
            <a:lvl1pPr marL="0" indent="0">
              <a:buNone/>
              <a:defRPr sz="1400">
                <a:solidFill>
                  <a:schemeClr val="tx2"/>
                </a:solidFill>
              </a:defRPr>
            </a:lvl1pPr>
          </a:lstStyle>
          <a:p>
            <a:pPr lvl="0" rtl="0"/>
            <a:r>
              <a:rPr lang="ro-RO" noProof="0"/>
              <a:t>Faceţi clic pentru a edita Master stiluri text</a:t>
            </a:r>
          </a:p>
        </p:txBody>
      </p:sp>
      <p:sp>
        <p:nvSpPr>
          <p:cNvPr id="24" name="Oval 23">
            <a:extLst>
              <a:ext uri="{FF2B5EF4-FFF2-40B4-BE49-F238E27FC236}">
                <a16:creationId xmlns:a16="http://schemas.microsoft.com/office/drawing/2014/main" id="{F2E312F1-B417-47B6-97E4-7CCA31034F82}"/>
              </a:ext>
            </a:extLst>
          </p:cNvPr>
          <p:cNvSpPr/>
          <p:nvPr userDrawn="1"/>
        </p:nvSpPr>
        <p:spPr>
          <a:xfrm>
            <a:off x="2950595" y="3930376"/>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58" name="Substituent text 2">
            <a:extLst>
              <a:ext uri="{FF2B5EF4-FFF2-40B4-BE49-F238E27FC236}">
                <a16:creationId xmlns:a16="http://schemas.microsoft.com/office/drawing/2014/main" id="{13DB5D84-04D8-4536-A06B-AED76E7C51D7}"/>
              </a:ext>
            </a:extLst>
          </p:cNvPr>
          <p:cNvSpPr>
            <a:spLocks noGrp="1"/>
          </p:cNvSpPr>
          <p:nvPr>
            <p:ph type="body" idx="50" hasCustomPrompt="1"/>
          </p:nvPr>
        </p:nvSpPr>
        <p:spPr>
          <a:xfrm>
            <a:off x="4586638" y="4996962"/>
            <a:ext cx="1625324"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Titlu client</a:t>
            </a:r>
          </a:p>
        </p:txBody>
      </p:sp>
      <p:sp>
        <p:nvSpPr>
          <p:cNvPr id="59" name="Substituent text 2">
            <a:extLst>
              <a:ext uri="{FF2B5EF4-FFF2-40B4-BE49-F238E27FC236}">
                <a16:creationId xmlns:a16="http://schemas.microsoft.com/office/drawing/2014/main" id="{3AB0AC7E-7919-422E-95A1-82E8B125756D}"/>
              </a:ext>
            </a:extLst>
          </p:cNvPr>
          <p:cNvSpPr>
            <a:spLocks noGrp="1"/>
          </p:cNvSpPr>
          <p:nvPr>
            <p:ph type="body" idx="51" hasCustomPrompt="1"/>
          </p:nvPr>
        </p:nvSpPr>
        <p:spPr>
          <a:xfrm>
            <a:off x="4586638" y="4191894"/>
            <a:ext cx="1625324" cy="720726"/>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Editare coordonator</a:t>
            </a:r>
            <a:br>
              <a:rPr lang="ro-RO" noProof="0" dirty="0"/>
            </a:br>
            <a:r>
              <a:rPr lang="ro-RO" noProof="0" dirty="0"/>
              <a:t>text</a:t>
            </a:r>
          </a:p>
        </p:txBody>
      </p:sp>
      <p:sp>
        <p:nvSpPr>
          <p:cNvPr id="60" name="Substituent imagine 2">
            <a:extLst>
              <a:ext uri="{FF2B5EF4-FFF2-40B4-BE49-F238E27FC236}">
                <a16:creationId xmlns:a16="http://schemas.microsoft.com/office/drawing/2014/main" id="{B44FD76B-D1AE-458B-AF32-E4AA246B0881}"/>
              </a:ext>
            </a:extLst>
          </p:cNvPr>
          <p:cNvSpPr>
            <a:spLocks noGrp="1"/>
          </p:cNvSpPr>
          <p:nvPr>
            <p:ph type="pic" sz="quarter" idx="52"/>
          </p:nvPr>
        </p:nvSpPr>
        <p:spPr>
          <a:xfrm>
            <a:off x="6211962" y="4435460"/>
            <a:ext cx="1106424" cy="1106423"/>
          </a:xfrm>
          <a:prstGeom prst="ellipse">
            <a:avLst/>
          </a:prstGeom>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cxnSp>
        <p:nvCxnSpPr>
          <p:cNvPr id="61" name="Conector drept 60">
            <a:extLst>
              <a:ext uri="{FF2B5EF4-FFF2-40B4-BE49-F238E27FC236}">
                <a16:creationId xmlns:a16="http://schemas.microsoft.com/office/drawing/2014/main" id="{07D22CD4-7F86-495D-B381-7D706058B916}"/>
              </a:ext>
            </a:extLst>
          </p:cNvPr>
          <p:cNvCxnSpPr>
            <a:cxnSpLocks/>
          </p:cNvCxnSpPr>
          <p:nvPr userDrawn="1"/>
        </p:nvCxnSpPr>
        <p:spPr>
          <a:xfrm flipV="1">
            <a:off x="6765174" y="3984820"/>
            <a:ext cx="0" cy="44255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2" name="Substituent text 3">
            <a:extLst>
              <a:ext uri="{FF2B5EF4-FFF2-40B4-BE49-F238E27FC236}">
                <a16:creationId xmlns:a16="http://schemas.microsoft.com/office/drawing/2014/main" id="{1BA0EB90-BA97-4A18-AD3D-1E839B636DEB}"/>
              </a:ext>
            </a:extLst>
          </p:cNvPr>
          <p:cNvSpPr>
            <a:spLocks noGrp="1"/>
          </p:cNvSpPr>
          <p:nvPr>
            <p:ph type="body" sz="quarter" idx="53"/>
          </p:nvPr>
        </p:nvSpPr>
        <p:spPr>
          <a:xfrm>
            <a:off x="4567432" y="1769589"/>
            <a:ext cx="3044973" cy="2212848"/>
          </a:xfrm>
          <a:custGeom>
            <a:avLst/>
            <a:gdLst>
              <a:gd name="connsiteX0" fmla="*/ 0 w 3044952"/>
              <a:gd name="connsiteY0" fmla="*/ 368815 h 2212848"/>
              <a:gd name="connsiteX1" fmla="*/ 368815 w 3044952"/>
              <a:gd name="connsiteY1" fmla="*/ 0 h 2212848"/>
              <a:gd name="connsiteX2" fmla="*/ 2676137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0 w 3044952"/>
              <a:gd name="connsiteY0" fmla="*/ 368815 h 2212848"/>
              <a:gd name="connsiteX1" fmla="*/ 254515 w 3044952"/>
              <a:gd name="connsiteY1" fmla="*/ 0 h 2212848"/>
              <a:gd name="connsiteX2" fmla="*/ 2676137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0 w 3044952"/>
              <a:gd name="connsiteY0" fmla="*/ 368815 h 2212848"/>
              <a:gd name="connsiteX1" fmla="*/ 254515 w 3044952"/>
              <a:gd name="connsiteY1" fmla="*/ 0 h 2212848"/>
              <a:gd name="connsiteX2" fmla="*/ 2842392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676158 w 3044973"/>
              <a:gd name="connsiteY5" fmla="*/ 2212848 h 2212848"/>
              <a:gd name="connsiteX6" fmla="*/ 368836 w 3044973"/>
              <a:gd name="connsiteY6" fmla="*/ 2212848 h 2212848"/>
              <a:gd name="connsiteX7" fmla="*/ 21 w 3044973"/>
              <a:gd name="connsiteY7" fmla="*/ 1844033 h 2212848"/>
              <a:gd name="connsiteX8" fmla="*/ 21 w 3044973"/>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676158 w 3044973"/>
              <a:gd name="connsiteY5" fmla="*/ 2212848 h 2212848"/>
              <a:gd name="connsiteX6" fmla="*/ 233754 w 3044973"/>
              <a:gd name="connsiteY6" fmla="*/ 2207652 h 2212848"/>
              <a:gd name="connsiteX7" fmla="*/ 21 w 3044973"/>
              <a:gd name="connsiteY7" fmla="*/ 1844033 h 2212848"/>
              <a:gd name="connsiteX8" fmla="*/ 21 w 3044973"/>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842413 w 3044973"/>
              <a:gd name="connsiteY5" fmla="*/ 2212848 h 2212848"/>
              <a:gd name="connsiteX6" fmla="*/ 233754 w 3044973"/>
              <a:gd name="connsiteY6" fmla="*/ 2207652 h 2212848"/>
              <a:gd name="connsiteX7" fmla="*/ 21 w 3044973"/>
              <a:gd name="connsiteY7" fmla="*/ 1844033 h 2212848"/>
              <a:gd name="connsiteX8" fmla="*/ 21 w 3044973"/>
              <a:gd name="connsiteY8" fmla="*/ 368815 h 2212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73" h="2212848">
                <a:moveTo>
                  <a:pt x="21" y="368815"/>
                </a:moveTo>
                <a:cubicBezTo>
                  <a:pt x="21" y="165124"/>
                  <a:pt x="-6305" y="0"/>
                  <a:pt x="197386" y="0"/>
                </a:cubicBezTo>
                <a:lnTo>
                  <a:pt x="2842413" y="0"/>
                </a:lnTo>
                <a:cubicBezTo>
                  <a:pt x="3046104" y="0"/>
                  <a:pt x="3044973" y="165124"/>
                  <a:pt x="3044973" y="368815"/>
                </a:cubicBezTo>
                <a:lnTo>
                  <a:pt x="3044973" y="1844033"/>
                </a:lnTo>
                <a:cubicBezTo>
                  <a:pt x="3044973" y="2047724"/>
                  <a:pt x="3046104" y="2212848"/>
                  <a:pt x="2842413" y="2212848"/>
                </a:cubicBezTo>
                <a:lnTo>
                  <a:pt x="233754" y="2207652"/>
                </a:lnTo>
                <a:cubicBezTo>
                  <a:pt x="30063" y="2207652"/>
                  <a:pt x="21" y="2047724"/>
                  <a:pt x="21" y="1844033"/>
                </a:cubicBezTo>
                <a:lnTo>
                  <a:pt x="21" y="368815"/>
                </a:lnTo>
                <a:close/>
              </a:path>
            </a:pathLst>
          </a:custGeom>
          <a:ln>
            <a:solidFill>
              <a:schemeClr val="bg1">
                <a:lumMod val="50000"/>
                <a:lumOff val="50000"/>
              </a:schemeClr>
            </a:solidFill>
          </a:ln>
        </p:spPr>
        <p:txBody>
          <a:bodyPr lIns="216000" tIns="180000" rIns="216000" bIns="180000" rtlCol="0">
            <a:normAutofit/>
          </a:bodyPr>
          <a:lstStyle>
            <a:lvl1pPr marL="0" indent="0">
              <a:buNone/>
              <a:defRPr sz="1400">
                <a:solidFill>
                  <a:schemeClr val="tx2"/>
                </a:solidFill>
              </a:defRPr>
            </a:lvl1pPr>
          </a:lstStyle>
          <a:p>
            <a:pPr lvl="0" rtl="0"/>
            <a:r>
              <a:rPr lang="ro-RO" noProof="0"/>
              <a:t>Faceţi clic pentru a edita Master stiluri text</a:t>
            </a:r>
          </a:p>
        </p:txBody>
      </p:sp>
      <p:sp>
        <p:nvSpPr>
          <p:cNvPr id="63" name="Oval 62">
            <a:extLst>
              <a:ext uri="{FF2B5EF4-FFF2-40B4-BE49-F238E27FC236}">
                <a16:creationId xmlns:a16="http://schemas.microsoft.com/office/drawing/2014/main" id="{ED057A87-963C-4F8A-BD4C-959BF8AF699B}"/>
              </a:ext>
            </a:extLst>
          </p:cNvPr>
          <p:cNvSpPr/>
          <p:nvPr userDrawn="1"/>
        </p:nvSpPr>
        <p:spPr>
          <a:xfrm>
            <a:off x="6714774" y="3930376"/>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64" name="Substituent text 2">
            <a:extLst>
              <a:ext uri="{FF2B5EF4-FFF2-40B4-BE49-F238E27FC236}">
                <a16:creationId xmlns:a16="http://schemas.microsoft.com/office/drawing/2014/main" id="{B6BAFE05-9EC0-4C3C-AB0F-89A83361452F}"/>
              </a:ext>
            </a:extLst>
          </p:cNvPr>
          <p:cNvSpPr>
            <a:spLocks noGrp="1"/>
          </p:cNvSpPr>
          <p:nvPr>
            <p:ph type="body" idx="54" hasCustomPrompt="1"/>
          </p:nvPr>
        </p:nvSpPr>
        <p:spPr>
          <a:xfrm>
            <a:off x="8350818" y="4992196"/>
            <a:ext cx="1625324" cy="328343"/>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600" i="1">
                <a:solidFill>
                  <a:schemeClr val="tx1"/>
                </a:solidFill>
                <a:latin typeface="+mn-lt"/>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Titlu client</a:t>
            </a:r>
          </a:p>
        </p:txBody>
      </p:sp>
      <p:sp>
        <p:nvSpPr>
          <p:cNvPr id="65" name="Substituent text 2">
            <a:extLst>
              <a:ext uri="{FF2B5EF4-FFF2-40B4-BE49-F238E27FC236}">
                <a16:creationId xmlns:a16="http://schemas.microsoft.com/office/drawing/2014/main" id="{290BF8E2-78CA-4427-9231-3C5EDC272DEE}"/>
              </a:ext>
            </a:extLst>
          </p:cNvPr>
          <p:cNvSpPr>
            <a:spLocks noGrp="1"/>
          </p:cNvSpPr>
          <p:nvPr>
            <p:ph type="body" idx="55" hasCustomPrompt="1"/>
          </p:nvPr>
        </p:nvSpPr>
        <p:spPr>
          <a:xfrm>
            <a:off x="8350818" y="4187128"/>
            <a:ext cx="1625324" cy="720726"/>
          </a:xfrm>
        </p:spPr>
        <p:txBody>
          <a:bodyPr lIns="0" tIns="0" rIns="0" bIns="0" rtlCol="0" anchor="b" anchorCtr="0">
            <a:normAutofit/>
          </a:bodyPr>
          <a:lstStyle>
            <a:lvl1pPr marL="0" indent="0">
              <a:spcBef>
                <a:spcPts val="600"/>
              </a:spcBef>
              <a:buClr>
                <a:schemeClr val="tx1"/>
              </a:buClr>
              <a:buFont typeface="Courier New" panose="02070309020205020404" pitchFamily="49" charset="0"/>
              <a:buNone/>
              <a:defRPr sz="2000" b="1">
                <a:solidFill>
                  <a:schemeClr val="bg2"/>
                </a:solidFill>
                <a:latin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Editare coordonator</a:t>
            </a:r>
            <a:br>
              <a:rPr lang="ro-RO" noProof="0" dirty="0"/>
            </a:br>
            <a:r>
              <a:rPr lang="ro-RO" noProof="0" dirty="0"/>
              <a:t>text</a:t>
            </a:r>
          </a:p>
        </p:txBody>
      </p:sp>
      <p:sp>
        <p:nvSpPr>
          <p:cNvPr id="66" name="Substituent imagine 2">
            <a:extLst>
              <a:ext uri="{FF2B5EF4-FFF2-40B4-BE49-F238E27FC236}">
                <a16:creationId xmlns:a16="http://schemas.microsoft.com/office/drawing/2014/main" id="{ACA8732F-AB9E-4253-BB5A-5ADD5BA9B153}"/>
              </a:ext>
            </a:extLst>
          </p:cNvPr>
          <p:cNvSpPr>
            <a:spLocks noGrp="1"/>
          </p:cNvSpPr>
          <p:nvPr>
            <p:ph type="pic" sz="quarter" idx="56"/>
          </p:nvPr>
        </p:nvSpPr>
        <p:spPr>
          <a:xfrm>
            <a:off x="9976142" y="4430694"/>
            <a:ext cx="1106424" cy="1106423"/>
          </a:xfrm>
          <a:prstGeom prst="ellipse">
            <a:avLst/>
          </a:prstGeom>
          <a:ln w="12700">
            <a:solidFill>
              <a:schemeClr val="bg1">
                <a:lumMod val="50000"/>
                <a:lumOff val="50000"/>
              </a:schemeClr>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cxnSp>
        <p:nvCxnSpPr>
          <p:cNvPr id="67" name="Conector drept 66">
            <a:extLst>
              <a:ext uri="{FF2B5EF4-FFF2-40B4-BE49-F238E27FC236}">
                <a16:creationId xmlns:a16="http://schemas.microsoft.com/office/drawing/2014/main" id="{BB9A566A-8C97-4AE6-B9EF-701587499889}"/>
              </a:ext>
            </a:extLst>
          </p:cNvPr>
          <p:cNvCxnSpPr>
            <a:cxnSpLocks/>
          </p:cNvCxnSpPr>
          <p:nvPr userDrawn="1"/>
        </p:nvCxnSpPr>
        <p:spPr>
          <a:xfrm flipV="1">
            <a:off x="10529354" y="3980054"/>
            <a:ext cx="0" cy="44255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8" name="Substituent text 3">
            <a:extLst>
              <a:ext uri="{FF2B5EF4-FFF2-40B4-BE49-F238E27FC236}">
                <a16:creationId xmlns:a16="http://schemas.microsoft.com/office/drawing/2014/main" id="{45B69021-5E85-4B37-B529-366AC57512FD}"/>
              </a:ext>
            </a:extLst>
          </p:cNvPr>
          <p:cNvSpPr>
            <a:spLocks noGrp="1"/>
          </p:cNvSpPr>
          <p:nvPr>
            <p:ph type="body" sz="quarter" idx="57"/>
          </p:nvPr>
        </p:nvSpPr>
        <p:spPr>
          <a:xfrm>
            <a:off x="8331612" y="1769589"/>
            <a:ext cx="3044973" cy="2212848"/>
          </a:xfrm>
          <a:custGeom>
            <a:avLst/>
            <a:gdLst>
              <a:gd name="connsiteX0" fmla="*/ 0 w 3044952"/>
              <a:gd name="connsiteY0" fmla="*/ 368815 h 2212848"/>
              <a:gd name="connsiteX1" fmla="*/ 368815 w 3044952"/>
              <a:gd name="connsiteY1" fmla="*/ 0 h 2212848"/>
              <a:gd name="connsiteX2" fmla="*/ 2676137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0 w 3044952"/>
              <a:gd name="connsiteY0" fmla="*/ 368815 h 2212848"/>
              <a:gd name="connsiteX1" fmla="*/ 254515 w 3044952"/>
              <a:gd name="connsiteY1" fmla="*/ 0 h 2212848"/>
              <a:gd name="connsiteX2" fmla="*/ 2676137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0 w 3044952"/>
              <a:gd name="connsiteY0" fmla="*/ 368815 h 2212848"/>
              <a:gd name="connsiteX1" fmla="*/ 254515 w 3044952"/>
              <a:gd name="connsiteY1" fmla="*/ 0 h 2212848"/>
              <a:gd name="connsiteX2" fmla="*/ 2842392 w 3044952"/>
              <a:gd name="connsiteY2" fmla="*/ 0 h 2212848"/>
              <a:gd name="connsiteX3" fmla="*/ 3044952 w 3044952"/>
              <a:gd name="connsiteY3" fmla="*/ 368815 h 2212848"/>
              <a:gd name="connsiteX4" fmla="*/ 3044952 w 3044952"/>
              <a:gd name="connsiteY4" fmla="*/ 1844033 h 2212848"/>
              <a:gd name="connsiteX5" fmla="*/ 2676137 w 3044952"/>
              <a:gd name="connsiteY5" fmla="*/ 2212848 h 2212848"/>
              <a:gd name="connsiteX6" fmla="*/ 368815 w 3044952"/>
              <a:gd name="connsiteY6" fmla="*/ 2212848 h 2212848"/>
              <a:gd name="connsiteX7" fmla="*/ 0 w 3044952"/>
              <a:gd name="connsiteY7" fmla="*/ 1844033 h 2212848"/>
              <a:gd name="connsiteX8" fmla="*/ 0 w 3044952"/>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676158 w 3044973"/>
              <a:gd name="connsiteY5" fmla="*/ 2212848 h 2212848"/>
              <a:gd name="connsiteX6" fmla="*/ 368836 w 3044973"/>
              <a:gd name="connsiteY6" fmla="*/ 2212848 h 2212848"/>
              <a:gd name="connsiteX7" fmla="*/ 21 w 3044973"/>
              <a:gd name="connsiteY7" fmla="*/ 1844033 h 2212848"/>
              <a:gd name="connsiteX8" fmla="*/ 21 w 3044973"/>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676158 w 3044973"/>
              <a:gd name="connsiteY5" fmla="*/ 2212848 h 2212848"/>
              <a:gd name="connsiteX6" fmla="*/ 233754 w 3044973"/>
              <a:gd name="connsiteY6" fmla="*/ 2207652 h 2212848"/>
              <a:gd name="connsiteX7" fmla="*/ 21 w 3044973"/>
              <a:gd name="connsiteY7" fmla="*/ 1844033 h 2212848"/>
              <a:gd name="connsiteX8" fmla="*/ 21 w 3044973"/>
              <a:gd name="connsiteY8" fmla="*/ 368815 h 2212848"/>
              <a:gd name="connsiteX0" fmla="*/ 21 w 3044973"/>
              <a:gd name="connsiteY0" fmla="*/ 368815 h 2212848"/>
              <a:gd name="connsiteX1" fmla="*/ 197386 w 3044973"/>
              <a:gd name="connsiteY1" fmla="*/ 0 h 2212848"/>
              <a:gd name="connsiteX2" fmla="*/ 2842413 w 3044973"/>
              <a:gd name="connsiteY2" fmla="*/ 0 h 2212848"/>
              <a:gd name="connsiteX3" fmla="*/ 3044973 w 3044973"/>
              <a:gd name="connsiteY3" fmla="*/ 368815 h 2212848"/>
              <a:gd name="connsiteX4" fmla="*/ 3044973 w 3044973"/>
              <a:gd name="connsiteY4" fmla="*/ 1844033 h 2212848"/>
              <a:gd name="connsiteX5" fmla="*/ 2842413 w 3044973"/>
              <a:gd name="connsiteY5" fmla="*/ 2212848 h 2212848"/>
              <a:gd name="connsiteX6" fmla="*/ 233754 w 3044973"/>
              <a:gd name="connsiteY6" fmla="*/ 2207652 h 2212848"/>
              <a:gd name="connsiteX7" fmla="*/ 21 w 3044973"/>
              <a:gd name="connsiteY7" fmla="*/ 1844033 h 2212848"/>
              <a:gd name="connsiteX8" fmla="*/ 21 w 3044973"/>
              <a:gd name="connsiteY8" fmla="*/ 368815 h 2212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973" h="2212848">
                <a:moveTo>
                  <a:pt x="21" y="368815"/>
                </a:moveTo>
                <a:cubicBezTo>
                  <a:pt x="21" y="165124"/>
                  <a:pt x="-6305" y="0"/>
                  <a:pt x="197386" y="0"/>
                </a:cubicBezTo>
                <a:lnTo>
                  <a:pt x="2842413" y="0"/>
                </a:lnTo>
                <a:cubicBezTo>
                  <a:pt x="3046104" y="0"/>
                  <a:pt x="3044973" y="165124"/>
                  <a:pt x="3044973" y="368815"/>
                </a:cubicBezTo>
                <a:lnTo>
                  <a:pt x="3044973" y="1844033"/>
                </a:lnTo>
                <a:cubicBezTo>
                  <a:pt x="3044973" y="2047724"/>
                  <a:pt x="3046104" y="2212848"/>
                  <a:pt x="2842413" y="2212848"/>
                </a:cubicBezTo>
                <a:lnTo>
                  <a:pt x="233754" y="2207652"/>
                </a:lnTo>
                <a:cubicBezTo>
                  <a:pt x="30063" y="2207652"/>
                  <a:pt x="21" y="2047724"/>
                  <a:pt x="21" y="1844033"/>
                </a:cubicBezTo>
                <a:lnTo>
                  <a:pt x="21" y="368815"/>
                </a:lnTo>
                <a:close/>
              </a:path>
            </a:pathLst>
          </a:custGeom>
          <a:ln>
            <a:solidFill>
              <a:schemeClr val="bg1">
                <a:lumMod val="50000"/>
                <a:lumOff val="50000"/>
              </a:schemeClr>
            </a:solidFill>
          </a:ln>
        </p:spPr>
        <p:txBody>
          <a:bodyPr lIns="216000" tIns="180000" rIns="216000" bIns="180000" rtlCol="0">
            <a:normAutofit/>
          </a:bodyPr>
          <a:lstStyle>
            <a:lvl1pPr marL="0" indent="0">
              <a:buNone/>
              <a:defRPr sz="1400">
                <a:solidFill>
                  <a:schemeClr val="tx2"/>
                </a:solidFill>
              </a:defRPr>
            </a:lvl1pPr>
          </a:lstStyle>
          <a:p>
            <a:pPr lvl="0" rtl="0"/>
            <a:r>
              <a:rPr lang="ro-RO" noProof="0"/>
              <a:t>Faceţi clic pentru a edita Master stiluri text</a:t>
            </a:r>
          </a:p>
        </p:txBody>
      </p:sp>
      <p:sp>
        <p:nvSpPr>
          <p:cNvPr id="69" name="Oval 68">
            <a:extLst>
              <a:ext uri="{FF2B5EF4-FFF2-40B4-BE49-F238E27FC236}">
                <a16:creationId xmlns:a16="http://schemas.microsoft.com/office/drawing/2014/main" id="{E407CD49-808A-445A-96C0-E3083C9FB390}"/>
              </a:ext>
            </a:extLst>
          </p:cNvPr>
          <p:cNvSpPr/>
          <p:nvPr userDrawn="1"/>
        </p:nvSpPr>
        <p:spPr>
          <a:xfrm>
            <a:off x="10478954" y="3925610"/>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Tree>
    <p:extLst>
      <p:ext uri="{BB962C8B-B14F-4D97-AF65-F5344CB8AC3E}">
        <p14:creationId xmlns:p14="http://schemas.microsoft.com/office/powerpoint/2010/main" val="8641312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spect conținut de studiu de caz">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09F1B35C-893A-4033-ADC0-2192AFA2927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CD637DF8-B064-4F36-89F8-EBF538A2E7F2}"/>
              </a:ext>
            </a:extLst>
          </p:cNvPr>
          <p:cNvSpPr>
            <a:spLocks noGrp="1"/>
          </p:cNvSpPr>
          <p:nvPr>
            <p:ph type="title" hasCustomPrompt="1"/>
          </p:nvPr>
        </p:nvSpPr>
        <p:spPr>
          <a:xfrm>
            <a:off x="803276" y="1980591"/>
            <a:ext cx="4187903" cy="1177174"/>
          </a:xfrm>
        </p:spPr>
        <p:txBody>
          <a:bodyPr lIns="0" tIns="0" rIns="0" bIns="0" rtlCol="0" anchor="b">
            <a:normAutofit/>
          </a:bodyPr>
          <a:lstStyle>
            <a:lvl1pPr>
              <a:defRPr sz="3600"/>
            </a:lvl1pPr>
          </a:lstStyle>
          <a:p>
            <a:pPr rtl="0"/>
            <a:r>
              <a:rPr lang="ro-RO" noProof="0" dirty="0"/>
              <a:t>STUDIU DE CAZ</a:t>
            </a:r>
          </a:p>
        </p:txBody>
      </p:sp>
      <p:sp>
        <p:nvSpPr>
          <p:cNvPr id="3" name="Substituent text 2">
            <a:extLst>
              <a:ext uri="{FF2B5EF4-FFF2-40B4-BE49-F238E27FC236}">
                <a16:creationId xmlns:a16="http://schemas.microsoft.com/office/drawing/2014/main" id="{8A72532A-5006-46B7-AE99-3A6891CD0254}"/>
              </a:ext>
            </a:extLst>
          </p:cNvPr>
          <p:cNvSpPr>
            <a:spLocks noGrp="1"/>
          </p:cNvSpPr>
          <p:nvPr>
            <p:ph type="body" idx="1" hasCustomPrompt="1"/>
          </p:nvPr>
        </p:nvSpPr>
        <p:spPr>
          <a:xfrm>
            <a:off x="826770" y="3610893"/>
            <a:ext cx="4168311" cy="1897530"/>
          </a:xfrm>
        </p:spPr>
        <p:txBody>
          <a:bodyPr lIns="0" tIns="0" rIns="0" bIns="0" rtlCol="0">
            <a:normAutofit/>
          </a:bodyPr>
          <a:lstStyle>
            <a:lvl1pPr marL="0" indent="0">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4" name="Substituent dată 3">
            <a:extLst>
              <a:ext uri="{FF2B5EF4-FFF2-40B4-BE49-F238E27FC236}">
                <a16:creationId xmlns:a16="http://schemas.microsoft.com/office/drawing/2014/main" id="{49EFC6D7-3241-401C-A16A-4A7CC2653954}"/>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F345D6DC-ABA5-4D00-9CD3-92FFDD1FA2DC}"/>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92459C86-0106-40E0-AA18-795EC5787677}"/>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11" name="Substituent imagine 10">
            <a:extLst>
              <a:ext uri="{FF2B5EF4-FFF2-40B4-BE49-F238E27FC236}">
                <a16:creationId xmlns:a16="http://schemas.microsoft.com/office/drawing/2014/main" id="{6D14F7B3-A6CF-491C-9855-75B5784CC456}"/>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5" name="Grup 14">
            <a:extLst>
              <a:ext uri="{FF2B5EF4-FFF2-40B4-BE49-F238E27FC236}">
                <a16:creationId xmlns:a16="http://schemas.microsoft.com/office/drawing/2014/main" id="{B7317392-EF87-4050-8BBE-32F74B0CF15A}"/>
              </a:ext>
            </a:extLst>
          </p:cNvPr>
          <p:cNvGrpSpPr/>
          <p:nvPr userDrawn="1"/>
        </p:nvGrpSpPr>
        <p:grpSpPr>
          <a:xfrm>
            <a:off x="0" y="3319328"/>
            <a:ext cx="3877785" cy="100800"/>
            <a:chOff x="-1228304" y="3240138"/>
            <a:chExt cx="3877785" cy="100800"/>
          </a:xfrm>
        </p:grpSpPr>
        <p:cxnSp>
          <p:nvCxnSpPr>
            <p:cNvPr id="13" name="Conector drept 12">
              <a:extLst>
                <a:ext uri="{FF2B5EF4-FFF2-40B4-BE49-F238E27FC236}">
                  <a16:creationId xmlns:a16="http://schemas.microsoft.com/office/drawing/2014/main" id="{785A4134-866D-4143-AC1E-8A2FFDB49855}"/>
                </a:ext>
              </a:extLst>
            </p:cNvPr>
            <p:cNvCxnSpPr>
              <a:cxnSpLocks/>
            </p:cNvCxnSpPr>
            <p:nvPr userDrawn="1"/>
          </p:nvCxnSpPr>
          <p:spPr>
            <a:xfrm>
              <a:off x="-1228304" y="3290538"/>
              <a:ext cx="3797643"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BC5D9C-B8FB-455B-9398-36DB21F2765E}"/>
                </a:ext>
              </a:extLst>
            </p:cNvPr>
            <p:cNvSpPr/>
            <p:nvPr userDrawn="1"/>
          </p:nvSpPr>
          <p:spPr>
            <a:xfrm>
              <a:off x="2548681" y="3240138"/>
              <a:ext cx="100800"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
        <p:nvSpPr>
          <p:cNvPr id="17" name="Oval 16">
            <a:extLst>
              <a:ext uri="{FF2B5EF4-FFF2-40B4-BE49-F238E27FC236}">
                <a16:creationId xmlns:a16="http://schemas.microsoft.com/office/drawing/2014/main" id="{72225750-E4CE-4A81-A0C3-4023030D637E}"/>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8" name="Conector drept 17">
            <a:extLst>
              <a:ext uri="{FF2B5EF4-FFF2-40B4-BE49-F238E27FC236}">
                <a16:creationId xmlns:a16="http://schemas.microsoft.com/office/drawing/2014/main" id="{3819C324-07DF-49DB-A08C-0E6155CE3041}"/>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5A34025-44F2-4A09-8629-F1794E9D35A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20" name="Conector drept 19">
            <a:extLst>
              <a:ext uri="{FF2B5EF4-FFF2-40B4-BE49-F238E27FC236}">
                <a16:creationId xmlns:a16="http://schemas.microsoft.com/office/drawing/2014/main" id="{815854A2-EAE9-4B2A-84CF-5A4BD753863A}"/>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5" name="Substituent text 2">
            <a:extLst>
              <a:ext uri="{FF2B5EF4-FFF2-40B4-BE49-F238E27FC236}">
                <a16:creationId xmlns:a16="http://schemas.microsoft.com/office/drawing/2014/main" id="{82DA762C-1D45-43AA-9DB3-3D8DBE3EACFE}"/>
              </a:ext>
            </a:extLst>
          </p:cNvPr>
          <p:cNvSpPr>
            <a:spLocks noGrp="1"/>
          </p:cNvSpPr>
          <p:nvPr>
            <p:ph type="body" idx="33" hasCustomPrompt="1"/>
          </p:nvPr>
        </p:nvSpPr>
        <p:spPr>
          <a:xfrm>
            <a:off x="5267325" y="1126345"/>
            <a:ext cx="6086475" cy="2662466"/>
          </a:xfrm>
        </p:spPr>
        <p:txBody>
          <a:bodyPr lIns="0" tIns="0" rIns="0" bIns="0" rtlCol="0">
            <a:normAutofit/>
          </a:bodyPr>
          <a:lstStyle>
            <a:lvl1pPr marL="0" indent="0">
              <a:lnSpc>
                <a:spcPct val="100000"/>
              </a:lnSpc>
              <a:spcBef>
                <a:spcPts val="600"/>
              </a:spcBef>
              <a:buClr>
                <a:schemeClr val="tx1"/>
              </a:buClr>
              <a:buFont typeface="Courier New" panose="02070309020205020404" pitchFamily="49" charset="0"/>
              <a:buNone/>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8" name="Substituent text 2">
            <a:extLst>
              <a:ext uri="{FF2B5EF4-FFF2-40B4-BE49-F238E27FC236}">
                <a16:creationId xmlns:a16="http://schemas.microsoft.com/office/drawing/2014/main" id="{4C3C1BF4-C955-4D71-87E4-BE0F7B619575}"/>
              </a:ext>
            </a:extLst>
          </p:cNvPr>
          <p:cNvSpPr>
            <a:spLocks noGrp="1"/>
          </p:cNvSpPr>
          <p:nvPr>
            <p:ph type="body" idx="34" hasCustomPrompt="1"/>
          </p:nvPr>
        </p:nvSpPr>
        <p:spPr>
          <a:xfrm>
            <a:off x="5269967" y="3909256"/>
            <a:ext cx="6086475" cy="1822399"/>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Tree>
    <p:extLst>
      <p:ext uri="{BB962C8B-B14F-4D97-AF65-F5344CB8AC3E}">
        <p14:creationId xmlns:p14="http://schemas.microsoft.com/office/powerpoint/2010/main" val="22059565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spect telefon mobil și conținut">
    <p:spTree>
      <p:nvGrpSpPr>
        <p:cNvPr id="1" name=""/>
        <p:cNvGrpSpPr/>
        <p:nvPr/>
      </p:nvGrpSpPr>
      <p:grpSpPr>
        <a:xfrm>
          <a:off x="0" y="0"/>
          <a:ext cx="0" cy="0"/>
          <a:chOff x="0" y="0"/>
          <a:chExt cx="0" cy="0"/>
        </a:xfrm>
      </p:grpSpPr>
      <p:sp>
        <p:nvSpPr>
          <p:cNvPr id="15" name="Dreptunghi 14">
            <a:extLst>
              <a:ext uri="{FF2B5EF4-FFF2-40B4-BE49-F238E27FC236}">
                <a16:creationId xmlns:a16="http://schemas.microsoft.com/office/drawing/2014/main" id="{E8E3FDB8-6D5C-48FE-99EA-7EC60F4D819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5" name="Substituent dată 4">
            <a:extLst>
              <a:ext uri="{FF2B5EF4-FFF2-40B4-BE49-F238E27FC236}">
                <a16:creationId xmlns:a16="http://schemas.microsoft.com/office/drawing/2014/main" id="{2D9775F3-A041-479A-8038-652B7D9C72E9}"/>
              </a:ext>
            </a:extLst>
          </p:cNvPr>
          <p:cNvSpPr>
            <a:spLocks noGrp="1"/>
          </p:cNvSpPr>
          <p:nvPr>
            <p:ph type="dt" sz="half" idx="10"/>
          </p:nvPr>
        </p:nvSpPr>
        <p:spPr/>
        <p:txBody>
          <a:bodyPr rtlCol="0"/>
          <a:lstStyle/>
          <a:p>
            <a:pPr rtl="0"/>
            <a:r>
              <a:rPr lang="ro-RO" noProof="0" dirty="0"/>
              <a:t>DD.MM.20XX</a:t>
            </a:r>
          </a:p>
        </p:txBody>
      </p:sp>
      <p:sp>
        <p:nvSpPr>
          <p:cNvPr id="6" name="Substituent subsol 5">
            <a:extLst>
              <a:ext uri="{FF2B5EF4-FFF2-40B4-BE49-F238E27FC236}">
                <a16:creationId xmlns:a16="http://schemas.microsoft.com/office/drawing/2014/main" id="{29BEDD04-BE4E-4B91-B13E-0C4FB3E1658F}"/>
              </a:ext>
            </a:extLst>
          </p:cNvPr>
          <p:cNvSpPr>
            <a:spLocks noGrp="1"/>
          </p:cNvSpPr>
          <p:nvPr>
            <p:ph type="ftr" sz="quarter" idx="11"/>
          </p:nvPr>
        </p:nvSpPr>
        <p:spPr/>
        <p:txBody>
          <a:bodyPr rtlCol="0"/>
          <a:lstStyle/>
          <a:p>
            <a:pPr rtl="0"/>
            <a:r>
              <a:rPr lang="ro-RO" noProof="0" dirty="0"/>
              <a:t>ADĂUGAREA UNUI SUBSOL</a:t>
            </a:r>
          </a:p>
        </p:txBody>
      </p:sp>
      <p:sp>
        <p:nvSpPr>
          <p:cNvPr id="7" name="Substituent număr diapozitiv 6">
            <a:extLst>
              <a:ext uri="{FF2B5EF4-FFF2-40B4-BE49-F238E27FC236}">
                <a16:creationId xmlns:a16="http://schemas.microsoft.com/office/drawing/2014/main" id="{306DF5D8-12DC-494E-B0F1-2E9C86A1454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8" name="Titlu 1">
            <a:extLst>
              <a:ext uri="{FF2B5EF4-FFF2-40B4-BE49-F238E27FC236}">
                <a16:creationId xmlns:a16="http://schemas.microsoft.com/office/drawing/2014/main" id="{ABF87C9E-53A2-4DE1-89DC-3907BE2E3D3C}"/>
              </a:ext>
            </a:extLst>
          </p:cNvPr>
          <p:cNvSpPr>
            <a:spLocks noGrp="1"/>
          </p:cNvSpPr>
          <p:nvPr>
            <p:ph type="title" hasCustomPrompt="1"/>
          </p:nvPr>
        </p:nvSpPr>
        <p:spPr>
          <a:xfrm>
            <a:off x="6096000" y="1294387"/>
            <a:ext cx="5314072" cy="569086"/>
          </a:xfrm>
        </p:spPr>
        <p:txBody>
          <a:bodyPr lIns="0" tIns="0" rIns="0" bIns="0" rtlCol="0" anchor="b">
            <a:normAutofit/>
          </a:bodyPr>
          <a:lstStyle>
            <a:lvl1pPr algn="l">
              <a:defRPr sz="3600"/>
            </a:lvl1pPr>
          </a:lstStyle>
          <a:p>
            <a:pPr rtl="0"/>
            <a:r>
              <a:rPr lang="ro-RO" noProof="0" dirty="0"/>
              <a:t>FACEȚI CLIC PENTRU A EDITA TITLUL</a:t>
            </a:r>
          </a:p>
        </p:txBody>
      </p:sp>
      <p:sp>
        <p:nvSpPr>
          <p:cNvPr id="9" name="Substituent text 2">
            <a:extLst>
              <a:ext uri="{FF2B5EF4-FFF2-40B4-BE49-F238E27FC236}">
                <a16:creationId xmlns:a16="http://schemas.microsoft.com/office/drawing/2014/main" id="{EB453F8F-AA02-4E0D-93BF-8CF4F1490377}"/>
              </a:ext>
            </a:extLst>
          </p:cNvPr>
          <p:cNvSpPr>
            <a:spLocks noGrp="1"/>
          </p:cNvSpPr>
          <p:nvPr>
            <p:ph type="body" idx="1" hasCustomPrompt="1"/>
          </p:nvPr>
        </p:nvSpPr>
        <p:spPr>
          <a:xfrm>
            <a:off x="6096000" y="2212679"/>
            <a:ext cx="5292725" cy="978407"/>
          </a:xfrm>
        </p:spPr>
        <p:txBody>
          <a:bodyPr lIns="0" tIns="0" rIns="0" bIns="0" rtlCol="0">
            <a:normAutofit/>
          </a:bodyPr>
          <a:lstStyle>
            <a:lvl1pPr marL="0" indent="0" algn="l">
              <a:lnSpc>
                <a:spcPct val="100000"/>
              </a:lnSpc>
              <a:buNone/>
              <a:defRPr sz="1800" b="1">
                <a:solidFill>
                  <a:schemeClr val="tx1"/>
                </a:solidFill>
                <a:latin typeface="+mn-lt"/>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10" name="Substituent imagine 10">
            <a:extLst>
              <a:ext uri="{FF2B5EF4-FFF2-40B4-BE49-F238E27FC236}">
                <a16:creationId xmlns:a16="http://schemas.microsoft.com/office/drawing/2014/main" id="{A541F291-2E4B-474E-9ED0-55C97A2A066D}"/>
              </a:ext>
            </a:extLst>
          </p:cNvPr>
          <p:cNvSpPr>
            <a:spLocks noGrp="1"/>
          </p:cNvSpPr>
          <p:nvPr>
            <p:ph type="pic" sz="quarter" idx="13"/>
          </p:nvPr>
        </p:nvSpPr>
        <p:spPr>
          <a:xfrm>
            <a:off x="831850" y="859665"/>
            <a:ext cx="1078992" cy="548640"/>
          </a:xfrm>
        </p:spPr>
        <p:txBody>
          <a:bodyPr rtlCol="0" anchor="ctr" anchorCtr="0">
            <a:normAutofit/>
          </a:bodyPr>
          <a:lstStyle>
            <a:lvl1pPr marL="0" indent="0" algn="ctr">
              <a:buNone/>
              <a:defRPr sz="1200"/>
            </a:lvl1pPr>
          </a:lstStyle>
          <a:p>
            <a:pPr rtl="0"/>
            <a:r>
              <a:rPr lang="ro-RO" noProof="0"/>
              <a:t>Faceți clic pe pictogramă pentru a adăuga o imagine</a:t>
            </a:r>
            <a:endParaRPr lang="ro-RO" noProof="0" dirty="0"/>
          </a:p>
        </p:txBody>
      </p:sp>
      <p:grpSp>
        <p:nvGrpSpPr>
          <p:cNvPr id="11" name="Grup 10">
            <a:extLst>
              <a:ext uri="{FF2B5EF4-FFF2-40B4-BE49-F238E27FC236}">
                <a16:creationId xmlns:a16="http://schemas.microsoft.com/office/drawing/2014/main" id="{59E4D57E-4989-4939-A31F-637543FAB606}"/>
              </a:ext>
            </a:extLst>
          </p:cNvPr>
          <p:cNvGrpSpPr/>
          <p:nvPr userDrawn="1"/>
        </p:nvGrpSpPr>
        <p:grpSpPr>
          <a:xfrm flipH="1">
            <a:off x="6096000" y="1970230"/>
            <a:ext cx="6096000" cy="100800"/>
            <a:chOff x="646015" y="3248308"/>
            <a:chExt cx="3107749" cy="100800"/>
          </a:xfrm>
        </p:grpSpPr>
        <p:cxnSp>
          <p:nvCxnSpPr>
            <p:cNvPr id="12" name="Conector drept 11">
              <a:extLst>
                <a:ext uri="{FF2B5EF4-FFF2-40B4-BE49-F238E27FC236}">
                  <a16:creationId xmlns:a16="http://schemas.microsoft.com/office/drawing/2014/main" id="{370B72A7-B625-48B8-88E6-BCE2A4DD531E}"/>
                </a:ext>
              </a:extLst>
            </p:cNvPr>
            <p:cNvCxnSpPr>
              <a:cxnSpLocks/>
            </p:cNvCxnSpPr>
            <p:nvPr userDrawn="1"/>
          </p:nvCxnSpPr>
          <p:spPr>
            <a:xfrm>
              <a:off x="646015" y="3290538"/>
              <a:ext cx="3107749"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ED729F-F8A5-4244-9776-4935C260F11F}"/>
                </a:ext>
              </a:extLst>
            </p:cNvPr>
            <p:cNvSpPr/>
            <p:nvPr userDrawn="1"/>
          </p:nvSpPr>
          <p:spPr>
            <a:xfrm>
              <a:off x="3702376" y="3248308"/>
              <a:ext cx="51388"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cxnSp>
        <p:nvCxnSpPr>
          <p:cNvPr id="17" name="Conector drept 16">
            <a:extLst>
              <a:ext uri="{FF2B5EF4-FFF2-40B4-BE49-F238E27FC236}">
                <a16:creationId xmlns:a16="http://schemas.microsoft.com/office/drawing/2014/main" id="{6150998C-CF95-4C6F-8962-8EB2DB30177D}"/>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86A2ACD-8CF5-48A3-A678-E213A809B332}"/>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9" name="Conector drept 18">
            <a:extLst>
              <a:ext uri="{FF2B5EF4-FFF2-40B4-BE49-F238E27FC236}">
                <a16:creationId xmlns:a16="http://schemas.microsoft.com/office/drawing/2014/main" id="{F00811BB-0E37-4D70-84A5-97B3FBEDCBE6}"/>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03B3046-0457-4D23-8E0C-64E3FCD620BB}"/>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3" name="Substituent text 2">
            <a:extLst>
              <a:ext uri="{FF2B5EF4-FFF2-40B4-BE49-F238E27FC236}">
                <a16:creationId xmlns:a16="http://schemas.microsoft.com/office/drawing/2014/main" id="{ABD2EF23-562D-4049-92E3-48371C9E83A4}"/>
              </a:ext>
            </a:extLst>
          </p:cNvPr>
          <p:cNvSpPr>
            <a:spLocks noGrp="1"/>
          </p:cNvSpPr>
          <p:nvPr>
            <p:ph type="body" idx="30" hasCustomPrompt="1"/>
          </p:nvPr>
        </p:nvSpPr>
        <p:spPr>
          <a:xfrm>
            <a:off x="6098826" y="3335524"/>
            <a:ext cx="5311245" cy="2248846"/>
          </a:xfrm>
        </p:spPr>
        <p:txBody>
          <a:bodyPr lIns="0" tIns="0" rIns="0" bIns="0" rtlCol="0">
            <a:normAutofit/>
          </a:bodyPr>
          <a:lstStyle>
            <a:lvl1pPr marL="216000" indent="-216000">
              <a:lnSpc>
                <a:spcPct val="100000"/>
              </a:lnSpc>
              <a:spcBef>
                <a:spcPts val="600"/>
              </a:spcBef>
              <a:buClr>
                <a:schemeClr val="tx1"/>
              </a:buClr>
              <a:buFont typeface="Courier New" panose="02070309020205020404" pitchFamily="49" charset="0"/>
              <a:buChar char="o"/>
              <a:defRPr sz="1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o-RO" noProof="0" dirty="0"/>
              <a:t>Editați stilurile de text coordonator</a:t>
            </a:r>
          </a:p>
        </p:txBody>
      </p:sp>
      <p:sp>
        <p:nvSpPr>
          <p:cNvPr id="3" name="Dreptunghi 2">
            <a:extLst>
              <a:ext uri="{FF2B5EF4-FFF2-40B4-BE49-F238E27FC236}">
                <a16:creationId xmlns:a16="http://schemas.microsoft.com/office/drawing/2014/main" id="{496B07E0-C579-4C5F-9AD4-6AF791562924}"/>
              </a:ext>
            </a:extLst>
          </p:cNvPr>
          <p:cNvSpPr/>
          <p:nvPr userDrawn="1"/>
        </p:nvSpPr>
        <p:spPr>
          <a:xfrm>
            <a:off x="963549" y="1819285"/>
            <a:ext cx="4306824" cy="3648456"/>
          </a:xfrm>
          <a:prstGeom prst="rect">
            <a:avLst/>
          </a:prstGeom>
          <a:blipFill>
            <a:blip r:embed="rId2">
              <a:extLst>
                <a:ext uri="{96DAC541-7B7A-43D3-8B79-37D633B846F1}">
                  <asvg:svgBlip xmlns:asvg="http://schemas.microsoft.com/office/drawing/2016/SVG/main" r:embed="rId3"/>
                </a:ext>
              </a:extLst>
            </a:blip>
            <a:srcRect/>
            <a:stretch>
              <a:fillRect t="-195" b="-19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21" name="Substituent imagine 2">
            <a:extLst>
              <a:ext uri="{FF2B5EF4-FFF2-40B4-BE49-F238E27FC236}">
                <a16:creationId xmlns:a16="http://schemas.microsoft.com/office/drawing/2014/main" id="{D5639F99-011E-49CF-8ABD-A4DB4439FB47}"/>
              </a:ext>
            </a:extLst>
          </p:cNvPr>
          <p:cNvSpPr>
            <a:spLocks noGrp="1"/>
          </p:cNvSpPr>
          <p:nvPr>
            <p:ph type="pic" sz="quarter" idx="14"/>
          </p:nvPr>
        </p:nvSpPr>
        <p:spPr>
          <a:xfrm>
            <a:off x="3315505" y="1976894"/>
            <a:ext cx="1819656" cy="3108960"/>
          </a:xfrm>
          <a:ln w="25400">
            <a:solidFill>
              <a:schemeClr val="tx2"/>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sp>
        <p:nvSpPr>
          <p:cNvPr id="22" name="Substituent imagine 2">
            <a:extLst>
              <a:ext uri="{FF2B5EF4-FFF2-40B4-BE49-F238E27FC236}">
                <a16:creationId xmlns:a16="http://schemas.microsoft.com/office/drawing/2014/main" id="{028483B2-B562-448D-AEE1-556BC9366BBA}"/>
              </a:ext>
            </a:extLst>
          </p:cNvPr>
          <p:cNvSpPr>
            <a:spLocks noGrp="1"/>
          </p:cNvSpPr>
          <p:nvPr>
            <p:ph type="pic" sz="quarter" idx="31"/>
          </p:nvPr>
        </p:nvSpPr>
        <p:spPr>
          <a:xfrm>
            <a:off x="1102188" y="3517926"/>
            <a:ext cx="2057400" cy="1819656"/>
          </a:xfrm>
          <a:ln w="25400">
            <a:solidFill>
              <a:schemeClr val="tx2"/>
            </a:solidFill>
          </a:ln>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spTree>
    <p:extLst>
      <p:ext uri="{BB962C8B-B14F-4D97-AF65-F5344CB8AC3E}">
        <p14:creationId xmlns:p14="http://schemas.microsoft.com/office/powerpoint/2010/main" val="31957634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nual">
    <p:spTree>
      <p:nvGrpSpPr>
        <p:cNvPr id="1" name=""/>
        <p:cNvGrpSpPr/>
        <p:nvPr/>
      </p:nvGrpSpPr>
      <p:grpSpPr>
        <a:xfrm>
          <a:off x="0" y="0"/>
          <a:ext cx="0" cy="0"/>
          <a:chOff x="0" y="0"/>
          <a:chExt cx="0" cy="0"/>
        </a:xfrm>
      </p:grpSpPr>
      <p:sp>
        <p:nvSpPr>
          <p:cNvPr id="35" name="Dreptunghi 34">
            <a:extLst>
              <a:ext uri="{FF2B5EF4-FFF2-40B4-BE49-F238E27FC236}">
                <a16:creationId xmlns:a16="http://schemas.microsoft.com/office/drawing/2014/main" id="{42737603-04DB-411C-B2D9-BDFF9AEE89D6}"/>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1" name="Substituent text 3">
            <a:extLst>
              <a:ext uri="{FF2B5EF4-FFF2-40B4-BE49-F238E27FC236}">
                <a16:creationId xmlns:a16="http://schemas.microsoft.com/office/drawing/2014/main" id="{605A03A4-E79C-49C5-A546-FF8E2D42E9D2}"/>
              </a:ext>
            </a:extLst>
          </p:cNvPr>
          <p:cNvSpPr>
            <a:spLocks noGrp="1"/>
          </p:cNvSpPr>
          <p:nvPr>
            <p:ph type="body" sz="half" idx="2"/>
          </p:nvPr>
        </p:nvSpPr>
        <p:spPr>
          <a:xfrm>
            <a:off x="883319" y="3054194"/>
            <a:ext cx="1645920" cy="618756"/>
          </a:xfrm>
        </p:spPr>
        <p:txBody>
          <a:bodyPr lIns="0" tIns="0" rIns="0" bIns="0" rtlCol="0" anchor="t" anchorCtr="0">
            <a:normAutofit/>
          </a:bodyPr>
          <a:lstStyle>
            <a:lvl1pPr marL="0" indent="0">
              <a:lnSpc>
                <a:spcPct val="100000"/>
              </a:lnSpc>
              <a:spcBef>
                <a:spcPts val="0"/>
              </a:spcBef>
              <a:buNone/>
              <a:defRPr lang="en-US" sz="1400" i="0"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a:t>Faceţi clic pentru a edita Master stiluri text</a:t>
            </a:r>
          </a:p>
        </p:txBody>
      </p:sp>
      <p:sp>
        <p:nvSpPr>
          <p:cNvPr id="22" name="Substituent text 3">
            <a:extLst>
              <a:ext uri="{FF2B5EF4-FFF2-40B4-BE49-F238E27FC236}">
                <a16:creationId xmlns:a16="http://schemas.microsoft.com/office/drawing/2014/main" id="{9EA27EF7-FC6B-496C-B737-B9219950367E}"/>
              </a:ext>
            </a:extLst>
          </p:cNvPr>
          <p:cNvSpPr>
            <a:spLocks noGrp="1"/>
          </p:cNvSpPr>
          <p:nvPr>
            <p:ph type="body" sz="half" idx="34" hasCustomPrompt="1"/>
          </p:nvPr>
        </p:nvSpPr>
        <p:spPr>
          <a:xfrm>
            <a:off x="1384584" y="2023761"/>
            <a:ext cx="2469965" cy="982274"/>
          </a:xfrm>
        </p:spPr>
        <p:txBody>
          <a:bodyPr lIns="0" rIns="0" bIns="0" rtlCol="0" anchor="ctr" anchorCtr="0">
            <a:normAutofit/>
          </a:bodyPr>
          <a:lstStyle>
            <a:lvl1pPr marL="0" indent="0">
              <a:spcBef>
                <a:spcPts val="0"/>
              </a:spcBef>
              <a:buNone/>
              <a:defRPr lang="en-US" sz="2000" b="1" kern="1200" dirty="0">
                <a:solidFill>
                  <a:schemeClr val="bg2"/>
                </a:solidFill>
                <a:latin typeface="Tahoma" panose="020B0604030504040204" pitchFamily="34" charset="0"/>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dirty="0"/>
              <a:t>Stiluri text coordonator</a:t>
            </a:r>
            <a:br>
              <a:rPr lang="ro-RO" noProof="0" dirty="0"/>
            </a:br>
            <a:r>
              <a:rPr lang="ro-RO" noProof="0" dirty="0"/>
              <a:t> </a:t>
            </a:r>
          </a:p>
        </p:txBody>
      </p:sp>
      <p:sp>
        <p:nvSpPr>
          <p:cNvPr id="23" name="Substituent text 3">
            <a:extLst>
              <a:ext uri="{FF2B5EF4-FFF2-40B4-BE49-F238E27FC236}">
                <a16:creationId xmlns:a16="http://schemas.microsoft.com/office/drawing/2014/main" id="{6C0E2C30-6E91-49DE-B7A1-6E32A19EC81D}"/>
              </a:ext>
            </a:extLst>
          </p:cNvPr>
          <p:cNvSpPr>
            <a:spLocks noGrp="1"/>
          </p:cNvSpPr>
          <p:nvPr>
            <p:ph type="body" sz="half" idx="36"/>
          </p:nvPr>
        </p:nvSpPr>
        <p:spPr>
          <a:xfrm>
            <a:off x="2596444" y="3054194"/>
            <a:ext cx="1389888" cy="618756"/>
          </a:xfrm>
        </p:spPr>
        <p:txBody>
          <a:bodyPr lIns="0" tIns="0" rIns="0" bIns="0" rtlCol="0" anchor="t" anchorCtr="0">
            <a:normAutofit/>
          </a:bodyPr>
          <a:lstStyle>
            <a:lvl1pPr marL="0" indent="0">
              <a:lnSpc>
                <a:spcPct val="100000"/>
              </a:lnSpc>
              <a:spcBef>
                <a:spcPts val="0"/>
              </a:spcBef>
              <a:buNone/>
              <a:defRPr lang="en-US" sz="1400" i="0"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ro-RO" noProof="0"/>
              <a:t>Faceţi clic pentru a edita Master stiluri text</a:t>
            </a:r>
          </a:p>
        </p:txBody>
      </p:sp>
      <p:sp>
        <p:nvSpPr>
          <p:cNvPr id="24" name="Substituent imagine 12">
            <a:extLst>
              <a:ext uri="{FF2B5EF4-FFF2-40B4-BE49-F238E27FC236}">
                <a16:creationId xmlns:a16="http://schemas.microsoft.com/office/drawing/2014/main" id="{70BE5E73-C067-492F-BE30-5E3DADAD40EF}"/>
              </a:ext>
            </a:extLst>
          </p:cNvPr>
          <p:cNvSpPr>
            <a:spLocks noGrp="1"/>
          </p:cNvSpPr>
          <p:nvPr>
            <p:ph type="pic" sz="quarter" idx="37"/>
          </p:nvPr>
        </p:nvSpPr>
        <p:spPr>
          <a:xfrm>
            <a:off x="875852" y="3731781"/>
            <a:ext cx="1636776" cy="1618488"/>
          </a:xfrm>
        </p:spPr>
        <p:txBody>
          <a:bodyPr rtlCol="0" anchor="ctr" anchorCtr="0">
            <a:noAutofit/>
          </a:bodyPr>
          <a:lstStyle>
            <a:lvl1pPr marL="0" indent="0" algn="ctr">
              <a:buNone/>
              <a:defRPr sz="1400">
                <a:solidFill>
                  <a:schemeClr val="tx1"/>
                </a:solidFill>
              </a:defRPr>
            </a:lvl1pPr>
          </a:lstStyle>
          <a:p>
            <a:pPr rtl="0"/>
            <a:r>
              <a:rPr lang="ro-RO" noProof="0"/>
              <a:t>Faceți clic pe pictogramă pentru a adăuga o imagine</a:t>
            </a:r>
            <a:endParaRPr lang="ro-RO" noProof="0" dirty="0"/>
          </a:p>
        </p:txBody>
      </p:sp>
      <p:sp>
        <p:nvSpPr>
          <p:cNvPr id="25" name="Substituent imagine 12">
            <a:extLst>
              <a:ext uri="{FF2B5EF4-FFF2-40B4-BE49-F238E27FC236}">
                <a16:creationId xmlns:a16="http://schemas.microsoft.com/office/drawing/2014/main" id="{36A9B448-4FDC-41F7-941E-5BF5A129057A}"/>
              </a:ext>
            </a:extLst>
          </p:cNvPr>
          <p:cNvSpPr>
            <a:spLocks noGrp="1"/>
          </p:cNvSpPr>
          <p:nvPr>
            <p:ph type="pic" sz="quarter" idx="38"/>
          </p:nvPr>
        </p:nvSpPr>
        <p:spPr>
          <a:xfrm>
            <a:off x="2499831" y="3731781"/>
            <a:ext cx="1636776" cy="1618488"/>
          </a:xfrm>
        </p:spPr>
        <p:txBody>
          <a:bodyPr rtlCol="0" anchor="ctr" anchorCtr="0">
            <a:noAutofit/>
          </a:bodyPr>
          <a:lstStyle>
            <a:lvl1pPr marL="0" indent="0" algn="ctr">
              <a:buNone/>
              <a:defRPr sz="1400">
                <a:solidFill>
                  <a:schemeClr val="tx1"/>
                </a:solidFill>
              </a:defRPr>
            </a:lvl1pPr>
          </a:lstStyle>
          <a:p>
            <a:pPr rtl="0"/>
            <a:r>
              <a:rPr lang="ro-RO" noProof="0"/>
              <a:t>Faceți clic pe pictogramă pentru a adăuga o imagine</a:t>
            </a:r>
            <a:endParaRPr lang="ro-RO" noProof="0" dirty="0"/>
          </a:p>
        </p:txBody>
      </p:sp>
      <p:sp>
        <p:nvSpPr>
          <p:cNvPr id="26" name="Substituent text 3">
            <a:extLst>
              <a:ext uri="{FF2B5EF4-FFF2-40B4-BE49-F238E27FC236}">
                <a16:creationId xmlns:a16="http://schemas.microsoft.com/office/drawing/2014/main" id="{90B3A413-8776-4B3B-931F-C132DAB3A425}"/>
              </a:ext>
            </a:extLst>
          </p:cNvPr>
          <p:cNvSpPr>
            <a:spLocks noGrp="1"/>
          </p:cNvSpPr>
          <p:nvPr>
            <p:ph type="body" sz="half" idx="39"/>
          </p:nvPr>
        </p:nvSpPr>
        <p:spPr>
          <a:xfrm>
            <a:off x="4940427" y="3054194"/>
            <a:ext cx="2113508" cy="618756"/>
          </a:xfrm>
        </p:spPr>
        <p:txBody>
          <a:bodyPr lIns="0" tIns="0" rIns="0" bIns="0" rtlCol="0" anchor="t" anchorCtr="0">
            <a:normAutofit/>
          </a:bodyPr>
          <a:lstStyle>
            <a:lvl1pPr marL="0" indent="0">
              <a:lnSpc>
                <a:spcPct val="100000"/>
              </a:lnSpc>
              <a:spcBef>
                <a:spcPts val="0"/>
              </a:spcBef>
              <a:buNone/>
              <a:defRPr lang="en-US" sz="1400" i="0" kern="120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ro-RO" noProof="0"/>
              <a:t>Faceţi clic pentru a edita Master stiluri text</a:t>
            </a:r>
          </a:p>
        </p:txBody>
      </p:sp>
      <p:sp>
        <p:nvSpPr>
          <p:cNvPr id="27" name="Substituent text 3">
            <a:extLst>
              <a:ext uri="{FF2B5EF4-FFF2-40B4-BE49-F238E27FC236}">
                <a16:creationId xmlns:a16="http://schemas.microsoft.com/office/drawing/2014/main" id="{BAD0CCD5-B712-4DB2-BFE3-4D3461B29F6D}"/>
              </a:ext>
            </a:extLst>
          </p:cNvPr>
          <p:cNvSpPr>
            <a:spLocks noGrp="1"/>
          </p:cNvSpPr>
          <p:nvPr>
            <p:ph type="body" sz="half" idx="40" hasCustomPrompt="1"/>
          </p:nvPr>
        </p:nvSpPr>
        <p:spPr>
          <a:xfrm>
            <a:off x="5494328" y="2023761"/>
            <a:ext cx="1943702" cy="982274"/>
          </a:xfrm>
        </p:spPr>
        <p:txBody>
          <a:bodyPr lIns="0" rIns="0" bIns="0" rtlCol="0" anchor="ctr" anchorCtr="0">
            <a:normAutofit/>
          </a:bodyPr>
          <a:lstStyle>
            <a:lvl1pPr marL="0" indent="0">
              <a:spcBef>
                <a:spcPts val="0"/>
              </a:spcBef>
              <a:buNone/>
              <a:defRPr lang="en-US" sz="2000" b="1" kern="1200" dirty="0">
                <a:solidFill>
                  <a:schemeClr val="bg2"/>
                </a:solidFill>
                <a:latin typeface="Tahoma" panose="020B0604030504040204" pitchFamily="34" charset="0"/>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dirty="0"/>
              <a:t>Stiluri text coordonator</a:t>
            </a:r>
            <a:br>
              <a:rPr lang="ro-RO" noProof="0" dirty="0"/>
            </a:br>
            <a:r>
              <a:rPr lang="ro-RO" noProof="0" dirty="0"/>
              <a:t> </a:t>
            </a:r>
          </a:p>
        </p:txBody>
      </p:sp>
      <p:sp>
        <p:nvSpPr>
          <p:cNvPr id="28" name="Substituent imagine 12">
            <a:extLst>
              <a:ext uri="{FF2B5EF4-FFF2-40B4-BE49-F238E27FC236}">
                <a16:creationId xmlns:a16="http://schemas.microsoft.com/office/drawing/2014/main" id="{64125935-B0D3-4ABD-9BBA-A60E46D2C55C}"/>
              </a:ext>
            </a:extLst>
          </p:cNvPr>
          <p:cNvSpPr>
            <a:spLocks noGrp="1"/>
          </p:cNvSpPr>
          <p:nvPr>
            <p:ph type="pic" sz="quarter" idx="43"/>
          </p:nvPr>
        </p:nvSpPr>
        <p:spPr>
          <a:xfrm>
            <a:off x="4946407" y="3731781"/>
            <a:ext cx="2048256" cy="896112"/>
          </a:xfrm>
        </p:spPr>
        <p:txBody>
          <a:bodyPr rtlCol="0" anchor="ctr" anchorCtr="0">
            <a:noAutofit/>
          </a:bodyPr>
          <a:lstStyle>
            <a:lvl1pPr marL="0" indent="0" algn="ctr">
              <a:buNone/>
              <a:defRPr sz="1400">
                <a:solidFill>
                  <a:schemeClr val="tx1"/>
                </a:solidFill>
              </a:defRPr>
            </a:lvl1pPr>
          </a:lstStyle>
          <a:p>
            <a:pPr rtl="0"/>
            <a:r>
              <a:rPr lang="ro-RO" noProof="0"/>
              <a:t>Faceți clic pe pictogramă pentru a adăuga o imagine</a:t>
            </a:r>
            <a:endParaRPr lang="ro-RO" noProof="0" dirty="0"/>
          </a:p>
        </p:txBody>
      </p:sp>
      <p:sp>
        <p:nvSpPr>
          <p:cNvPr id="29" name="Substituent text 3">
            <a:extLst>
              <a:ext uri="{FF2B5EF4-FFF2-40B4-BE49-F238E27FC236}">
                <a16:creationId xmlns:a16="http://schemas.microsoft.com/office/drawing/2014/main" id="{47D3BA4D-FA26-44C8-B927-E42CC8E67B79}"/>
              </a:ext>
            </a:extLst>
          </p:cNvPr>
          <p:cNvSpPr>
            <a:spLocks noGrp="1"/>
          </p:cNvSpPr>
          <p:nvPr>
            <p:ph type="body" sz="half" idx="45"/>
          </p:nvPr>
        </p:nvSpPr>
        <p:spPr>
          <a:xfrm>
            <a:off x="7900319" y="3054194"/>
            <a:ext cx="2197045" cy="618756"/>
          </a:xfrm>
        </p:spPr>
        <p:txBody>
          <a:bodyPr lIns="0" tIns="0" rIns="0" bIns="0" rtlCol="0" anchor="t" anchorCtr="0">
            <a:normAutofit/>
          </a:bodyPr>
          <a:lstStyle>
            <a:lvl1pPr marL="0" indent="0">
              <a:lnSpc>
                <a:spcPct val="100000"/>
              </a:lnSpc>
              <a:spcBef>
                <a:spcPts val="0"/>
              </a:spcBef>
              <a:buNone/>
              <a:defRPr lang="en-US" sz="1400" i="0" kern="120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ro-RO" noProof="0"/>
              <a:t>Faceţi clic pentru a edita Master stiluri text</a:t>
            </a:r>
          </a:p>
        </p:txBody>
      </p:sp>
      <p:sp>
        <p:nvSpPr>
          <p:cNvPr id="30" name="Substituent text 3">
            <a:extLst>
              <a:ext uri="{FF2B5EF4-FFF2-40B4-BE49-F238E27FC236}">
                <a16:creationId xmlns:a16="http://schemas.microsoft.com/office/drawing/2014/main" id="{2D2A84D7-2523-470B-A3C0-0140355D4F68}"/>
              </a:ext>
            </a:extLst>
          </p:cNvPr>
          <p:cNvSpPr>
            <a:spLocks noGrp="1"/>
          </p:cNvSpPr>
          <p:nvPr>
            <p:ph type="body" sz="half" idx="46" hasCustomPrompt="1"/>
          </p:nvPr>
        </p:nvSpPr>
        <p:spPr>
          <a:xfrm>
            <a:off x="8454220" y="2023761"/>
            <a:ext cx="1943702" cy="982274"/>
          </a:xfrm>
        </p:spPr>
        <p:txBody>
          <a:bodyPr lIns="0" rIns="0" bIns="0" rtlCol="0" anchor="ctr" anchorCtr="0">
            <a:normAutofit/>
          </a:bodyPr>
          <a:lstStyle>
            <a:lvl1pPr marL="0" indent="0">
              <a:spcBef>
                <a:spcPts val="0"/>
              </a:spcBef>
              <a:buNone/>
              <a:defRPr lang="en-US" sz="2000" b="1" kern="1200" dirty="0">
                <a:solidFill>
                  <a:schemeClr val="bg2"/>
                </a:solidFill>
                <a:latin typeface="Tahoma" panose="020B0604030504040204" pitchFamily="34" charset="0"/>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dirty="0"/>
              <a:t>Stiluri text coordonator</a:t>
            </a:r>
            <a:br>
              <a:rPr lang="ro-RO" noProof="0" dirty="0"/>
            </a:br>
            <a:r>
              <a:rPr lang="ro-RO" noProof="0" dirty="0"/>
              <a:t> </a:t>
            </a:r>
          </a:p>
        </p:txBody>
      </p:sp>
      <p:sp>
        <p:nvSpPr>
          <p:cNvPr id="32" name="Substituent text 3">
            <a:extLst>
              <a:ext uri="{FF2B5EF4-FFF2-40B4-BE49-F238E27FC236}">
                <a16:creationId xmlns:a16="http://schemas.microsoft.com/office/drawing/2014/main" id="{55D1A91B-BB99-4DC7-B8F5-55514B49A9D1}"/>
              </a:ext>
            </a:extLst>
          </p:cNvPr>
          <p:cNvSpPr>
            <a:spLocks noGrp="1"/>
          </p:cNvSpPr>
          <p:nvPr>
            <p:ph type="body" sz="half" idx="49"/>
          </p:nvPr>
        </p:nvSpPr>
        <p:spPr>
          <a:xfrm>
            <a:off x="7900319" y="4671712"/>
            <a:ext cx="2223939" cy="519503"/>
          </a:xfrm>
        </p:spPr>
        <p:txBody>
          <a:bodyPr lIns="0" tIns="0" rIns="0" bIns="0" rtlCol="0" anchor="t" anchorCtr="0">
            <a:normAutofit/>
          </a:bodyPr>
          <a:lstStyle>
            <a:lvl1pPr marL="0" indent="0">
              <a:lnSpc>
                <a:spcPct val="100000"/>
              </a:lnSpc>
              <a:spcBef>
                <a:spcPts val="0"/>
              </a:spcBef>
              <a:buNone/>
              <a:defRPr lang="en-US" sz="1400" i="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ro-RO" noProof="0"/>
              <a:t>Faceţi clic pentru a edita Master stiluri text</a:t>
            </a:r>
          </a:p>
        </p:txBody>
      </p:sp>
      <p:sp>
        <p:nvSpPr>
          <p:cNvPr id="33" name="Substituent text 3">
            <a:extLst>
              <a:ext uri="{FF2B5EF4-FFF2-40B4-BE49-F238E27FC236}">
                <a16:creationId xmlns:a16="http://schemas.microsoft.com/office/drawing/2014/main" id="{FFAB2C75-BBBF-4A4D-A633-7CEFFABAFE32}"/>
              </a:ext>
            </a:extLst>
          </p:cNvPr>
          <p:cNvSpPr>
            <a:spLocks noGrp="1"/>
          </p:cNvSpPr>
          <p:nvPr>
            <p:ph type="body" sz="half" idx="51"/>
          </p:nvPr>
        </p:nvSpPr>
        <p:spPr>
          <a:xfrm>
            <a:off x="4940427" y="4830765"/>
            <a:ext cx="2048256" cy="519503"/>
          </a:xfrm>
        </p:spPr>
        <p:txBody>
          <a:bodyPr lIns="0" tIns="0" rIns="0" bIns="0" rtlCol="0" anchor="t" anchorCtr="0">
            <a:normAutofit/>
          </a:bodyPr>
          <a:lstStyle>
            <a:lvl1pPr marL="0" indent="0">
              <a:lnSpc>
                <a:spcPct val="100000"/>
              </a:lnSpc>
              <a:spcBef>
                <a:spcPts val="0"/>
              </a:spcBef>
              <a:buNone/>
              <a:defRPr lang="en-US" sz="1400" i="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ro-RO" noProof="0"/>
              <a:t>Faceţi clic pentru a edita Master stiluri text</a:t>
            </a:r>
          </a:p>
        </p:txBody>
      </p:sp>
      <p:sp>
        <p:nvSpPr>
          <p:cNvPr id="34" name="Substituent text 7">
            <a:extLst>
              <a:ext uri="{FF2B5EF4-FFF2-40B4-BE49-F238E27FC236}">
                <a16:creationId xmlns:a16="http://schemas.microsoft.com/office/drawing/2014/main" id="{83CD3289-0FBC-4854-8EB2-ADD41F89CA4F}"/>
              </a:ext>
            </a:extLst>
          </p:cNvPr>
          <p:cNvSpPr>
            <a:spLocks noGrp="1"/>
          </p:cNvSpPr>
          <p:nvPr>
            <p:ph type="body" sz="quarter" idx="25" hasCustomPrompt="1"/>
          </p:nvPr>
        </p:nvSpPr>
        <p:spPr>
          <a:xfrm>
            <a:off x="823358" y="2023413"/>
            <a:ext cx="558402" cy="896112"/>
          </a:xfrm>
        </p:spPr>
        <p:txBody>
          <a:bodyPr lIns="0" tIns="0" rIns="0" bIns="0" rtlCol="0">
            <a:noAutofit/>
          </a:bodyPr>
          <a:lstStyle>
            <a:lvl1pPr marL="0" indent="0" algn="l">
              <a:buNone/>
              <a:defRPr sz="7000" b="1">
                <a:ln>
                  <a:solidFill>
                    <a:schemeClr val="tx1"/>
                  </a:solidFill>
                </a:ln>
                <a:noFill/>
                <a:latin typeface="Tahoma" panose="020B0604030504040204" pitchFamily="34" charset="0"/>
                <a:ea typeface="Tahoma" panose="020B0604030504040204" pitchFamily="34" charset="0"/>
                <a:cs typeface="Tahoma" panose="020B0604030504040204" pitchFamily="34" charset="0"/>
              </a:defRPr>
            </a:lvl1pPr>
          </a:lstStyle>
          <a:p>
            <a:pPr lvl="0" rtl="0"/>
            <a:r>
              <a:rPr lang="ro-RO" noProof="0" dirty="0"/>
              <a:t>1</a:t>
            </a:r>
          </a:p>
        </p:txBody>
      </p:sp>
      <p:sp>
        <p:nvSpPr>
          <p:cNvPr id="36" name="Substituent text 7">
            <a:extLst>
              <a:ext uri="{FF2B5EF4-FFF2-40B4-BE49-F238E27FC236}">
                <a16:creationId xmlns:a16="http://schemas.microsoft.com/office/drawing/2014/main" id="{2F18CD59-6602-4DEC-9B12-412E6BAF9283}"/>
              </a:ext>
            </a:extLst>
          </p:cNvPr>
          <p:cNvSpPr>
            <a:spLocks noGrp="1"/>
          </p:cNvSpPr>
          <p:nvPr>
            <p:ph type="body" sz="quarter" idx="52" hasCustomPrompt="1"/>
          </p:nvPr>
        </p:nvSpPr>
        <p:spPr>
          <a:xfrm>
            <a:off x="4912823" y="1999493"/>
            <a:ext cx="558402" cy="896112"/>
          </a:xfrm>
        </p:spPr>
        <p:txBody>
          <a:bodyPr lIns="0" tIns="0" rIns="0" bIns="0" rtlCol="0">
            <a:noAutofit/>
          </a:bodyPr>
          <a:lstStyle>
            <a:lvl1pPr marL="0" indent="0" algn="l">
              <a:buNone/>
              <a:defRPr lang="ru-RU" sz="7000" b="1" kern="1200" dirty="0">
                <a:ln>
                  <a:solidFill>
                    <a:schemeClr val="tx1"/>
                  </a:solidFill>
                </a:ln>
                <a:noFill/>
                <a:latin typeface="Tahoma" panose="020B0604030504040204" pitchFamily="34" charset="0"/>
                <a:ea typeface="Tahoma" panose="020B0604030504040204" pitchFamily="34" charset="0"/>
                <a:cs typeface="Tahoma" panose="020B060403050404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ro-RO" noProof="0" dirty="0"/>
              <a:t>1</a:t>
            </a:r>
          </a:p>
        </p:txBody>
      </p:sp>
      <p:sp>
        <p:nvSpPr>
          <p:cNvPr id="37" name="Substituent text 7">
            <a:extLst>
              <a:ext uri="{FF2B5EF4-FFF2-40B4-BE49-F238E27FC236}">
                <a16:creationId xmlns:a16="http://schemas.microsoft.com/office/drawing/2014/main" id="{88B09568-0B94-4B51-BE65-A72C65C3D7DA}"/>
              </a:ext>
            </a:extLst>
          </p:cNvPr>
          <p:cNvSpPr>
            <a:spLocks noGrp="1"/>
          </p:cNvSpPr>
          <p:nvPr>
            <p:ph type="body" sz="quarter" idx="53" hasCustomPrompt="1"/>
          </p:nvPr>
        </p:nvSpPr>
        <p:spPr>
          <a:xfrm>
            <a:off x="7873424" y="2002966"/>
            <a:ext cx="558402" cy="896112"/>
          </a:xfrm>
        </p:spPr>
        <p:txBody>
          <a:bodyPr lIns="0" tIns="0" rIns="0" bIns="0" rtlCol="0">
            <a:noAutofit/>
          </a:bodyPr>
          <a:lstStyle>
            <a:lvl1pPr marL="0" indent="0" algn="l">
              <a:buNone/>
              <a:defRPr lang="ru-RU" sz="7000" b="1" kern="1200" dirty="0">
                <a:ln>
                  <a:solidFill>
                    <a:schemeClr val="tx1"/>
                  </a:solidFill>
                </a:ln>
                <a:noFill/>
                <a:latin typeface="Tahoma" panose="020B0604030504040204" pitchFamily="34" charset="0"/>
                <a:ea typeface="Tahoma" panose="020B0604030504040204" pitchFamily="34" charset="0"/>
                <a:cs typeface="Tahoma" panose="020B060403050404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ro-RO" noProof="0" dirty="0"/>
              <a:t>1</a:t>
            </a:r>
          </a:p>
        </p:txBody>
      </p:sp>
      <p:sp>
        <p:nvSpPr>
          <p:cNvPr id="40" name="Substituent text 3">
            <a:extLst>
              <a:ext uri="{FF2B5EF4-FFF2-40B4-BE49-F238E27FC236}">
                <a16:creationId xmlns:a16="http://schemas.microsoft.com/office/drawing/2014/main" id="{315834F5-9ACD-4898-B96E-8C732881FF01}"/>
              </a:ext>
            </a:extLst>
          </p:cNvPr>
          <p:cNvSpPr>
            <a:spLocks noGrp="1"/>
          </p:cNvSpPr>
          <p:nvPr>
            <p:ph type="body" sz="half" idx="50"/>
          </p:nvPr>
        </p:nvSpPr>
        <p:spPr>
          <a:xfrm>
            <a:off x="2359124" y="5706529"/>
            <a:ext cx="8993089" cy="365122"/>
          </a:xfrm>
        </p:spPr>
        <p:txBody>
          <a:bodyPr lIns="0" tIns="0" rIns="0" bIns="0" rtlCol="0" anchor="t" anchorCtr="0">
            <a:normAutofit/>
          </a:bodyPr>
          <a:lstStyle>
            <a:lvl1pPr marL="0" indent="0" algn="r">
              <a:lnSpc>
                <a:spcPct val="100000"/>
              </a:lnSpc>
              <a:spcBef>
                <a:spcPts val="0"/>
              </a:spcBef>
              <a:buNone/>
              <a:defRPr lang="en-US" sz="1400" i="0" kern="1200" smtClean="0">
                <a:solidFill>
                  <a:schemeClr val="bg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a:t>Faceţi clic pentru a edita Master stiluri text</a:t>
            </a:r>
          </a:p>
        </p:txBody>
      </p:sp>
      <p:sp>
        <p:nvSpPr>
          <p:cNvPr id="38" name="Titlu 1">
            <a:extLst>
              <a:ext uri="{FF2B5EF4-FFF2-40B4-BE49-F238E27FC236}">
                <a16:creationId xmlns:a16="http://schemas.microsoft.com/office/drawing/2014/main" id="{7E5CF6DE-4761-4BA5-A429-30AC8BBAD45B}"/>
              </a:ext>
            </a:extLst>
          </p:cNvPr>
          <p:cNvSpPr>
            <a:spLocks noGrp="1"/>
          </p:cNvSpPr>
          <p:nvPr>
            <p:ph type="title" hasCustomPrompt="1"/>
          </p:nvPr>
        </p:nvSpPr>
        <p:spPr>
          <a:xfrm>
            <a:off x="839789" y="780001"/>
            <a:ext cx="10512424" cy="606677"/>
          </a:xfrm>
        </p:spPr>
        <p:txBody>
          <a:bodyPr lIns="0" tIns="0" rIns="0" bIns="0" rtlCol="0" anchor="t" anchorCtr="0">
            <a:normAutofit/>
          </a:bodyPr>
          <a:lstStyle>
            <a:lvl1pPr marL="0" algn="r" defTabSz="914400" rtl="0" eaLnBrk="1" latinLnBrk="0" hangingPunct="1">
              <a:lnSpc>
                <a:spcPct val="90000"/>
              </a:lnSpc>
              <a:spcBef>
                <a:spcPct val="0"/>
              </a:spcBef>
              <a:buNone/>
              <a:defRPr lang="ru-RU" sz="3600" b="1" kern="1200" dirty="0">
                <a:solidFill>
                  <a:schemeClr val="bg2"/>
                </a:solidFill>
                <a:latin typeface="Tahoma" panose="020B0604030504040204" pitchFamily="34" charset="0"/>
                <a:ea typeface="+mj-ea"/>
                <a:cs typeface="+mj-cs"/>
              </a:defRPr>
            </a:lvl1pPr>
          </a:lstStyle>
          <a:p>
            <a:pPr rtl="0"/>
            <a:r>
              <a:rPr lang="ro-RO" noProof="0" dirty="0"/>
              <a:t>CUM SĂ UTILIZAȚI ACEST ȘABLON</a:t>
            </a:r>
          </a:p>
        </p:txBody>
      </p:sp>
      <p:sp>
        <p:nvSpPr>
          <p:cNvPr id="41" name="Substituent imagine 9">
            <a:extLst>
              <a:ext uri="{FF2B5EF4-FFF2-40B4-BE49-F238E27FC236}">
                <a16:creationId xmlns:a16="http://schemas.microsoft.com/office/drawing/2014/main" id="{8A4896B5-1C5E-47F0-8F0C-4EF97E356C86}"/>
              </a:ext>
            </a:extLst>
          </p:cNvPr>
          <p:cNvSpPr>
            <a:spLocks noGrp="1"/>
          </p:cNvSpPr>
          <p:nvPr>
            <p:ph type="pic" sz="quarter" idx="13"/>
          </p:nvPr>
        </p:nvSpPr>
        <p:spPr>
          <a:xfrm>
            <a:off x="7900319" y="3779907"/>
            <a:ext cx="1481328" cy="758952"/>
          </a:xfrm>
        </p:spPr>
        <p:txBody>
          <a:bodyPr rtlCol="0" anchor="ctr" anchorCtr="0">
            <a:normAutofit/>
          </a:bodyPr>
          <a:lstStyle>
            <a:lvl1pPr marL="0" indent="0" algn="ctr">
              <a:buNone/>
              <a:defRPr sz="1400"/>
            </a:lvl1pPr>
          </a:lstStyle>
          <a:p>
            <a:pPr rtl="0"/>
            <a:r>
              <a:rPr lang="ro-RO" noProof="0"/>
              <a:t>Faceți clic pe pictogramă pentru a adăuga o imagine</a:t>
            </a:r>
            <a:endParaRPr lang="ro-RO" noProof="0" dirty="0"/>
          </a:p>
        </p:txBody>
      </p:sp>
      <p:grpSp>
        <p:nvGrpSpPr>
          <p:cNvPr id="31" name="Grup 30">
            <a:extLst>
              <a:ext uri="{FF2B5EF4-FFF2-40B4-BE49-F238E27FC236}">
                <a16:creationId xmlns:a16="http://schemas.microsoft.com/office/drawing/2014/main" id="{D87F4783-C8BA-411C-A188-4A4DAED10C02}"/>
              </a:ext>
            </a:extLst>
          </p:cNvPr>
          <p:cNvGrpSpPr/>
          <p:nvPr userDrawn="1"/>
        </p:nvGrpSpPr>
        <p:grpSpPr>
          <a:xfrm flipH="1">
            <a:off x="4416000" y="1375202"/>
            <a:ext cx="7776000" cy="100800"/>
            <a:chOff x="-322289" y="3240138"/>
            <a:chExt cx="5070122" cy="100800"/>
          </a:xfrm>
        </p:grpSpPr>
        <p:cxnSp>
          <p:nvCxnSpPr>
            <p:cNvPr id="39" name="Conector drept 38">
              <a:extLst>
                <a:ext uri="{FF2B5EF4-FFF2-40B4-BE49-F238E27FC236}">
                  <a16:creationId xmlns:a16="http://schemas.microsoft.com/office/drawing/2014/main" id="{959A2713-966D-4694-A067-D6BE1B2986D1}"/>
                </a:ext>
              </a:extLst>
            </p:cNvPr>
            <p:cNvCxnSpPr>
              <a:cxnSpLocks/>
            </p:cNvCxnSpPr>
            <p:nvPr userDrawn="1"/>
          </p:nvCxnSpPr>
          <p:spPr>
            <a:xfrm>
              <a:off x="-322289" y="3290538"/>
              <a:ext cx="5070122"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FCA15F19-C2FE-4F13-9359-69E884CA83B9}"/>
                </a:ext>
              </a:extLst>
            </p:cNvPr>
            <p:cNvSpPr/>
            <p:nvPr userDrawn="1"/>
          </p:nvSpPr>
          <p:spPr>
            <a:xfrm>
              <a:off x="4682109" y="3240138"/>
              <a:ext cx="65724" cy="100800"/>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grpSp>
    </p:spTree>
    <p:extLst>
      <p:ext uri="{BB962C8B-B14F-4D97-AF65-F5344CB8AC3E}">
        <p14:creationId xmlns:p14="http://schemas.microsoft.com/office/powerpoint/2010/main" val="32535776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apozitiv titlu">
    <p:spTree>
      <p:nvGrpSpPr>
        <p:cNvPr id="1" name=""/>
        <p:cNvGrpSpPr/>
        <p:nvPr/>
      </p:nvGrpSpPr>
      <p:grpSpPr>
        <a:xfrm>
          <a:off x="0" y="0"/>
          <a:ext cx="0" cy="0"/>
          <a:chOff x="0" y="0"/>
          <a:chExt cx="0" cy="0"/>
        </a:xfrm>
      </p:grpSpPr>
      <p:sp>
        <p:nvSpPr>
          <p:cNvPr id="8" name="Dreptunghi 7">
            <a:extLst>
              <a:ext uri="{FF2B5EF4-FFF2-40B4-BE49-F238E27FC236}">
                <a16:creationId xmlns:a16="http://schemas.microsoft.com/office/drawing/2014/main" id="{278196A9-689D-4410-BFC0-7ACB19755A0C}"/>
              </a:ext>
            </a:extLst>
          </p:cNvPr>
          <p:cNvSpPr/>
          <p:nvPr userDrawn="1"/>
        </p:nvSpPr>
        <p:spPr>
          <a:xfrm>
            <a:off x="0" y="0"/>
            <a:ext cx="12192000" cy="4416552"/>
          </a:xfrm>
          <a:prstGeom prst="rect">
            <a:avLst/>
          </a:prstGeom>
          <a:blipFill>
            <a:blip r:embed="rId2"/>
            <a:srcRect/>
            <a:stretch>
              <a:fillRect l="-842" r="-84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ro-RO" noProof="0" dirty="0"/>
          </a:p>
        </p:txBody>
      </p:sp>
      <p:sp>
        <p:nvSpPr>
          <p:cNvPr id="2" name="Titlu 1">
            <a:extLst>
              <a:ext uri="{FF2B5EF4-FFF2-40B4-BE49-F238E27FC236}">
                <a16:creationId xmlns:a16="http://schemas.microsoft.com/office/drawing/2014/main" id="{129BFEAD-57CF-438A-8084-C5AC7F47E544}"/>
              </a:ext>
            </a:extLst>
          </p:cNvPr>
          <p:cNvSpPr>
            <a:spLocks noGrp="1"/>
          </p:cNvSpPr>
          <p:nvPr>
            <p:ph type="ctrTitle" hasCustomPrompt="1"/>
          </p:nvPr>
        </p:nvSpPr>
        <p:spPr>
          <a:xfrm>
            <a:off x="1524000" y="2462986"/>
            <a:ext cx="9144000" cy="1786094"/>
          </a:xfrm>
        </p:spPr>
        <p:txBody>
          <a:bodyPr rtlCol="0" anchor="b"/>
          <a:lstStyle>
            <a:lvl1pPr algn="ctr">
              <a:defRPr sz="6000"/>
            </a:lvl1pPr>
          </a:lstStyle>
          <a:p>
            <a:pPr rtl="0"/>
            <a:r>
              <a:rPr lang="ro-RO" noProof="0" dirty="0"/>
              <a:t>FACEȚI CLIC PENTRU A EDITA STILUL DE TITLU COORDONATOR</a:t>
            </a:r>
          </a:p>
        </p:txBody>
      </p:sp>
      <p:sp>
        <p:nvSpPr>
          <p:cNvPr id="4" name="Substituent dată 3">
            <a:extLst>
              <a:ext uri="{FF2B5EF4-FFF2-40B4-BE49-F238E27FC236}">
                <a16:creationId xmlns:a16="http://schemas.microsoft.com/office/drawing/2014/main" id="{7E17A3CB-B083-4E49-9123-A5E47559DCDB}"/>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A8C4102C-4609-416C-A808-0FFE0051DAA1}"/>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2D7BCC5D-6F2C-472F-BD4C-4096793DFC24}"/>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sp>
        <p:nvSpPr>
          <p:cNvPr id="7" name="Dreptunghi 6">
            <a:extLst>
              <a:ext uri="{FF2B5EF4-FFF2-40B4-BE49-F238E27FC236}">
                <a16:creationId xmlns:a16="http://schemas.microsoft.com/office/drawing/2014/main" id="{7BE854BB-FA44-4CAB-85DF-F5C412560348}"/>
              </a:ext>
            </a:extLst>
          </p:cNvPr>
          <p:cNvSpPr/>
          <p:nvPr userDrawn="1"/>
        </p:nvSpPr>
        <p:spPr>
          <a:xfrm>
            <a:off x="0" y="4416552"/>
            <a:ext cx="12192000" cy="2441448"/>
          </a:xfrm>
          <a:prstGeom prst="rect">
            <a:avLst/>
          </a:prstGeom>
          <a:gradFill flip="none" rotWithShape="1">
            <a:gsLst>
              <a:gs pos="0">
                <a:schemeClr val="accent2"/>
              </a:gs>
              <a:gs pos="34000">
                <a:srgbClr val="0F1722"/>
              </a:gs>
              <a:gs pos="69000">
                <a:srgbClr val="0F1722"/>
              </a:gs>
              <a:gs pos="100000">
                <a:schemeClr val="accent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3" name="Subtitlu 2">
            <a:extLst>
              <a:ext uri="{FF2B5EF4-FFF2-40B4-BE49-F238E27FC236}">
                <a16:creationId xmlns:a16="http://schemas.microsoft.com/office/drawing/2014/main" id="{389BFFF1-5465-4317-B9DB-C23A5B1D76EF}"/>
              </a:ext>
            </a:extLst>
          </p:cNvPr>
          <p:cNvSpPr>
            <a:spLocks noGrp="1"/>
          </p:cNvSpPr>
          <p:nvPr>
            <p:ph type="subTitle" idx="1"/>
          </p:nvPr>
        </p:nvSpPr>
        <p:spPr>
          <a:xfrm>
            <a:off x="1524000" y="4734696"/>
            <a:ext cx="9144000" cy="459798"/>
          </a:xfrm>
        </p:spPr>
        <p:txBody>
          <a:bodyPr lIns="0" tIns="0" rIns="0" bIns="0" rtlCol="0">
            <a:normAutofit/>
          </a:bodyPr>
          <a:lstStyle>
            <a:lvl1pPr marL="0" indent="0" algn="ctr">
              <a:lnSpc>
                <a:spcPct val="100000"/>
              </a:lnSpc>
              <a:spcBef>
                <a:spcPts val="0"/>
              </a:spcBef>
              <a:buNone/>
              <a:defRPr sz="2800" b="1">
                <a:latin typeface="+mn-lt"/>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o-RO" noProof="0"/>
              <a:t>Faceți clic pentru a edita stilul de subtitlu coordonator</a:t>
            </a:r>
            <a:endParaRPr lang="ro-RO" noProof="0" dirty="0"/>
          </a:p>
        </p:txBody>
      </p:sp>
      <p:grpSp>
        <p:nvGrpSpPr>
          <p:cNvPr id="15" name="Grup 14">
            <a:extLst>
              <a:ext uri="{FF2B5EF4-FFF2-40B4-BE49-F238E27FC236}">
                <a16:creationId xmlns:a16="http://schemas.microsoft.com/office/drawing/2014/main" id="{676B4374-8F24-43DE-860D-E5C6EA850AB4}"/>
              </a:ext>
            </a:extLst>
          </p:cNvPr>
          <p:cNvGrpSpPr/>
          <p:nvPr userDrawn="1"/>
        </p:nvGrpSpPr>
        <p:grpSpPr>
          <a:xfrm>
            <a:off x="3619265" y="2253996"/>
            <a:ext cx="4953471" cy="100584"/>
            <a:chOff x="3631692" y="2253996"/>
            <a:chExt cx="4953471" cy="100584"/>
          </a:xfrm>
        </p:grpSpPr>
        <p:sp>
          <p:nvSpPr>
            <p:cNvPr id="11" name="Oval 10">
              <a:extLst>
                <a:ext uri="{FF2B5EF4-FFF2-40B4-BE49-F238E27FC236}">
                  <a16:creationId xmlns:a16="http://schemas.microsoft.com/office/drawing/2014/main" id="{585C7755-9394-4129-AB48-1AC32DA80C75}"/>
                </a:ext>
              </a:extLst>
            </p:cNvPr>
            <p:cNvSpPr/>
            <p:nvPr userDrawn="1"/>
          </p:nvSpPr>
          <p:spPr>
            <a:xfrm>
              <a:off x="3631692" y="2253996"/>
              <a:ext cx="100584"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3" name="Conector drept 12">
              <a:extLst>
                <a:ext uri="{FF2B5EF4-FFF2-40B4-BE49-F238E27FC236}">
                  <a16:creationId xmlns:a16="http://schemas.microsoft.com/office/drawing/2014/main" id="{64C71ABE-575A-48CF-82B1-EDE8535F3993}"/>
                </a:ext>
              </a:extLst>
            </p:cNvPr>
            <p:cNvCxnSpPr/>
            <p:nvPr userDrawn="1"/>
          </p:nvCxnSpPr>
          <p:spPr>
            <a:xfrm>
              <a:off x="3681984" y="2307679"/>
              <a:ext cx="4828032"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E3C1EA63-78B2-4715-B4DC-63D98AC7F354}"/>
                </a:ext>
              </a:extLst>
            </p:cNvPr>
            <p:cNvSpPr/>
            <p:nvPr userDrawn="1"/>
          </p:nvSpPr>
          <p:spPr>
            <a:xfrm>
              <a:off x="8484579" y="2253996"/>
              <a:ext cx="100584"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grpSp>
      <p:grpSp>
        <p:nvGrpSpPr>
          <p:cNvPr id="16" name="Grup 15">
            <a:extLst>
              <a:ext uri="{FF2B5EF4-FFF2-40B4-BE49-F238E27FC236}">
                <a16:creationId xmlns:a16="http://schemas.microsoft.com/office/drawing/2014/main" id="{E9BB74A1-0BEA-4AD8-8138-0641A45D8B40}"/>
              </a:ext>
            </a:extLst>
          </p:cNvPr>
          <p:cNvGrpSpPr/>
          <p:nvPr userDrawn="1"/>
        </p:nvGrpSpPr>
        <p:grpSpPr>
          <a:xfrm>
            <a:off x="4652581" y="5305363"/>
            <a:ext cx="2886839" cy="100584"/>
            <a:chOff x="3631690" y="2253996"/>
            <a:chExt cx="5028467" cy="100584"/>
          </a:xfrm>
        </p:grpSpPr>
        <p:sp>
          <p:nvSpPr>
            <p:cNvPr id="17" name="Oval 16">
              <a:extLst>
                <a:ext uri="{FF2B5EF4-FFF2-40B4-BE49-F238E27FC236}">
                  <a16:creationId xmlns:a16="http://schemas.microsoft.com/office/drawing/2014/main" id="{73D0026E-5270-4C52-A1AF-5631E8192DCD}"/>
                </a:ext>
              </a:extLst>
            </p:cNvPr>
            <p:cNvSpPr/>
            <p:nvPr userDrawn="1"/>
          </p:nvSpPr>
          <p:spPr>
            <a:xfrm>
              <a:off x="3631690" y="2253996"/>
              <a:ext cx="175203"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8" name="Conector drept 17">
              <a:extLst>
                <a:ext uri="{FF2B5EF4-FFF2-40B4-BE49-F238E27FC236}">
                  <a16:creationId xmlns:a16="http://schemas.microsoft.com/office/drawing/2014/main" id="{A6085D92-5F70-4097-A2FF-C15B13788D08}"/>
                </a:ext>
              </a:extLst>
            </p:cNvPr>
            <p:cNvCxnSpPr/>
            <p:nvPr userDrawn="1"/>
          </p:nvCxnSpPr>
          <p:spPr>
            <a:xfrm>
              <a:off x="3681984" y="2307679"/>
              <a:ext cx="4828032"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BE68EB6C-48D0-4EBF-8541-926D16790F52}"/>
                </a:ext>
              </a:extLst>
            </p:cNvPr>
            <p:cNvSpPr/>
            <p:nvPr userDrawn="1"/>
          </p:nvSpPr>
          <p:spPr>
            <a:xfrm>
              <a:off x="8484578" y="2253996"/>
              <a:ext cx="175579"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grpSp>
    </p:spTree>
    <p:extLst>
      <p:ext uri="{BB962C8B-B14F-4D97-AF65-F5344CB8AC3E}">
        <p14:creationId xmlns:p14="http://schemas.microsoft.com/office/powerpoint/2010/main" val="13641896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ntet secțiune">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45015858-8549-49EA-BB83-070E0D9D4890}"/>
              </a:ext>
            </a:extLst>
          </p:cNvPr>
          <p:cNvSpPr/>
          <p:nvPr userDrawn="1"/>
        </p:nvSpPr>
        <p:spPr>
          <a:xfrm>
            <a:off x="6083808" y="0"/>
            <a:ext cx="6108192" cy="6858000"/>
          </a:xfrm>
          <a:prstGeom prst="rect">
            <a:avLst/>
          </a:prstGeom>
          <a:gradFill flip="none" rotWithShape="1">
            <a:gsLst>
              <a:gs pos="0">
                <a:schemeClr val="accent2"/>
              </a:gs>
              <a:gs pos="36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a:extLst>
              <a:ext uri="{FF2B5EF4-FFF2-40B4-BE49-F238E27FC236}">
                <a16:creationId xmlns:a16="http://schemas.microsoft.com/office/drawing/2014/main" id="{2206FBAC-B8FD-4768-B682-E0B93BA33105}"/>
              </a:ext>
            </a:extLst>
          </p:cNvPr>
          <p:cNvSpPr>
            <a:spLocks noGrp="1"/>
          </p:cNvSpPr>
          <p:nvPr>
            <p:ph type="title" hasCustomPrompt="1"/>
          </p:nvPr>
        </p:nvSpPr>
        <p:spPr>
          <a:xfrm>
            <a:off x="6769768" y="2133599"/>
            <a:ext cx="4618957" cy="2492461"/>
          </a:xfrm>
        </p:spPr>
        <p:txBody>
          <a:bodyPr lIns="0" tIns="0" rIns="0" bIns="0" rtlCol="0" anchor="b" anchorCtr="0">
            <a:noAutofit/>
          </a:bodyPr>
          <a:lstStyle>
            <a:lvl1pPr>
              <a:defRPr sz="6000"/>
            </a:lvl1pPr>
          </a:lstStyle>
          <a:p>
            <a:pPr rtl="0"/>
            <a:r>
              <a:rPr lang="ro-RO" noProof="0" dirty="0"/>
              <a:t>PREZENTARE</a:t>
            </a:r>
            <a:br>
              <a:rPr lang="ro-RO" noProof="0" dirty="0"/>
            </a:br>
            <a:r>
              <a:rPr lang="ro-RO" noProof="0" dirty="0"/>
              <a:t>TITLU</a:t>
            </a:r>
          </a:p>
        </p:txBody>
      </p:sp>
      <p:sp>
        <p:nvSpPr>
          <p:cNvPr id="4" name="Substituent dată 3">
            <a:extLst>
              <a:ext uri="{FF2B5EF4-FFF2-40B4-BE49-F238E27FC236}">
                <a16:creationId xmlns:a16="http://schemas.microsoft.com/office/drawing/2014/main" id="{2472534F-03A6-408A-9BF1-303D0A440BA4}"/>
              </a:ext>
            </a:extLst>
          </p:cNvPr>
          <p:cNvSpPr>
            <a:spLocks noGrp="1"/>
          </p:cNvSpPr>
          <p:nvPr>
            <p:ph type="dt" sz="half" idx="10"/>
          </p:nvPr>
        </p:nvSpPr>
        <p:spPr/>
        <p:txBody>
          <a:bodyPr rtlCol="0"/>
          <a:lstStyle/>
          <a:p>
            <a:pPr rtl="0"/>
            <a:r>
              <a:rPr lang="ro-RO" noProof="0" dirty="0"/>
              <a:t>DD.MM.20XX</a:t>
            </a:r>
          </a:p>
        </p:txBody>
      </p:sp>
      <p:sp>
        <p:nvSpPr>
          <p:cNvPr id="5" name="Substituent subsol 4">
            <a:extLst>
              <a:ext uri="{FF2B5EF4-FFF2-40B4-BE49-F238E27FC236}">
                <a16:creationId xmlns:a16="http://schemas.microsoft.com/office/drawing/2014/main" id="{0A24E181-0C50-4F43-A5A7-6FDD1500C708}"/>
              </a:ext>
            </a:extLst>
          </p:cNvPr>
          <p:cNvSpPr>
            <a:spLocks noGrp="1"/>
          </p:cNvSpPr>
          <p:nvPr>
            <p:ph type="ftr" sz="quarter" idx="11"/>
          </p:nvPr>
        </p:nvSpPr>
        <p:spPr/>
        <p:txBody>
          <a:bodyPr rtlCol="0"/>
          <a:lstStyle/>
          <a:p>
            <a:pPr rtl="0"/>
            <a:r>
              <a:rPr lang="ro-RO" noProof="0" dirty="0"/>
              <a:t>ADĂUGAREA UNUI SUBSOL</a:t>
            </a:r>
          </a:p>
        </p:txBody>
      </p:sp>
      <p:sp>
        <p:nvSpPr>
          <p:cNvPr id="6" name="Substituent număr diapozitiv 5">
            <a:extLst>
              <a:ext uri="{FF2B5EF4-FFF2-40B4-BE49-F238E27FC236}">
                <a16:creationId xmlns:a16="http://schemas.microsoft.com/office/drawing/2014/main" id="{13A749CC-EB55-4FEF-AA4C-9A9C6E2AA9C0}"/>
              </a:ext>
            </a:extLst>
          </p:cNvPr>
          <p:cNvSpPr>
            <a:spLocks noGrp="1"/>
          </p:cNvSpPr>
          <p:nvPr>
            <p:ph type="sldNum" sz="quarter" idx="12"/>
          </p:nvPr>
        </p:nvSpPr>
        <p:spPr/>
        <p:txBody>
          <a:bodyPr rtlCol="0"/>
          <a:lstStyle/>
          <a:p>
            <a:pPr rtl="0"/>
            <a:fld id="{8D581BC7-E183-40DB-AC97-C19EA4EB8894}" type="slidenum">
              <a:rPr lang="ro-RO" noProof="0" smtClean="0"/>
              <a:t>‹#›</a:t>
            </a:fld>
            <a:endParaRPr lang="ro-RO" noProof="0" dirty="0"/>
          </a:p>
        </p:txBody>
      </p:sp>
      <p:grpSp>
        <p:nvGrpSpPr>
          <p:cNvPr id="9" name="Grup 8">
            <a:extLst>
              <a:ext uri="{FF2B5EF4-FFF2-40B4-BE49-F238E27FC236}">
                <a16:creationId xmlns:a16="http://schemas.microsoft.com/office/drawing/2014/main" id="{6F3E26A6-6962-4A35-AA86-805537D45296}"/>
              </a:ext>
            </a:extLst>
          </p:cNvPr>
          <p:cNvGrpSpPr/>
          <p:nvPr userDrawn="1"/>
        </p:nvGrpSpPr>
        <p:grpSpPr>
          <a:xfrm>
            <a:off x="6769768" y="1947412"/>
            <a:ext cx="2520148" cy="102440"/>
            <a:chOff x="3631690" y="2252140"/>
            <a:chExt cx="4389743" cy="102440"/>
          </a:xfrm>
        </p:grpSpPr>
        <p:sp>
          <p:nvSpPr>
            <p:cNvPr id="10" name="Oval 9">
              <a:extLst>
                <a:ext uri="{FF2B5EF4-FFF2-40B4-BE49-F238E27FC236}">
                  <a16:creationId xmlns:a16="http://schemas.microsoft.com/office/drawing/2014/main" id="{681504C4-12AC-4251-8E47-0089784BDB9B}"/>
                </a:ext>
              </a:extLst>
            </p:cNvPr>
            <p:cNvSpPr/>
            <p:nvPr userDrawn="1"/>
          </p:nvSpPr>
          <p:spPr>
            <a:xfrm>
              <a:off x="3631690" y="2253996"/>
              <a:ext cx="175203"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1" name="Conector drept 10">
              <a:extLst>
                <a:ext uri="{FF2B5EF4-FFF2-40B4-BE49-F238E27FC236}">
                  <a16:creationId xmlns:a16="http://schemas.microsoft.com/office/drawing/2014/main" id="{192040D0-01C2-4643-8F84-3B8F334E545C}"/>
                </a:ext>
              </a:extLst>
            </p:cNvPr>
            <p:cNvCxnSpPr/>
            <p:nvPr userDrawn="1"/>
          </p:nvCxnSpPr>
          <p:spPr>
            <a:xfrm>
              <a:off x="3681984" y="2307679"/>
              <a:ext cx="4201365"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7ED601E9-2BFC-460B-A2A8-69A787A4988E}"/>
                </a:ext>
              </a:extLst>
            </p:cNvPr>
            <p:cNvSpPr/>
            <p:nvPr userDrawn="1"/>
          </p:nvSpPr>
          <p:spPr>
            <a:xfrm>
              <a:off x="7845854" y="2252140"/>
              <a:ext cx="175579"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grpSp>
      <p:grpSp>
        <p:nvGrpSpPr>
          <p:cNvPr id="13" name="Grup 12">
            <a:extLst>
              <a:ext uri="{FF2B5EF4-FFF2-40B4-BE49-F238E27FC236}">
                <a16:creationId xmlns:a16="http://schemas.microsoft.com/office/drawing/2014/main" id="{BB49A8A6-FEDB-4D20-B581-A84DB8EFE977}"/>
              </a:ext>
            </a:extLst>
          </p:cNvPr>
          <p:cNvGrpSpPr/>
          <p:nvPr userDrawn="1"/>
        </p:nvGrpSpPr>
        <p:grpSpPr>
          <a:xfrm>
            <a:off x="6769768" y="4654084"/>
            <a:ext cx="2520148" cy="100584"/>
            <a:chOff x="3631690" y="2253996"/>
            <a:chExt cx="4389742" cy="100584"/>
          </a:xfrm>
        </p:grpSpPr>
        <p:sp>
          <p:nvSpPr>
            <p:cNvPr id="14" name="Oval 13">
              <a:extLst>
                <a:ext uri="{FF2B5EF4-FFF2-40B4-BE49-F238E27FC236}">
                  <a16:creationId xmlns:a16="http://schemas.microsoft.com/office/drawing/2014/main" id="{C2F65998-5EC3-446A-8307-1CF81A348CE3}"/>
                </a:ext>
              </a:extLst>
            </p:cNvPr>
            <p:cNvSpPr/>
            <p:nvPr userDrawn="1"/>
          </p:nvSpPr>
          <p:spPr>
            <a:xfrm>
              <a:off x="3631690" y="2253996"/>
              <a:ext cx="175203"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5" name="Conector drept 14">
              <a:extLst>
                <a:ext uri="{FF2B5EF4-FFF2-40B4-BE49-F238E27FC236}">
                  <a16:creationId xmlns:a16="http://schemas.microsoft.com/office/drawing/2014/main" id="{7CC5D776-F60A-4A0C-AA7C-EFACDA2CEA88}"/>
                </a:ext>
              </a:extLst>
            </p:cNvPr>
            <p:cNvCxnSpPr/>
            <p:nvPr userDrawn="1"/>
          </p:nvCxnSpPr>
          <p:spPr>
            <a:xfrm>
              <a:off x="3681984" y="2307679"/>
              <a:ext cx="4201364" cy="0"/>
            </a:xfrm>
            <a:prstGeom prst="line">
              <a:avLst/>
            </a:prstGeom>
            <a:ln w="12700">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AEAFE309-55C5-409C-92ED-748307C74318}"/>
                </a:ext>
              </a:extLst>
            </p:cNvPr>
            <p:cNvSpPr/>
            <p:nvPr userDrawn="1"/>
          </p:nvSpPr>
          <p:spPr>
            <a:xfrm>
              <a:off x="7845853" y="2253996"/>
              <a:ext cx="175579" cy="100584"/>
            </a:xfrm>
            <a:prstGeom prst="ellipse">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grpSp>
      <p:sp>
        <p:nvSpPr>
          <p:cNvPr id="17" name="Subtitlu 2">
            <a:extLst>
              <a:ext uri="{FF2B5EF4-FFF2-40B4-BE49-F238E27FC236}">
                <a16:creationId xmlns:a16="http://schemas.microsoft.com/office/drawing/2014/main" id="{5B77B20B-76F5-4912-803D-5709F730D4FB}"/>
              </a:ext>
            </a:extLst>
          </p:cNvPr>
          <p:cNvSpPr>
            <a:spLocks noGrp="1"/>
          </p:cNvSpPr>
          <p:nvPr>
            <p:ph type="subTitle" idx="1"/>
          </p:nvPr>
        </p:nvSpPr>
        <p:spPr>
          <a:xfrm>
            <a:off x="6769767" y="4889444"/>
            <a:ext cx="4618957" cy="590626"/>
          </a:xfrm>
        </p:spPr>
        <p:txBody>
          <a:bodyPr lIns="0" tIns="0" rIns="0" bIns="0" rtlCol="0">
            <a:normAutofit/>
          </a:bodyPr>
          <a:lstStyle>
            <a:lvl1pPr marL="0" indent="0" algn="l">
              <a:lnSpc>
                <a:spcPct val="100000"/>
              </a:lnSpc>
              <a:spcBef>
                <a:spcPts val="0"/>
              </a:spcBef>
              <a:buNone/>
              <a:defRPr sz="2800" b="1">
                <a:latin typeface="+mn-lt"/>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o-RO" noProof="0"/>
              <a:t>Faceți clic pentru a edita stilul de subtitlu coordonator</a:t>
            </a:r>
            <a:endParaRPr lang="ro-RO" noProof="0" dirty="0"/>
          </a:p>
        </p:txBody>
      </p:sp>
    </p:spTree>
    <p:extLst>
      <p:ext uri="{BB962C8B-B14F-4D97-AF65-F5344CB8AC3E}">
        <p14:creationId xmlns:p14="http://schemas.microsoft.com/office/powerpoint/2010/main" val="3791958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u și conținut">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A16E3F0B-343E-4C97-A8D6-C47FCC915F74}"/>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7215E379-3C1C-4942-917E-02E25E8CB910}"/>
              </a:ext>
            </a:extLst>
          </p:cNvPr>
          <p:cNvSpPr>
            <a:spLocks noGrp="1"/>
          </p:cNvSpPr>
          <p:nvPr>
            <p:ph type="title"/>
          </p:nvPr>
        </p:nvSpPr>
        <p:spPr>
          <a:xfrm>
            <a:off x="838200" y="365126"/>
            <a:ext cx="10515600" cy="652969"/>
          </a:xfrm>
        </p:spPr>
        <p:txBody>
          <a:bodyPr rtlCol="0"/>
          <a:lstStyle/>
          <a:p>
            <a:pPr rtl="0"/>
            <a:r>
              <a:rPr lang="ro-RO" noProof="0"/>
              <a:t>Faceți clic pentru a edita stilul de titlu coordonator</a:t>
            </a:r>
            <a:endParaRPr lang="ro-RO" noProof="0" dirty="0"/>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dirty="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dirty="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dirty="0"/>
          </a:p>
        </p:txBody>
      </p:sp>
      <p:sp>
        <p:nvSpPr>
          <p:cNvPr id="6" name="Substituent conținut 2">
            <a:extLst>
              <a:ext uri="{FF2B5EF4-FFF2-40B4-BE49-F238E27FC236}">
                <a16:creationId xmlns:a16="http://schemas.microsoft.com/office/drawing/2014/main" id="{DEA943F6-C418-4339-8C7E-A12127BDE29C}"/>
              </a:ext>
            </a:extLst>
          </p:cNvPr>
          <p:cNvSpPr>
            <a:spLocks noGrp="1"/>
          </p:cNvSpPr>
          <p:nvPr>
            <p:ph idx="1"/>
          </p:nvPr>
        </p:nvSpPr>
        <p:spPr>
          <a:xfrm>
            <a:off x="838200" y="1187777"/>
            <a:ext cx="10515600" cy="4534293"/>
          </a:xfrm>
        </p:spPr>
        <p:txBody>
          <a:bodyPr rtlCol="0"/>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endParaRPr lang="ro-RO" noProof="0" dirty="0"/>
          </a:p>
        </p:txBody>
      </p:sp>
    </p:spTree>
    <p:extLst>
      <p:ext uri="{BB962C8B-B14F-4D97-AF65-F5344CB8AC3E}">
        <p14:creationId xmlns:p14="http://schemas.microsoft.com/office/powerpoint/2010/main" val="7844681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ouă tipuri de conținut">
    <p:spTree>
      <p:nvGrpSpPr>
        <p:cNvPr id="1" name=""/>
        <p:cNvGrpSpPr/>
        <p:nvPr/>
      </p:nvGrpSpPr>
      <p:grpSpPr>
        <a:xfrm>
          <a:off x="0" y="0"/>
          <a:ext cx="0" cy="0"/>
          <a:chOff x="0" y="0"/>
          <a:chExt cx="0" cy="0"/>
        </a:xfrm>
      </p:grpSpPr>
      <p:sp>
        <p:nvSpPr>
          <p:cNvPr id="9" name="Dreptunghi 8">
            <a:extLst>
              <a:ext uri="{FF2B5EF4-FFF2-40B4-BE49-F238E27FC236}">
                <a16:creationId xmlns:a16="http://schemas.microsoft.com/office/drawing/2014/main" id="{8B6FE9A2-5CE4-4652-97CE-3FF947D5485F}"/>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7215E379-3C1C-4942-917E-02E25E8CB910}"/>
              </a:ext>
            </a:extLst>
          </p:cNvPr>
          <p:cNvSpPr>
            <a:spLocks noGrp="1"/>
          </p:cNvSpPr>
          <p:nvPr>
            <p:ph type="title"/>
          </p:nvPr>
        </p:nvSpPr>
        <p:spPr>
          <a:xfrm>
            <a:off x="838200" y="365126"/>
            <a:ext cx="10515600" cy="652969"/>
          </a:xfrm>
        </p:spPr>
        <p:txBody>
          <a:bodyPr rtlCol="0"/>
          <a:lstStyle/>
          <a:p>
            <a:pPr rtl="0"/>
            <a:r>
              <a:rPr lang="ro-RO" noProof="0"/>
              <a:t>Faceți clic pentru a edita stilul de titlu coordonator</a:t>
            </a:r>
            <a:endParaRPr lang="ro-RO" noProof="0" dirty="0"/>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dirty="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dirty="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dirty="0"/>
          </a:p>
        </p:txBody>
      </p:sp>
      <p:sp>
        <p:nvSpPr>
          <p:cNvPr id="7" name="Substituent conținut 2">
            <a:extLst>
              <a:ext uri="{FF2B5EF4-FFF2-40B4-BE49-F238E27FC236}">
                <a16:creationId xmlns:a16="http://schemas.microsoft.com/office/drawing/2014/main" id="{3FD6D4E1-CC57-4556-9CB7-31B375477219}"/>
              </a:ext>
            </a:extLst>
          </p:cNvPr>
          <p:cNvSpPr>
            <a:spLocks noGrp="1"/>
          </p:cNvSpPr>
          <p:nvPr>
            <p:ph sz="half" idx="1"/>
          </p:nvPr>
        </p:nvSpPr>
        <p:spPr>
          <a:xfrm>
            <a:off x="838200" y="1159497"/>
            <a:ext cx="5181600" cy="4543719"/>
          </a:xfrm>
        </p:spPr>
        <p:txBody>
          <a:bodyPr rtlCol="0">
            <a:normAutofit/>
          </a:bodyPr>
          <a:lstStyle>
            <a:lvl1pPr>
              <a:defRPr sz="2000">
                <a:solidFill>
                  <a:schemeClr val="bg2"/>
                </a:solidFill>
              </a:defRPr>
            </a:lvl1pPr>
            <a:lvl2pPr>
              <a:defRPr sz="1800">
                <a:solidFill>
                  <a:schemeClr val="bg2"/>
                </a:solidFill>
              </a:defRPr>
            </a:lvl2pPr>
            <a:lvl3pPr>
              <a:defRPr sz="1600">
                <a:solidFill>
                  <a:schemeClr val="bg2"/>
                </a:solidFill>
              </a:defRPr>
            </a:lvl3pPr>
            <a:lvl4pPr>
              <a:defRPr sz="1400">
                <a:solidFill>
                  <a:schemeClr val="bg2"/>
                </a:solidFill>
              </a:defRPr>
            </a:lvl4pPr>
            <a:lvl5pPr>
              <a:defRPr sz="1400">
                <a:solidFill>
                  <a:schemeClr val="bg2"/>
                </a:solidFill>
              </a:defRPr>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endParaRPr lang="ro-RO" noProof="0" dirty="0"/>
          </a:p>
        </p:txBody>
      </p:sp>
      <p:sp>
        <p:nvSpPr>
          <p:cNvPr id="8" name="Substituent conținut 3">
            <a:extLst>
              <a:ext uri="{FF2B5EF4-FFF2-40B4-BE49-F238E27FC236}">
                <a16:creationId xmlns:a16="http://schemas.microsoft.com/office/drawing/2014/main" id="{2AE7A31C-D605-4363-B037-1938B9304C13}"/>
              </a:ext>
            </a:extLst>
          </p:cNvPr>
          <p:cNvSpPr>
            <a:spLocks noGrp="1"/>
          </p:cNvSpPr>
          <p:nvPr>
            <p:ph sz="half" idx="2"/>
          </p:nvPr>
        </p:nvSpPr>
        <p:spPr>
          <a:xfrm>
            <a:off x="6172200" y="1159497"/>
            <a:ext cx="5181600" cy="4543719"/>
          </a:xfrm>
        </p:spPr>
        <p:txBody>
          <a:bodyPr rtlCol="0">
            <a:normAutofit/>
          </a:bodyPr>
          <a:lstStyle>
            <a:lvl1pPr>
              <a:defRPr sz="2000">
                <a:solidFill>
                  <a:schemeClr val="bg2"/>
                </a:solidFill>
              </a:defRPr>
            </a:lvl1pPr>
            <a:lvl2pPr>
              <a:defRPr sz="1800">
                <a:solidFill>
                  <a:schemeClr val="bg2"/>
                </a:solidFill>
              </a:defRPr>
            </a:lvl2pPr>
            <a:lvl3pPr>
              <a:defRPr sz="1600">
                <a:solidFill>
                  <a:schemeClr val="bg2"/>
                </a:solidFill>
              </a:defRPr>
            </a:lvl3pPr>
            <a:lvl4pPr>
              <a:defRPr sz="1400">
                <a:solidFill>
                  <a:schemeClr val="bg2"/>
                </a:solidFill>
              </a:defRPr>
            </a:lvl4pPr>
            <a:lvl5pPr>
              <a:defRPr sz="1400">
                <a:solidFill>
                  <a:schemeClr val="bg2"/>
                </a:solidFill>
              </a:defRPr>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endParaRPr lang="ro-RO" noProof="0" dirty="0"/>
          </a:p>
        </p:txBody>
      </p:sp>
    </p:spTree>
    <p:extLst>
      <p:ext uri="{BB962C8B-B14F-4D97-AF65-F5344CB8AC3E}">
        <p14:creationId xmlns:p14="http://schemas.microsoft.com/office/powerpoint/2010/main" val="8849159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mparație">
    <p:spTree>
      <p:nvGrpSpPr>
        <p:cNvPr id="1" name=""/>
        <p:cNvGrpSpPr/>
        <p:nvPr/>
      </p:nvGrpSpPr>
      <p:grpSpPr>
        <a:xfrm>
          <a:off x="0" y="0"/>
          <a:ext cx="0" cy="0"/>
          <a:chOff x="0" y="0"/>
          <a:chExt cx="0" cy="0"/>
        </a:xfrm>
      </p:grpSpPr>
      <p:sp>
        <p:nvSpPr>
          <p:cNvPr id="11" name="Dreptunghi 10">
            <a:extLst>
              <a:ext uri="{FF2B5EF4-FFF2-40B4-BE49-F238E27FC236}">
                <a16:creationId xmlns:a16="http://schemas.microsoft.com/office/drawing/2014/main" id="{A4B5E40D-C1A5-4C5A-BBA0-C3E41F028D01}"/>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7215E379-3C1C-4942-917E-02E25E8CB910}"/>
              </a:ext>
            </a:extLst>
          </p:cNvPr>
          <p:cNvSpPr>
            <a:spLocks noGrp="1"/>
          </p:cNvSpPr>
          <p:nvPr>
            <p:ph type="title"/>
          </p:nvPr>
        </p:nvSpPr>
        <p:spPr>
          <a:xfrm>
            <a:off x="838200" y="365126"/>
            <a:ext cx="10515600" cy="652969"/>
          </a:xfrm>
        </p:spPr>
        <p:txBody>
          <a:bodyPr rtlCol="0"/>
          <a:lstStyle/>
          <a:p>
            <a:pPr rtl="0"/>
            <a:r>
              <a:rPr lang="ro-RO" noProof="0"/>
              <a:t>Faceți clic pentru a edita stilul de titlu coordonator</a:t>
            </a:r>
            <a:endParaRPr lang="ro-RO" noProof="0" dirty="0"/>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dirty="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dirty="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dirty="0"/>
          </a:p>
        </p:txBody>
      </p:sp>
      <p:sp>
        <p:nvSpPr>
          <p:cNvPr id="7" name="Substituent text 2">
            <a:extLst>
              <a:ext uri="{FF2B5EF4-FFF2-40B4-BE49-F238E27FC236}">
                <a16:creationId xmlns:a16="http://schemas.microsoft.com/office/drawing/2014/main" id="{85C650EE-495E-44EB-870B-AC85B18EBDB8}"/>
              </a:ext>
            </a:extLst>
          </p:cNvPr>
          <p:cNvSpPr>
            <a:spLocks noGrp="1"/>
          </p:cNvSpPr>
          <p:nvPr>
            <p:ph type="body" idx="1"/>
          </p:nvPr>
        </p:nvSpPr>
        <p:spPr>
          <a:xfrm>
            <a:off x="839788" y="1256955"/>
            <a:ext cx="5157787" cy="823912"/>
          </a:xfrm>
        </p:spPr>
        <p:txBody>
          <a:bodyPr rtlCol="0" anchor="b"/>
          <a:lstStyle>
            <a:lvl1pPr marL="0" indent="0">
              <a:buNone/>
              <a:defRPr sz="2400" b="1">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Faceţi clic pentru a edita Master stiluri text</a:t>
            </a:r>
          </a:p>
        </p:txBody>
      </p:sp>
      <p:sp>
        <p:nvSpPr>
          <p:cNvPr id="8" name="Substituent conținut 3">
            <a:extLst>
              <a:ext uri="{FF2B5EF4-FFF2-40B4-BE49-F238E27FC236}">
                <a16:creationId xmlns:a16="http://schemas.microsoft.com/office/drawing/2014/main" id="{77DCC2A5-8A6A-431F-BD6C-93E32539A0F4}"/>
              </a:ext>
            </a:extLst>
          </p:cNvPr>
          <p:cNvSpPr>
            <a:spLocks noGrp="1"/>
          </p:cNvSpPr>
          <p:nvPr>
            <p:ph sz="half" idx="2"/>
          </p:nvPr>
        </p:nvSpPr>
        <p:spPr>
          <a:xfrm>
            <a:off x="839788" y="2203414"/>
            <a:ext cx="5157787" cy="3397631"/>
          </a:xfrm>
        </p:spPr>
        <p:txBody>
          <a:bodyPr rtlCol="0">
            <a:normAutofit/>
          </a:bodyPr>
          <a:lstStyle>
            <a:lvl1pPr>
              <a:defRPr sz="2000">
                <a:solidFill>
                  <a:schemeClr val="bg2"/>
                </a:solidFill>
              </a:defRPr>
            </a:lvl1pPr>
            <a:lvl2pPr>
              <a:defRPr sz="1800">
                <a:solidFill>
                  <a:schemeClr val="bg2"/>
                </a:solidFill>
              </a:defRPr>
            </a:lvl2pPr>
            <a:lvl3pPr>
              <a:defRPr sz="1600">
                <a:solidFill>
                  <a:schemeClr val="bg2"/>
                </a:solidFill>
              </a:defRPr>
            </a:lvl3pPr>
            <a:lvl4pPr>
              <a:defRPr sz="1400">
                <a:solidFill>
                  <a:schemeClr val="bg2"/>
                </a:solidFill>
              </a:defRPr>
            </a:lvl4pPr>
            <a:lvl5pPr>
              <a:defRPr sz="1400">
                <a:solidFill>
                  <a:schemeClr val="bg2"/>
                </a:solidFill>
              </a:defRPr>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endParaRPr lang="ro-RO" noProof="0" dirty="0"/>
          </a:p>
        </p:txBody>
      </p:sp>
      <p:sp>
        <p:nvSpPr>
          <p:cNvPr id="9" name="Substituent text 4">
            <a:extLst>
              <a:ext uri="{FF2B5EF4-FFF2-40B4-BE49-F238E27FC236}">
                <a16:creationId xmlns:a16="http://schemas.microsoft.com/office/drawing/2014/main" id="{7FE620E9-8AD3-4771-8897-E65B461E2801}"/>
              </a:ext>
            </a:extLst>
          </p:cNvPr>
          <p:cNvSpPr>
            <a:spLocks noGrp="1"/>
          </p:cNvSpPr>
          <p:nvPr>
            <p:ph type="body" sz="quarter" idx="3"/>
          </p:nvPr>
        </p:nvSpPr>
        <p:spPr>
          <a:xfrm>
            <a:off x="6172200" y="1256955"/>
            <a:ext cx="5183188" cy="823912"/>
          </a:xfrm>
        </p:spPr>
        <p:txBody>
          <a:bodyPr rtlCol="0" anchor="b"/>
          <a:lstStyle>
            <a:lvl1pPr marL="0" indent="0">
              <a:buNone/>
              <a:defRPr sz="2400" b="1">
                <a:latin typeface="Tahom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o-RO" noProof="0"/>
              <a:t>Faceţi clic pentru a edita Master stiluri text</a:t>
            </a:r>
          </a:p>
        </p:txBody>
      </p:sp>
      <p:sp>
        <p:nvSpPr>
          <p:cNvPr id="10" name="Substituent conținut 5">
            <a:extLst>
              <a:ext uri="{FF2B5EF4-FFF2-40B4-BE49-F238E27FC236}">
                <a16:creationId xmlns:a16="http://schemas.microsoft.com/office/drawing/2014/main" id="{B75F265B-9F81-4A64-A8D4-7D0A31CEA45A}"/>
              </a:ext>
            </a:extLst>
          </p:cNvPr>
          <p:cNvSpPr>
            <a:spLocks noGrp="1"/>
          </p:cNvSpPr>
          <p:nvPr>
            <p:ph sz="quarter" idx="4"/>
          </p:nvPr>
        </p:nvSpPr>
        <p:spPr>
          <a:xfrm>
            <a:off x="6172200" y="2203414"/>
            <a:ext cx="5183188" cy="3397631"/>
          </a:xfrm>
        </p:spPr>
        <p:txBody>
          <a:bodyPr rtlCol="0">
            <a:normAutofit/>
          </a:bodyPr>
          <a:lstStyle>
            <a:lvl1pPr>
              <a:defRPr sz="2000">
                <a:solidFill>
                  <a:schemeClr val="bg2"/>
                </a:solidFill>
              </a:defRPr>
            </a:lvl1pPr>
            <a:lvl2pPr>
              <a:defRPr sz="1800">
                <a:solidFill>
                  <a:schemeClr val="bg2"/>
                </a:solidFill>
              </a:defRPr>
            </a:lvl2pPr>
            <a:lvl3pPr>
              <a:defRPr sz="1600">
                <a:solidFill>
                  <a:schemeClr val="bg2"/>
                </a:solidFill>
              </a:defRPr>
            </a:lvl3pPr>
            <a:lvl4pPr>
              <a:defRPr sz="1400">
                <a:solidFill>
                  <a:schemeClr val="bg2"/>
                </a:solidFill>
              </a:defRPr>
            </a:lvl4pPr>
            <a:lvl5pPr>
              <a:defRPr sz="1400">
                <a:solidFill>
                  <a:schemeClr val="bg2"/>
                </a:solidFill>
              </a:defRPr>
            </a:lvl5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endParaRPr lang="ro-RO" noProof="0" dirty="0"/>
          </a:p>
        </p:txBody>
      </p:sp>
    </p:spTree>
    <p:extLst>
      <p:ext uri="{BB962C8B-B14F-4D97-AF65-F5344CB8AC3E}">
        <p14:creationId xmlns:p14="http://schemas.microsoft.com/office/powerpoint/2010/main" val="21408030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ținut cu legendă">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A16E3F0B-343E-4C97-A8D6-C47FCC915F74}"/>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dirty="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dirty="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dirty="0"/>
          </a:p>
        </p:txBody>
      </p:sp>
      <p:sp>
        <p:nvSpPr>
          <p:cNvPr id="8" name="Titlu 1">
            <a:extLst>
              <a:ext uri="{FF2B5EF4-FFF2-40B4-BE49-F238E27FC236}">
                <a16:creationId xmlns:a16="http://schemas.microsoft.com/office/drawing/2014/main" id="{8A02905C-2C7D-4445-B47F-3EBBA44657F7}"/>
              </a:ext>
            </a:extLst>
          </p:cNvPr>
          <p:cNvSpPr>
            <a:spLocks noGrp="1"/>
          </p:cNvSpPr>
          <p:nvPr>
            <p:ph type="title"/>
          </p:nvPr>
        </p:nvSpPr>
        <p:spPr>
          <a:xfrm>
            <a:off x="839788" y="457200"/>
            <a:ext cx="3932237" cy="1600200"/>
          </a:xfrm>
        </p:spPr>
        <p:txBody>
          <a:bodyPr rtlCol="0" anchor="b"/>
          <a:lstStyle>
            <a:lvl1pPr>
              <a:defRPr sz="3200"/>
            </a:lvl1pPr>
          </a:lstStyle>
          <a:p>
            <a:pPr rtl="0"/>
            <a:r>
              <a:rPr lang="ro-RO" noProof="0"/>
              <a:t>Faceți clic pentru a edita stilul de titlu coordonator</a:t>
            </a:r>
            <a:endParaRPr lang="ro-RO" noProof="0" dirty="0"/>
          </a:p>
        </p:txBody>
      </p:sp>
      <p:sp>
        <p:nvSpPr>
          <p:cNvPr id="9" name="Substituent text 3">
            <a:extLst>
              <a:ext uri="{FF2B5EF4-FFF2-40B4-BE49-F238E27FC236}">
                <a16:creationId xmlns:a16="http://schemas.microsoft.com/office/drawing/2014/main" id="{17BC8A51-D50F-4F98-9402-8FF90BD2D1BE}"/>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a:t>Faceţi clic pentru a edita Master stiluri text</a:t>
            </a:r>
          </a:p>
        </p:txBody>
      </p:sp>
      <p:sp>
        <p:nvSpPr>
          <p:cNvPr id="10" name="Substituent conținut 2">
            <a:extLst>
              <a:ext uri="{FF2B5EF4-FFF2-40B4-BE49-F238E27FC236}">
                <a16:creationId xmlns:a16="http://schemas.microsoft.com/office/drawing/2014/main" id="{3AE79E65-3D1E-4444-9BD4-8578BF0C6484}"/>
              </a:ext>
            </a:extLst>
          </p:cNvPr>
          <p:cNvSpPr>
            <a:spLocks noGrp="1"/>
          </p:cNvSpPr>
          <p:nvPr>
            <p:ph idx="1"/>
          </p:nvPr>
        </p:nvSpPr>
        <p:spPr>
          <a:xfrm>
            <a:off x="5183188" y="457201"/>
            <a:ext cx="6172200" cy="5403850"/>
          </a:xfrm>
        </p:spPr>
        <p:txBody>
          <a:bodyPr rtlCol="0">
            <a:normAutofit/>
          </a:bodyPr>
          <a:lstStyle>
            <a:lvl1pPr>
              <a:defRPr sz="24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vl6pPr>
              <a:defRPr sz="2000"/>
            </a:lvl6pPr>
            <a:lvl7pPr>
              <a:defRPr sz="2000"/>
            </a:lvl7pPr>
            <a:lvl8pPr>
              <a:defRPr sz="2000"/>
            </a:lvl8pPr>
            <a:lvl9pPr>
              <a:defRPr sz="2000"/>
            </a:lvl9pPr>
          </a:lstStyle>
          <a:p>
            <a:pPr lvl="0" rtl="0"/>
            <a:r>
              <a:rPr lang="ro-RO" noProof="0"/>
              <a:t>Faceţi clic pentru a edita Master stiluri text</a:t>
            </a:r>
          </a:p>
          <a:p>
            <a:pPr lvl="1" rtl="0"/>
            <a:r>
              <a:rPr lang="ro-RO" noProof="0"/>
              <a:t>al doilea nivel</a:t>
            </a:r>
          </a:p>
          <a:p>
            <a:pPr lvl="2" rtl="0"/>
            <a:r>
              <a:rPr lang="ro-RO" noProof="0"/>
              <a:t>al treilea nivel</a:t>
            </a:r>
          </a:p>
          <a:p>
            <a:pPr lvl="3" rtl="0"/>
            <a:r>
              <a:rPr lang="ro-RO" noProof="0"/>
              <a:t>al patrulea nivel</a:t>
            </a:r>
          </a:p>
          <a:p>
            <a:pPr lvl="4" rtl="0"/>
            <a:r>
              <a:rPr lang="ro-RO" noProof="0"/>
              <a:t>al cincilea nivel</a:t>
            </a:r>
            <a:endParaRPr lang="ro-RO" noProof="0" dirty="0"/>
          </a:p>
        </p:txBody>
      </p:sp>
    </p:spTree>
    <p:extLst>
      <p:ext uri="{BB962C8B-B14F-4D97-AF65-F5344CB8AC3E}">
        <p14:creationId xmlns:p14="http://schemas.microsoft.com/office/powerpoint/2010/main" val="21279995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ine cu legendă">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A16E3F0B-343E-4C97-A8D6-C47FCC915F74}"/>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dirty="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dirty="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dirty="0"/>
          </a:p>
        </p:txBody>
      </p:sp>
      <p:sp>
        <p:nvSpPr>
          <p:cNvPr id="8" name="Titlu 1">
            <a:extLst>
              <a:ext uri="{FF2B5EF4-FFF2-40B4-BE49-F238E27FC236}">
                <a16:creationId xmlns:a16="http://schemas.microsoft.com/office/drawing/2014/main" id="{8A02905C-2C7D-4445-B47F-3EBBA44657F7}"/>
              </a:ext>
            </a:extLst>
          </p:cNvPr>
          <p:cNvSpPr>
            <a:spLocks noGrp="1"/>
          </p:cNvSpPr>
          <p:nvPr>
            <p:ph type="title"/>
          </p:nvPr>
        </p:nvSpPr>
        <p:spPr>
          <a:xfrm>
            <a:off x="839788" y="457200"/>
            <a:ext cx="3932237" cy="1600200"/>
          </a:xfrm>
        </p:spPr>
        <p:txBody>
          <a:bodyPr rtlCol="0" anchor="b"/>
          <a:lstStyle>
            <a:lvl1pPr>
              <a:defRPr sz="3200"/>
            </a:lvl1pPr>
          </a:lstStyle>
          <a:p>
            <a:pPr rtl="0"/>
            <a:r>
              <a:rPr lang="ro-RO" noProof="0"/>
              <a:t>Faceți clic pentru a edita stilul de titlu coordonator</a:t>
            </a:r>
            <a:endParaRPr lang="ro-RO" noProof="0" dirty="0"/>
          </a:p>
        </p:txBody>
      </p:sp>
      <p:sp>
        <p:nvSpPr>
          <p:cNvPr id="9" name="Substituent text 3">
            <a:extLst>
              <a:ext uri="{FF2B5EF4-FFF2-40B4-BE49-F238E27FC236}">
                <a16:creationId xmlns:a16="http://schemas.microsoft.com/office/drawing/2014/main" id="{17BC8A51-D50F-4F98-9402-8FF90BD2D1BE}"/>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o-RO" noProof="0"/>
              <a:t>Faceţi clic pentru a edita Master stiluri text</a:t>
            </a:r>
          </a:p>
        </p:txBody>
      </p:sp>
      <p:sp>
        <p:nvSpPr>
          <p:cNvPr id="11" name="Substituent imagine 2">
            <a:extLst>
              <a:ext uri="{FF2B5EF4-FFF2-40B4-BE49-F238E27FC236}">
                <a16:creationId xmlns:a16="http://schemas.microsoft.com/office/drawing/2014/main" id="{1D23A006-AC57-4A0B-BC20-6D226A80CC78}"/>
              </a:ext>
            </a:extLst>
          </p:cNvPr>
          <p:cNvSpPr>
            <a:spLocks noGrp="1"/>
          </p:cNvSpPr>
          <p:nvPr>
            <p:ph type="pic" idx="1"/>
          </p:nvPr>
        </p:nvSpPr>
        <p:spPr>
          <a:xfrm>
            <a:off x="5183188" y="457201"/>
            <a:ext cx="6172200" cy="5403850"/>
          </a:xfrm>
        </p:spPr>
        <p:txBody>
          <a:bodyPr rtlCol="0">
            <a:normAutofit/>
          </a:bodyPr>
          <a:lstStyle>
            <a:lvl1pPr marL="0" indent="0">
              <a:buNone/>
              <a:defRPr sz="2400">
                <a:solidFill>
                  <a:schemeClr val="bg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ro-RO" noProof="0"/>
              <a:t>Faceți clic pe pictogramă pentru a adăuga o imagine</a:t>
            </a:r>
            <a:endParaRPr lang="ro-RO" noProof="0" dirty="0"/>
          </a:p>
        </p:txBody>
      </p:sp>
    </p:spTree>
    <p:extLst>
      <p:ext uri="{BB962C8B-B14F-4D97-AF65-F5344CB8AC3E}">
        <p14:creationId xmlns:p14="http://schemas.microsoft.com/office/powerpoint/2010/main" val="25853051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oar titlu">
    <p:spTree>
      <p:nvGrpSpPr>
        <p:cNvPr id="1" name=""/>
        <p:cNvGrpSpPr/>
        <p:nvPr/>
      </p:nvGrpSpPr>
      <p:grpSpPr>
        <a:xfrm>
          <a:off x="0" y="0"/>
          <a:ext cx="0" cy="0"/>
          <a:chOff x="0" y="0"/>
          <a:chExt cx="0" cy="0"/>
        </a:xfrm>
      </p:grpSpPr>
      <p:sp>
        <p:nvSpPr>
          <p:cNvPr id="7" name="Dreptunghi 6">
            <a:extLst>
              <a:ext uri="{FF2B5EF4-FFF2-40B4-BE49-F238E27FC236}">
                <a16:creationId xmlns:a16="http://schemas.microsoft.com/office/drawing/2014/main" id="{9F05564D-C546-470F-B93C-274AA86CE01F}"/>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2" name="Titlu 1">
            <a:extLst>
              <a:ext uri="{FF2B5EF4-FFF2-40B4-BE49-F238E27FC236}">
                <a16:creationId xmlns:a16="http://schemas.microsoft.com/office/drawing/2014/main" id="{7215E379-3C1C-4942-917E-02E25E8CB910}"/>
              </a:ext>
            </a:extLst>
          </p:cNvPr>
          <p:cNvSpPr>
            <a:spLocks noGrp="1"/>
          </p:cNvSpPr>
          <p:nvPr>
            <p:ph type="title"/>
          </p:nvPr>
        </p:nvSpPr>
        <p:spPr>
          <a:xfrm>
            <a:off x="838200" y="365126"/>
            <a:ext cx="10515600" cy="652969"/>
          </a:xfrm>
        </p:spPr>
        <p:txBody>
          <a:bodyPr rtlCol="0"/>
          <a:lstStyle/>
          <a:p>
            <a:pPr rtl="0"/>
            <a:r>
              <a:rPr lang="ro-RO" noProof="0"/>
              <a:t>Faceți clic pentru a edita stilul de titlu coordonator</a:t>
            </a:r>
            <a:endParaRPr lang="ro-RO" noProof="0" dirty="0"/>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dirty="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dirty="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dirty="0"/>
          </a:p>
        </p:txBody>
      </p:sp>
    </p:spTree>
    <p:extLst>
      <p:ext uri="{BB962C8B-B14F-4D97-AF65-F5344CB8AC3E}">
        <p14:creationId xmlns:p14="http://schemas.microsoft.com/office/powerpoint/2010/main" val="8839916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ecompletat">
    <p:spTree>
      <p:nvGrpSpPr>
        <p:cNvPr id="1" name=""/>
        <p:cNvGrpSpPr/>
        <p:nvPr/>
      </p:nvGrpSpPr>
      <p:grpSpPr>
        <a:xfrm>
          <a:off x="0" y="0"/>
          <a:ext cx="0" cy="0"/>
          <a:chOff x="0" y="0"/>
          <a:chExt cx="0" cy="0"/>
        </a:xfrm>
      </p:grpSpPr>
      <p:sp>
        <p:nvSpPr>
          <p:cNvPr id="6" name="Dreptunghi 5">
            <a:extLst>
              <a:ext uri="{FF2B5EF4-FFF2-40B4-BE49-F238E27FC236}">
                <a16:creationId xmlns:a16="http://schemas.microsoft.com/office/drawing/2014/main" id="{D9E60A5F-CE74-4F00-A5C2-F9742DDFFF1F}"/>
              </a:ext>
            </a:extLst>
          </p:cNvPr>
          <p:cNvSpPr/>
          <p:nvPr userDrawn="1"/>
        </p:nvSpPr>
        <p:spPr>
          <a:xfrm>
            <a:off x="0" y="0"/>
            <a:ext cx="12192000" cy="6858000"/>
          </a:xfrm>
          <a:prstGeom prst="rect">
            <a:avLst/>
          </a:prstGeom>
          <a:gradFill flip="none" rotWithShape="1">
            <a:gsLst>
              <a:gs pos="0">
                <a:schemeClr val="accent2"/>
              </a:gs>
              <a:gs pos="34000">
                <a:srgbClr val="0F1722"/>
              </a:gs>
              <a:gs pos="69000">
                <a:srgbClr val="0F1722"/>
              </a:gs>
              <a:gs pos="100000">
                <a:schemeClr val="accent5"/>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rtl="0"/>
            <a:endParaRPr lang="ro-RO" noProof="0" dirty="0"/>
          </a:p>
        </p:txBody>
      </p:sp>
      <p:sp>
        <p:nvSpPr>
          <p:cNvPr id="3" name="Substituent dată 2">
            <a:extLst>
              <a:ext uri="{FF2B5EF4-FFF2-40B4-BE49-F238E27FC236}">
                <a16:creationId xmlns:a16="http://schemas.microsoft.com/office/drawing/2014/main" id="{046047C4-77C4-4E19-8DD7-2ED3165B7637}"/>
              </a:ext>
            </a:extLst>
          </p:cNvPr>
          <p:cNvSpPr>
            <a:spLocks noGrp="1"/>
          </p:cNvSpPr>
          <p:nvPr>
            <p:ph type="dt" sz="half" idx="10"/>
          </p:nvPr>
        </p:nvSpPr>
        <p:spPr/>
        <p:txBody>
          <a:bodyPr rtlCol="0"/>
          <a:lstStyle/>
          <a:p>
            <a:pPr rtl="0"/>
            <a:r>
              <a:rPr lang="ro-RO" noProof="0" dirty="0"/>
              <a:t>DD.MM.20XX</a:t>
            </a:r>
          </a:p>
        </p:txBody>
      </p:sp>
      <p:sp>
        <p:nvSpPr>
          <p:cNvPr id="4" name="Substituent subsol 3">
            <a:extLst>
              <a:ext uri="{FF2B5EF4-FFF2-40B4-BE49-F238E27FC236}">
                <a16:creationId xmlns:a16="http://schemas.microsoft.com/office/drawing/2014/main" id="{D250B5CF-1C4F-4BA2-8E78-5F48C92A9DA1}"/>
              </a:ext>
            </a:extLst>
          </p:cNvPr>
          <p:cNvSpPr>
            <a:spLocks noGrp="1"/>
          </p:cNvSpPr>
          <p:nvPr>
            <p:ph type="ftr" sz="quarter" idx="11"/>
          </p:nvPr>
        </p:nvSpPr>
        <p:spPr/>
        <p:txBody>
          <a:bodyPr rtlCol="0"/>
          <a:lstStyle/>
          <a:p>
            <a:pPr rtl="0"/>
            <a:r>
              <a:rPr lang="ro-RO" noProof="0" dirty="0"/>
              <a:t>ADĂUGAREA UNUI SUBSOL</a:t>
            </a:r>
          </a:p>
        </p:txBody>
      </p:sp>
      <p:sp>
        <p:nvSpPr>
          <p:cNvPr id="5" name="Substituent număr diapozitiv 4">
            <a:extLst>
              <a:ext uri="{FF2B5EF4-FFF2-40B4-BE49-F238E27FC236}">
                <a16:creationId xmlns:a16="http://schemas.microsoft.com/office/drawing/2014/main" id="{714C6A0A-8A9D-47A1-97DA-BB494915175B}"/>
              </a:ext>
            </a:extLst>
          </p:cNvPr>
          <p:cNvSpPr>
            <a:spLocks noGrp="1"/>
          </p:cNvSpPr>
          <p:nvPr>
            <p:ph type="sldNum" sz="quarter" idx="12"/>
          </p:nvPr>
        </p:nvSpPr>
        <p:spPr/>
        <p:txBody>
          <a:bodyPr rtlCol="0"/>
          <a:lstStyle/>
          <a:p>
            <a:pPr rtl="0"/>
            <a:fld id="{8D581BC7-E183-40DB-AC97-C19EA4EB8894}" type="slidenum">
              <a:rPr lang="ro-RO" noProof="0" smtClean="0"/>
              <a:pPr rtl="0"/>
              <a:t>‹#›</a:t>
            </a:fld>
            <a:endParaRPr lang="ro-RO" noProof="0" dirty="0"/>
          </a:p>
        </p:txBody>
      </p:sp>
    </p:spTree>
    <p:extLst>
      <p:ext uri="{BB962C8B-B14F-4D97-AF65-F5344CB8AC3E}">
        <p14:creationId xmlns:p14="http://schemas.microsoft.com/office/powerpoint/2010/main" val="223171584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titlu 1">
            <a:extLst>
              <a:ext uri="{FF2B5EF4-FFF2-40B4-BE49-F238E27FC236}">
                <a16:creationId xmlns:a16="http://schemas.microsoft.com/office/drawing/2014/main" id="{6967058B-89E0-4460-AB21-21747CB3A1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ro-RO" noProof="0" dirty="0"/>
              <a:t>Faceți clic pentru a edita stilul de titlu coordonator</a:t>
            </a:r>
          </a:p>
        </p:txBody>
      </p:sp>
      <p:sp>
        <p:nvSpPr>
          <p:cNvPr id="3" name="Substituent text 2">
            <a:extLst>
              <a:ext uri="{FF2B5EF4-FFF2-40B4-BE49-F238E27FC236}">
                <a16:creationId xmlns:a16="http://schemas.microsoft.com/office/drawing/2014/main" id="{7201C5EB-04D6-4050-930C-5F6907528D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ro-RO" noProof="0" dirty="0"/>
              <a:t>Editați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4" name="Substituent dată 3">
            <a:extLst>
              <a:ext uri="{FF2B5EF4-FFF2-40B4-BE49-F238E27FC236}">
                <a16:creationId xmlns:a16="http://schemas.microsoft.com/office/drawing/2014/main" id="{A732220F-109C-4A57-81E9-C6279EDA1374}"/>
              </a:ext>
            </a:extLst>
          </p:cNvPr>
          <p:cNvSpPr>
            <a:spLocks noGrp="1"/>
          </p:cNvSpPr>
          <p:nvPr>
            <p:ph type="dt" sz="half" idx="2"/>
          </p:nvPr>
        </p:nvSpPr>
        <p:spPr>
          <a:xfrm>
            <a:off x="10016836" y="5878720"/>
            <a:ext cx="1336964" cy="298800"/>
          </a:xfrm>
          <a:prstGeom prst="rect">
            <a:avLst/>
          </a:prstGeom>
        </p:spPr>
        <p:txBody>
          <a:bodyPr vert="horz" lIns="0" tIns="0" rIns="0" bIns="0" rtlCol="0" anchor="ctr"/>
          <a:lstStyle>
            <a:lvl1pPr algn="r">
              <a:defRPr sz="1000">
                <a:solidFill>
                  <a:schemeClr val="bg1">
                    <a:lumMod val="50000"/>
                    <a:lumOff val="50000"/>
                  </a:schemeClr>
                </a:solidFill>
              </a:defRPr>
            </a:lvl1pPr>
          </a:lstStyle>
          <a:p>
            <a:pPr rtl="0"/>
            <a:r>
              <a:rPr lang="ro-RO" noProof="0" dirty="0"/>
              <a:t>DD.MM.20XX</a:t>
            </a:r>
          </a:p>
        </p:txBody>
      </p:sp>
      <p:sp>
        <p:nvSpPr>
          <p:cNvPr id="5" name="Substituent subsol 4">
            <a:extLst>
              <a:ext uri="{FF2B5EF4-FFF2-40B4-BE49-F238E27FC236}">
                <a16:creationId xmlns:a16="http://schemas.microsoft.com/office/drawing/2014/main" id="{0A25404F-F26F-42E5-BA15-C0373FC1CF2B}"/>
              </a:ext>
            </a:extLst>
          </p:cNvPr>
          <p:cNvSpPr>
            <a:spLocks noGrp="1"/>
          </p:cNvSpPr>
          <p:nvPr>
            <p:ph type="ftr" sz="quarter" idx="3"/>
          </p:nvPr>
        </p:nvSpPr>
        <p:spPr>
          <a:xfrm>
            <a:off x="1169960" y="5878720"/>
            <a:ext cx="2915733" cy="298800"/>
          </a:xfrm>
          <a:prstGeom prst="rect">
            <a:avLst/>
          </a:prstGeom>
        </p:spPr>
        <p:txBody>
          <a:bodyPr vert="horz" lIns="91440" tIns="45720" rIns="91440" bIns="45720" rtlCol="0" anchor="ctr"/>
          <a:lstStyle>
            <a:lvl1pPr algn="l">
              <a:defRPr sz="1000">
                <a:solidFill>
                  <a:schemeClr val="bg1">
                    <a:lumMod val="50000"/>
                    <a:lumOff val="50000"/>
                  </a:schemeClr>
                </a:solidFill>
              </a:defRPr>
            </a:lvl1pPr>
          </a:lstStyle>
          <a:p>
            <a:pPr rtl="0"/>
            <a:r>
              <a:rPr lang="ro-RO" noProof="0" dirty="0"/>
              <a:t>ADĂUGAREA UNUI SUBSOL</a:t>
            </a:r>
          </a:p>
        </p:txBody>
      </p:sp>
      <p:sp>
        <p:nvSpPr>
          <p:cNvPr id="6" name="Substituent număr diapozitiv 5">
            <a:extLst>
              <a:ext uri="{FF2B5EF4-FFF2-40B4-BE49-F238E27FC236}">
                <a16:creationId xmlns:a16="http://schemas.microsoft.com/office/drawing/2014/main" id="{41725174-FA04-488F-9F0C-3CD1D1483FA9}"/>
              </a:ext>
            </a:extLst>
          </p:cNvPr>
          <p:cNvSpPr>
            <a:spLocks noGrp="1"/>
          </p:cNvSpPr>
          <p:nvPr>
            <p:ph type="sldNum" sz="quarter" idx="4"/>
          </p:nvPr>
        </p:nvSpPr>
        <p:spPr>
          <a:xfrm>
            <a:off x="778643" y="5879656"/>
            <a:ext cx="354492" cy="297307"/>
          </a:xfrm>
          <a:prstGeom prst="rect">
            <a:avLst/>
          </a:prstGeom>
        </p:spPr>
        <p:txBody>
          <a:bodyPr vert="horz" lIns="91440" tIns="45720" rIns="91440" bIns="45720" rtlCol="0" anchor="ctr"/>
          <a:lstStyle>
            <a:lvl1pPr algn="ctr">
              <a:defRPr sz="1000">
                <a:solidFill>
                  <a:schemeClr val="bg2"/>
                </a:solidFill>
              </a:defRPr>
            </a:lvl1pPr>
          </a:lstStyle>
          <a:p>
            <a:pPr rtl="0"/>
            <a:fld id="{8D581BC7-E183-40DB-AC97-C19EA4EB8894}" type="slidenum">
              <a:rPr lang="ro-RO" noProof="0" smtClean="0"/>
              <a:pPr rtl="0"/>
              <a:t>‹#›</a:t>
            </a:fld>
            <a:endParaRPr lang="ro-RO" noProof="0" dirty="0"/>
          </a:p>
        </p:txBody>
      </p:sp>
      <p:sp>
        <p:nvSpPr>
          <p:cNvPr id="7" name="Oval 6">
            <a:extLst>
              <a:ext uri="{FF2B5EF4-FFF2-40B4-BE49-F238E27FC236}">
                <a16:creationId xmlns:a16="http://schemas.microsoft.com/office/drawing/2014/main" id="{7FEF1588-F385-48F3-800A-554A9423E77A}"/>
              </a:ext>
            </a:extLst>
          </p:cNvPr>
          <p:cNvSpPr/>
          <p:nvPr userDrawn="1"/>
        </p:nvSpPr>
        <p:spPr>
          <a:xfrm>
            <a:off x="809310" y="5879656"/>
            <a:ext cx="283464" cy="283464"/>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0" name="Conector drept 9">
            <a:extLst>
              <a:ext uri="{FF2B5EF4-FFF2-40B4-BE49-F238E27FC236}">
                <a16:creationId xmlns:a16="http://schemas.microsoft.com/office/drawing/2014/main" id="{440B0943-F568-4674-8FA4-B435B1E466AF}"/>
              </a:ext>
            </a:extLst>
          </p:cNvPr>
          <p:cNvCxnSpPr/>
          <p:nvPr userDrawn="1"/>
        </p:nvCxnSpPr>
        <p:spPr>
          <a:xfrm>
            <a:off x="11580000" y="6020920"/>
            <a:ext cx="612000" cy="0"/>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62DE7FD5-7941-43A1-8663-42AE40546A4F}"/>
              </a:ext>
            </a:extLst>
          </p:cNvPr>
          <p:cNvSpPr/>
          <p:nvPr userDrawn="1"/>
        </p:nvSpPr>
        <p:spPr>
          <a:xfrm>
            <a:off x="11466563" y="5966056"/>
            <a:ext cx="109728" cy="109728"/>
          </a:xfrm>
          <a:prstGeom prst="ellipse">
            <a:avLst/>
          </a:prstGeom>
          <a:noFill/>
          <a:ln w="6350">
            <a:solidFill>
              <a:schemeClr val="bg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cxnSp>
        <p:nvCxnSpPr>
          <p:cNvPr id="13" name="Conector drept 12">
            <a:extLst>
              <a:ext uri="{FF2B5EF4-FFF2-40B4-BE49-F238E27FC236}">
                <a16:creationId xmlns:a16="http://schemas.microsoft.com/office/drawing/2014/main" id="{97791EE5-EF06-4BF8-84C6-EC24114E73F5}"/>
              </a:ext>
            </a:extLst>
          </p:cNvPr>
          <p:cNvCxnSpPr>
            <a:cxnSpLocks/>
          </p:cNvCxnSpPr>
          <p:nvPr userDrawn="1"/>
        </p:nvCxnSpPr>
        <p:spPr>
          <a:xfrm flipV="1">
            <a:off x="0" y="6020920"/>
            <a:ext cx="803275" cy="468"/>
          </a:xfrm>
          <a:prstGeom prst="line">
            <a:avLst/>
          </a:prstGeom>
          <a:ln>
            <a:solidFill>
              <a:schemeClr val="bg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1861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0" r:id="rId25"/>
    <p:sldLayoutId id="2147483681" r:id="rId26"/>
    <p:sldLayoutId id="2147483682" r:id="rId27"/>
    <p:sldLayoutId id="2147483683" r:id="rId28"/>
    <p:sldLayoutId id="2147483684" r:id="rId29"/>
    <p:sldLayoutId id="2147483685" r:id="rId30"/>
    <p:sldLayoutId id="2147483686" r:id="rId31"/>
    <p:sldLayoutId id="2147483687" r:id="rId32"/>
    <p:sldLayoutId id="2147483690" r:id="rId33"/>
    <p:sldLayoutId id="2147483691" r:id="rId34"/>
    <p:sldLayoutId id="2147483688" r:id="rId35"/>
    <p:sldLayoutId id="2147483689" r:id="rId36"/>
  </p:sldLayoutIdLst>
  <p:hf hdr="0"/>
  <p:txStyles>
    <p:titleStyle>
      <a:lvl1pPr algn="l" defTabSz="914400" rtl="0" eaLnBrk="1" latinLnBrk="0" hangingPunct="1">
        <a:lnSpc>
          <a:spcPct val="90000"/>
        </a:lnSpc>
        <a:spcBef>
          <a:spcPct val="0"/>
        </a:spcBef>
        <a:buNone/>
        <a:defRPr sz="3600" b="1" kern="1200">
          <a:solidFill>
            <a:schemeClr val="bg2"/>
          </a:solidFill>
          <a:latin typeface="Tahoma" panose="020B060403050404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7" userDrawn="1">
          <p15:clr>
            <a:srgbClr val="F26B43"/>
          </p15:clr>
        </p15:guide>
        <p15:guide id="2" pos="7174" userDrawn="1">
          <p15:clr>
            <a:srgbClr val="F26B43"/>
          </p15:clr>
        </p15:guide>
        <p15:guide id="3" pos="506" userDrawn="1">
          <p15:clr>
            <a:srgbClr val="F26B43"/>
          </p15:clr>
        </p15:guide>
        <p15:guide id="4" orient="horz" pos="3793" userDrawn="1">
          <p15:clr>
            <a:srgbClr val="F26B43"/>
          </p15:clr>
        </p15:guide>
        <p15:guide id="5" pos="3840" userDrawn="1">
          <p15:clr>
            <a:srgbClr val="F26B43"/>
          </p15:clr>
        </p15:guide>
        <p15:guide id="6" orient="horz" pos="2160" userDrawn="1">
          <p15:clr>
            <a:srgbClr val="F26B43"/>
          </p15:clr>
        </p15:guide>
        <p15:guide id="7" pos="3318" userDrawn="1">
          <p15:clr>
            <a:srgbClr val="F26B43"/>
          </p15:clr>
        </p15:guide>
        <p15:guide id="8" pos="436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hyperlink" Target="https://www.shop-einstal.ro/pompe-si-hidrofoare/grupuri-de-pompare-ape-curate/grup-pompare-electronic-cu-alternanta-2-x-mci-10-5t-41689301060.html#group=group&amp;photo=id-1" TargetMode="External"/><Relationship Id="rId4" Type="http://schemas.openxmlformats.org/officeDocument/2006/relationships/hyperlink" Target="https://www.dedeman.ro/ro/masina-de-gaurit/-insurubat-cu-percutie-dewalt-dcd999nt-xj-18-v-fara-acumulator/p/1066200"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36.xml"/><Relationship Id="rId5" Type="http://schemas.openxmlformats.org/officeDocument/2006/relationships/hyperlink" Target="https://www.shop-einstal.ro/pompe-si-hidrofoare/grupuri-de-pompare-ape-curate/grup-pompare-electronic-cu-alternanta-2-x-mci-10-5t-41689301060.html#group=group&amp;photo=id-1" TargetMode="External"/><Relationship Id="rId4" Type="http://schemas.openxmlformats.org/officeDocument/2006/relationships/hyperlink" Target="https://www.scule365.ro/cumpara/masina-gaurit-cu-coloana-350w-1400rpm-wainer-pd3-10999"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6.xml"/><Relationship Id="rId1" Type="http://schemas.openxmlformats.org/officeDocument/2006/relationships/video" Target="https://www.youtube.com/embed/adkY1QktIkA?feature=oembed" TargetMode="External"/><Relationship Id="rId5" Type="http://schemas.openxmlformats.org/officeDocument/2006/relationships/image" Target="../media/image10.jpeg"/><Relationship Id="rId4" Type="http://schemas.openxmlformats.org/officeDocument/2006/relationships/hyperlink" Target="https://www.youtube.com/watch?v=adkY1QktIkA"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6.xml"/><Relationship Id="rId1" Type="http://schemas.openxmlformats.org/officeDocument/2006/relationships/video" Target="https://www.youtube.com/embed/d6amOra1qZg?start=85&amp;feature=oembed" TargetMode="External"/><Relationship Id="rId5" Type="http://schemas.openxmlformats.org/officeDocument/2006/relationships/image" Target="../media/image11.jpeg"/><Relationship Id="rId4" Type="http://schemas.openxmlformats.org/officeDocument/2006/relationships/hyperlink" Target="https://www.youtube.com/watch?v=d6amOra1qZg&amp;t=85s"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6.xml"/><Relationship Id="rId1" Type="http://schemas.openxmlformats.org/officeDocument/2006/relationships/video" Target="https://www.youtube.com/embed/Ly9V4xzQRHw?feature=oembed" TargetMode="External"/><Relationship Id="rId5" Type="http://schemas.openxmlformats.org/officeDocument/2006/relationships/hyperlink" Target="https://www.youtube.com/watch?v=Ly9V4xzQRHw" TargetMode="Externa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6.xml"/><Relationship Id="rId1" Type="http://schemas.openxmlformats.org/officeDocument/2006/relationships/video" Target="https://www.youtube.com/embed/eEKH6cy7WJU?feature=oembed" TargetMode="External"/><Relationship Id="rId5" Type="http://schemas.openxmlformats.org/officeDocument/2006/relationships/hyperlink" Target="https://www.youtube.com/watch?v=eEKH6cy7WJU" TargetMode="External"/><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6.xml"/><Relationship Id="rId1" Type="http://schemas.openxmlformats.org/officeDocument/2006/relationships/video" Target="https://www.youtube.com/embed/CvLlseKg5Ss?feature=oembed" TargetMode="External"/><Relationship Id="rId5" Type="http://schemas.openxmlformats.org/officeDocument/2006/relationships/image" Target="../media/image14.jpeg"/><Relationship Id="rId4" Type="http://schemas.openxmlformats.org/officeDocument/2006/relationships/hyperlink" Target="https://www.youtube.com/watch?v=CvLlseKg5Ss"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6.xml"/><Relationship Id="rId1" Type="http://schemas.openxmlformats.org/officeDocument/2006/relationships/video" Target="https://www.youtube.com/embed/Aho--zlUrc8?feature=oembed" TargetMode="External"/><Relationship Id="rId5" Type="http://schemas.openxmlformats.org/officeDocument/2006/relationships/hyperlink" Target="https://www.youtube.com/watch?v=Aho--zlUrc8" TargetMode="External"/><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6.xml"/><Relationship Id="rId1" Type="http://schemas.openxmlformats.org/officeDocument/2006/relationships/video" Target="https://www.youtube.com/embed/digHt7yz35s?feature=oembed" TargetMode="External"/><Relationship Id="rId5" Type="http://schemas.openxmlformats.org/officeDocument/2006/relationships/image" Target="../media/image16.jpeg"/><Relationship Id="rId4" Type="http://schemas.openxmlformats.org/officeDocument/2006/relationships/hyperlink" Target="https://www.youtube.com/watch?v=digHt7yz35s"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6.xml"/><Relationship Id="rId1" Type="http://schemas.openxmlformats.org/officeDocument/2006/relationships/video" Target="https://www.youtube.com/embed/GhUFzXAY-3o?feature=oembed" TargetMode="External"/><Relationship Id="rId5" Type="http://schemas.openxmlformats.org/officeDocument/2006/relationships/image" Target="../media/image17.jpeg"/><Relationship Id="rId4" Type="http://schemas.openxmlformats.org/officeDocument/2006/relationships/hyperlink" Target="https://www.youtube.com/watch?v=GhUFzXAY-3o"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6.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u 3">
            <a:extLst>
              <a:ext uri="{FF2B5EF4-FFF2-40B4-BE49-F238E27FC236}">
                <a16:creationId xmlns:a16="http://schemas.microsoft.com/office/drawing/2014/main" id="{54F6FF42-70E3-4A7F-B5D8-2928FCB71A74}"/>
              </a:ext>
            </a:extLst>
          </p:cNvPr>
          <p:cNvSpPr>
            <a:spLocks noGrp="1"/>
          </p:cNvSpPr>
          <p:nvPr>
            <p:ph type="ctrTitle"/>
          </p:nvPr>
        </p:nvSpPr>
        <p:spPr>
          <a:xfrm>
            <a:off x="7776" y="2698113"/>
            <a:ext cx="12176448" cy="1340509"/>
          </a:xfrm>
        </p:spPr>
        <p:txBody>
          <a:bodyPr rtlCol="0">
            <a:normAutofit/>
          </a:bodyPr>
          <a:lstStyle/>
          <a:p>
            <a:r>
              <a:rPr lang="en-GB" sz="4400" dirty="0">
                <a:ea typeface="Tahoma" panose="020B0604030504040204" pitchFamily="34" charset="0"/>
                <a:cs typeface="Tahoma" panose="020B0604030504040204" pitchFamily="34" charset="0"/>
              </a:rPr>
              <a:t>ORGANE DE MA</a:t>
            </a:r>
            <a:r>
              <a:rPr lang="ro-RO" sz="4400" dirty="0">
                <a:ea typeface="Tahoma" panose="020B0604030504040204" pitchFamily="34" charset="0"/>
                <a:cs typeface="Tahoma" panose="020B0604030504040204" pitchFamily="34" charset="0"/>
              </a:rPr>
              <a:t>ȘINI ȘI TEHNOLOGIE MECANICĂ PENTRU INSTALAȚII</a:t>
            </a:r>
          </a:p>
        </p:txBody>
      </p:sp>
      <p:sp>
        <p:nvSpPr>
          <p:cNvPr id="5" name="Subtitlu 4">
            <a:extLst>
              <a:ext uri="{FF2B5EF4-FFF2-40B4-BE49-F238E27FC236}">
                <a16:creationId xmlns:a16="http://schemas.microsoft.com/office/drawing/2014/main" id="{F40A11AA-C85D-4AF4-92B2-0F4E36F4EC91}"/>
              </a:ext>
            </a:extLst>
          </p:cNvPr>
          <p:cNvSpPr>
            <a:spLocks noGrp="1"/>
          </p:cNvSpPr>
          <p:nvPr>
            <p:ph type="subTitle" idx="1"/>
          </p:nvPr>
        </p:nvSpPr>
        <p:spPr/>
        <p:txBody>
          <a:bodyPr rtlCol="0">
            <a:normAutofit/>
          </a:bodyPr>
          <a:lstStyle/>
          <a:p>
            <a:r>
              <a:rPr lang="ro-RO" dirty="0">
                <a:latin typeface="Calibri" panose="020F0502020204030204" pitchFamily="34" charset="0"/>
                <a:ea typeface="Calibri" panose="020F0502020204030204" pitchFamily="34" charset="0"/>
                <a:cs typeface="Calibri" panose="020F0502020204030204" pitchFamily="34" charset="0"/>
              </a:rPr>
              <a:t>Ș. l. dr. ing. </a:t>
            </a:r>
            <a:r>
              <a:rPr lang="en-US" dirty="0">
                <a:latin typeface="Calibri" panose="020F0502020204030204" pitchFamily="34" charset="0"/>
                <a:ea typeface="Calibri" panose="020F0502020204030204" pitchFamily="34" charset="0"/>
                <a:cs typeface="Calibri" panose="020F0502020204030204" pitchFamily="34" charset="0"/>
              </a:rPr>
              <a:t>Constantin CILIBIU</a:t>
            </a:r>
            <a:endParaRPr lang="ro-RO"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04048307"/>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Substituent imagine 11" descr="Fundal abstract&#10;">
            <a:extLst>
              <a:ext uri="{FF2B5EF4-FFF2-40B4-BE49-F238E27FC236}">
                <a16:creationId xmlns:a16="http://schemas.microsoft.com/office/drawing/2014/main" id="{403E5740-1FF0-42AF-A459-70BE0BD24FDC}"/>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a:stretch/>
        </p:blipFill>
        <p:spPr/>
      </p:pic>
      <p:sp>
        <p:nvSpPr>
          <p:cNvPr id="2" name="Titlu 1">
            <a:extLst>
              <a:ext uri="{FF2B5EF4-FFF2-40B4-BE49-F238E27FC236}">
                <a16:creationId xmlns:a16="http://schemas.microsoft.com/office/drawing/2014/main" id="{EA4B7241-C2B7-4F61-A69C-236E16A5F62F}"/>
              </a:ext>
            </a:extLst>
          </p:cNvPr>
          <p:cNvSpPr>
            <a:spLocks noGrp="1"/>
          </p:cNvSpPr>
          <p:nvPr>
            <p:ph type="title"/>
          </p:nvPr>
        </p:nvSpPr>
        <p:spPr>
          <a:xfrm>
            <a:off x="6302761" y="2607473"/>
            <a:ext cx="5552968" cy="1643053"/>
          </a:xfrm>
        </p:spPr>
        <p:txBody>
          <a:bodyPr rtlCol="0"/>
          <a:lstStyle/>
          <a:p>
            <a:pPr algn="ctr" rtl="0"/>
            <a:r>
              <a:rPr lang="ro-RO" sz="4000" dirty="0"/>
              <a:t>Tehnologii utilizate la execuția instalațiilor</a:t>
            </a:r>
            <a:br>
              <a:rPr lang="ro-RO" sz="4000" dirty="0"/>
            </a:br>
            <a:r>
              <a:rPr lang="ro-RO" sz="4000" dirty="0"/>
              <a:t>în interiorul clădirilor</a:t>
            </a:r>
          </a:p>
        </p:txBody>
      </p:sp>
      <p:sp>
        <p:nvSpPr>
          <p:cNvPr id="3" name="Subtitlu 2">
            <a:extLst>
              <a:ext uri="{FF2B5EF4-FFF2-40B4-BE49-F238E27FC236}">
                <a16:creationId xmlns:a16="http://schemas.microsoft.com/office/drawing/2014/main" id="{FDFD3B61-D7B5-4C7A-80FB-02A3436F88E1}"/>
              </a:ext>
            </a:extLst>
          </p:cNvPr>
          <p:cNvSpPr>
            <a:spLocks noGrp="1"/>
          </p:cNvSpPr>
          <p:nvPr>
            <p:ph type="subTitle" idx="1"/>
          </p:nvPr>
        </p:nvSpPr>
        <p:spPr>
          <a:xfrm>
            <a:off x="6769767" y="4468089"/>
            <a:ext cx="4618957" cy="590626"/>
          </a:xfrm>
        </p:spPr>
        <p:txBody>
          <a:bodyPr rtlCol="0"/>
          <a:lstStyle/>
          <a:p>
            <a:pPr rtl="0"/>
            <a:r>
              <a:rPr lang="ro-RO" dirty="0"/>
              <a:t>Curs </a:t>
            </a:r>
            <a:r>
              <a:rPr lang="en-US" dirty="0"/>
              <a:t>1</a:t>
            </a:r>
            <a:r>
              <a:rPr lang="ro-RO" dirty="0"/>
              <a:t>1</a:t>
            </a:r>
          </a:p>
        </p:txBody>
      </p:sp>
    </p:spTree>
    <p:extLst>
      <p:ext uri="{BB962C8B-B14F-4D97-AF65-F5344CB8AC3E}">
        <p14:creationId xmlns:p14="http://schemas.microsoft.com/office/powerpoint/2010/main" val="2982231551"/>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BD4B26A0-76B0-4D92-8A3B-F4FB7FCBBD52}"/>
              </a:ext>
            </a:extLst>
          </p:cNvPr>
          <p:cNvSpPr>
            <a:spLocks noGrp="1"/>
          </p:cNvSpPr>
          <p:nvPr>
            <p:ph type="title"/>
          </p:nvPr>
        </p:nvSpPr>
        <p:spPr>
          <a:xfrm>
            <a:off x="512373" y="2464540"/>
            <a:ext cx="2227204" cy="459140"/>
          </a:xfrm>
        </p:spPr>
        <p:txBody>
          <a:bodyPr rtlCol="0">
            <a:normAutofit fontScale="90000"/>
          </a:bodyPr>
          <a:lstStyle/>
          <a:p>
            <a:pPr algn="ctr" rtl="0"/>
            <a:r>
              <a:rPr lang="ro-RO" sz="3000" dirty="0"/>
              <a:t>Operațiune tehnologică</a:t>
            </a:r>
          </a:p>
        </p:txBody>
      </p:sp>
      <p:pic>
        <p:nvPicPr>
          <p:cNvPr id="20" name="Substituent imagine 19" descr="Fundal abstract">
            <a:extLst>
              <a:ext uri="{FF2B5EF4-FFF2-40B4-BE49-F238E27FC236}">
                <a16:creationId xmlns:a16="http://schemas.microsoft.com/office/drawing/2014/main" id="{61169563-0C6E-483D-91B6-7AB8952A8FAF}"/>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0" y="492775"/>
            <a:ext cx="3288940" cy="1399070"/>
          </a:xfrm>
        </p:spPr>
      </p:pic>
      <p:sp>
        <p:nvSpPr>
          <p:cNvPr id="8" name="Substituent număr diapozitiv 7">
            <a:extLst>
              <a:ext uri="{FF2B5EF4-FFF2-40B4-BE49-F238E27FC236}">
                <a16:creationId xmlns:a16="http://schemas.microsoft.com/office/drawing/2014/main" id="{FE91C663-2D66-4255-91B4-906F720EB8BA}"/>
              </a:ext>
            </a:extLst>
          </p:cNvPr>
          <p:cNvSpPr>
            <a:spLocks noGrp="1"/>
          </p:cNvSpPr>
          <p:nvPr>
            <p:ph type="sldNum" sz="quarter" idx="12"/>
          </p:nvPr>
        </p:nvSpPr>
        <p:spPr/>
        <p:txBody>
          <a:bodyPr rtlCol="0"/>
          <a:lstStyle/>
          <a:p>
            <a:pPr rtl="0"/>
            <a:fld id="{8D581BC7-E183-40DB-AC97-C19EA4EB8894}" type="slidenum">
              <a:rPr lang="ro-RO" smtClean="0"/>
              <a:pPr rtl="0"/>
              <a:t>3</a:t>
            </a:fld>
            <a:endParaRPr lang="ro-RO" dirty="0"/>
          </a:p>
        </p:txBody>
      </p:sp>
      <p:sp>
        <p:nvSpPr>
          <p:cNvPr id="7" name="Substituent subsol 6">
            <a:extLst>
              <a:ext uri="{FF2B5EF4-FFF2-40B4-BE49-F238E27FC236}">
                <a16:creationId xmlns:a16="http://schemas.microsoft.com/office/drawing/2014/main" id="{80B83D80-B29B-48B9-9B34-76AD9399E64D}"/>
              </a:ext>
            </a:extLst>
          </p:cNvPr>
          <p:cNvSpPr>
            <a:spLocks noGrp="1"/>
          </p:cNvSpPr>
          <p:nvPr>
            <p:ph type="ftr" sz="quarter" idx="11"/>
          </p:nvPr>
        </p:nvSpPr>
        <p:spPr>
          <a:xfrm>
            <a:off x="1169961" y="5878720"/>
            <a:ext cx="1855342" cy="298800"/>
          </a:xfrm>
        </p:spPr>
        <p:txBody>
          <a:bodyPr rtlCol="0"/>
          <a:lstStyle/>
          <a:p>
            <a:pPr rtl="0"/>
            <a:r>
              <a:rPr lang="ro-RO" dirty="0"/>
              <a:t>Definiții</a:t>
            </a:r>
          </a:p>
        </p:txBody>
      </p:sp>
      <p:sp>
        <p:nvSpPr>
          <p:cNvPr id="6" name="Substituent dată 5">
            <a:extLst>
              <a:ext uri="{FF2B5EF4-FFF2-40B4-BE49-F238E27FC236}">
                <a16:creationId xmlns:a16="http://schemas.microsoft.com/office/drawing/2014/main" id="{5EC88EDC-DE1B-4E22-AB2A-B461D5C81354}"/>
              </a:ext>
            </a:extLst>
          </p:cNvPr>
          <p:cNvSpPr>
            <a:spLocks noGrp="1"/>
          </p:cNvSpPr>
          <p:nvPr>
            <p:ph type="dt" sz="half" idx="10"/>
          </p:nvPr>
        </p:nvSpPr>
        <p:spPr/>
        <p:txBody>
          <a:bodyPr rtlCol="0"/>
          <a:lstStyle/>
          <a:p>
            <a:pPr rtl="0"/>
            <a:r>
              <a:rPr lang="ro-RO" dirty="0"/>
              <a:t>17.12.2025</a:t>
            </a:r>
          </a:p>
        </p:txBody>
      </p:sp>
      <p:sp>
        <p:nvSpPr>
          <p:cNvPr id="3" name="Rectangle 1">
            <a:extLst>
              <a:ext uri="{FF2B5EF4-FFF2-40B4-BE49-F238E27FC236}">
                <a16:creationId xmlns:a16="http://schemas.microsoft.com/office/drawing/2014/main" id="{1CE1AE9A-2156-7AC5-7D2B-5908845C32C8}"/>
              </a:ext>
            </a:extLst>
          </p:cNvPr>
          <p:cNvSpPr>
            <a:spLocks noChangeArrowheads="1"/>
          </p:cNvSpPr>
          <p:nvPr/>
        </p:nvSpPr>
        <p:spPr bwMode="auto">
          <a:xfrm>
            <a:off x="345011" y="3209649"/>
            <a:ext cx="623177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ro-RO" altLang="ro-RO" sz="1800" b="1" i="0" u="none" strike="noStrike" cap="none" normalizeH="0" baseline="0" dirty="0">
                <a:ln>
                  <a:noFill/>
                </a:ln>
                <a:solidFill>
                  <a:schemeClr val="bg2"/>
                </a:solidFill>
                <a:effectLst/>
              </a:rPr>
              <a:t>Găurirea:</a:t>
            </a:r>
            <a:r>
              <a:rPr kumimoji="0" lang="ro-RO" altLang="ro-RO" sz="1800" b="0" i="0" u="none" strike="noStrike" cap="none" normalizeH="0" baseline="0" dirty="0">
                <a:ln>
                  <a:noFill/>
                </a:ln>
                <a:solidFill>
                  <a:schemeClr val="bg2"/>
                </a:solidFill>
                <a:effectLst/>
              </a:rPr>
              <a:t> </a:t>
            </a:r>
            <a:r>
              <a:rPr kumimoji="0" lang="ro-RO" altLang="ro-RO" sz="1800" b="0" i="0" u="none" strike="noStrike" cap="none" normalizeH="0" baseline="0" dirty="0">
                <a:ln>
                  <a:noFill/>
                </a:ln>
                <a:solidFill>
                  <a:schemeClr val="tx1"/>
                </a:solidFill>
                <a:effectLst/>
              </a:rPr>
              <a:t>este o operațiune tehnologică ce constă în </a:t>
            </a:r>
            <a:r>
              <a:rPr kumimoji="0" lang="ro-RO" altLang="ro-RO" sz="1800" b="0" i="0" u="none" strike="noStrike" cap="none" normalizeH="0" baseline="0" dirty="0">
                <a:ln>
                  <a:noFill/>
                </a:ln>
                <a:solidFill>
                  <a:schemeClr val="tx2"/>
                </a:solidFill>
                <a:effectLst/>
              </a:rPr>
              <a:t>realizarea unor perforații cilindrice prin îndepărtarea materialului, utilizând un echipament specializat</a:t>
            </a:r>
            <a:r>
              <a:rPr kumimoji="0" lang="ro-RO" altLang="ro-RO" sz="1800" b="0" i="0" u="none" strike="noStrike" cap="none" normalizeH="0" baseline="0" dirty="0">
                <a:ln>
                  <a:noFill/>
                </a:ln>
                <a:solidFill>
                  <a:schemeClr val="tx1"/>
                </a:solidFill>
                <a:effectLst/>
              </a:rPr>
              <a:t>, precum burghie, mașini de găurit sau alte unelte, în scopul facilitării instalării diverselor componente sau a obținerii unor deschideri funcționale în structurile de construcție.</a:t>
            </a:r>
            <a:r>
              <a:rPr lang="ro-RO" dirty="0"/>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ro-RO" altLang="ro-RO" sz="1800" b="0" i="0" u="none" strike="noStrike" cap="none" normalizeH="0" baseline="0" dirty="0">
              <a:ln>
                <a:noFill/>
              </a:ln>
              <a:solidFill>
                <a:schemeClr val="tx1"/>
              </a:solidFill>
              <a:effectLst/>
            </a:endParaRPr>
          </a:p>
          <a:p>
            <a:pPr algn="just" eaLnBrk="0" fontAlgn="base" hangingPunct="0">
              <a:spcBef>
                <a:spcPct val="0"/>
              </a:spcBef>
              <a:spcAft>
                <a:spcPct val="0"/>
              </a:spcAft>
              <a:buFontTx/>
              <a:buChar char="•"/>
            </a:pPr>
            <a:r>
              <a:rPr kumimoji="0" lang="ro-RO" altLang="ro-RO" sz="1800" b="1" i="0" u="none" strike="noStrike" cap="none" normalizeH="0" baseline="0" dirty="0">
                <a:ln>
                  <a:noFill/>
                </a:ln>
                <a:solidFill>
                  <a:schemeClr val="bg2"/>
                </a:solidFill>
                <a:effectLst/>
              </a:rPr>
              <a:t>Scop:</a:t>
            </a:r>
            <a:r>
              <a:rPr kumimoji="0" lang="ro-RO" altLang="ro-RO" sz="1800" b="0" i="0" u="none" strike="noStrike" cap="none" normalizeH="0" baseline="0" dirty="0">
                <a:ln>
                  <a:noFill/>
                </a:ln>
                <a:solidFill>
                  <a:schemeClr val="bg2"/>
                </a:solidFill>
                <a:effectLst/>
              </a:rPr>
              <a:t> </a:t>
            </a:r>
            <a:r>
              <a:rPr lang="ro-RO" altLang="ro-RO" dirty="0"/>
              <a:t>crearea unor găuri pentru montarea de țevi, cabluri, sisteme de prindere etc.</a:t>
            </a:r>
            <a:endParaRPr kumimoji="0" lang="ro-RO" altLang="ro-RO" sz="1800" b="0" i="0" u="none" strike="noStrike" cap="none" normalizeH="0" baseline="0" dirty="0">
              <a:ln>
                <a:noFill/>
              </a:ln>
              <a:solidFill>
                <a:schemeClr val="tx1"/>
              </a:solidFill>
              <a:effectLst/>
            </a:endParaRPr>
          </a:p>
        </p:txBody>
      </p:sp>
      <p:sp>
        <p:nvSpPr>
          <p:cNvPr id="11" name="CasetăText 10">
            <a:extLst>
              <a:ext uri="{FF2B5EF4-FFF2-40B4-BE49-F238E27FC236}">
                <a16:creationId xmlns:a16="http://schemas.microsoft.com/office/drawing/2014/main" id="{A4B9442B-885B-AA32-0EC3-F6158D37CE50}"/>
              </a:ext>
            </a:extLst>
          </p:cNvPr>
          <p:cNvSpPr txBox="1"/>
          <p:nvPr/>
        </p:nvSpPr>
        <p:spPr>
          <a:xfrm>
            <a:off x="7672902" y="4768598"/>
            <a:ext cx="3395940" cy="923330"/>
          </a:xfrm>
          <a:prstGeom prst="rect">
            <a:avLst/>
          </a:prstGeom>
          <a:noFill/>
        </p:spPr>
        <p:txBody>
          <a:bodyPr wrap="square">
            <a:spAutoFit/>
          </a:bodyPr>
          <a:lstStyle/>
          <a:p>
            <a:pPr algn="ctr"/>
            <a:r>
              <a:rPr lang="ro-RO" b="1" dirty="0">
                <a:solidFill>
                  <a:schemeClr val="bg2"/>
                </a:solidFill>
                <a:ea typeface="Calibri" panose="020F0502020204030204" pitchFamily="34" charset="0"/>
                <a:cs typeface="Calibri" panose="020F0502020204030204" pitchFamily="34" charset="0"/>
              </a:rPr>
              <a:t>Fig. 1 </a:t>
            </a:r>
            <a:r>
              <a:rPr lang="pt-BR" b="1" dirty="0">
                <a:solidFill>
                  <a:schemeClr val="bg2"/>
                </a:solidFill>
                <a:ea typeface="Calibri" panose="020F0502020204030204" pitchFamily="34" charset="0"/>
                <a:cs typeface="Calibri" panose="020F0502020204030204" pitchFamily="34" charset="0"/>
              </a:rPr>
              <a:t>Masina de gaurit</a:t>
            </a:r>
            <a:r>
              <a:rPr lang="ro-RO" b="1" dirty="0">
                <a:solidFill>
                  <a:schemeClr val="bg2"/>
                </a:solidFill>
                <a:ea typeface="Calibri" panose="020F0502020204030204" pitchFamily="34" charset="0"/>
                <a:cs typeface="Calibri" panose="020F0502020204030204" pitchFamily="34" charset="0"/>
              </a:rPr>
              <a:t>,</a:t>
            </a:r>
            <a:r>
              <a:rPr lang="pt-BR" b="1" dirty="0">
                <a:solidFill>
                  <a:schemeClr val="bg2"/>
                </a:solidFill>
                <a:ea typeface="Calibri" panose="020F0502020204030204" pitchFamily="34" charset="0"/>
                <a:cs typeface="Calibri" panose="020F0502020204030204" pitchFamily="34" charset="0"/>
              </a:rPr>
              <a:t> cu percutie, fara acumulator </a:t>
            </a:r>
            <a:r>
              <a:rPr lang="ro-RO" b="1" dirty="0">
                <a:solidFill>
                  <a:schemeClr val="bg2"/>
                </a:solidFill>
                <a:ea typeface="Calibri" panose="020F0502020204030204" pitchFamily="34" charset="0"/>
                <a:cs typeface="Calibri" panose="020F0502020204030204" pitchFamily="34" charset="0"/>
              </a:rPr>
              <a:t>[</a:t>
            </a:r>
            <a:r>
              <a:rPr lang="ro-RO" b="1" dirty="0">
                <a:solidFill>
                  <a:schemeClr val="bg2"/>
                </a:solidFill>
                <a:ea typeface="Calibri" panose="020F0502020204030204" pitchFamily="34" charset="0"/>
                <a:cs typeface="Calibri" panose="020F0502020204030204" pitchFamily="34" charset="0"/>
                <a:hlinkClick r:id="rId4"/>
              </a:rPr>
              <a:t>dedeman.ro</a:t>
            </a:r>
            <a:r>
              <a:rPr lang="ro-RO" b="1" dirty="0">
                <a:solidFill>
                  <a:schemeClr val="bg2"/>
                </a:solidFill>
                <a:ea typeface="Calibri" panose="020F0502020204030204" pitchFamily="34" charset="0"/>
                <a:cs typeface="Calibri" panose="020F0502020204030204" pitchFamily="34" charset="0"/>
              </a:rPr>
              <a:t>]</a:t>
            </a:r>
            <a:r>
              <a:rPr lang="ro-RO" dirty="0">
                <a:solidFill>
                  <a:schemeClr val="bg2"/>
                </a:solidFill>
                <a:ea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 </a:t>
            </a:r>
            <a:endParaRPr lang="ro-RO" dirty="0">
              <a:solidFill>
                <a:schemeClr val="bg2"/>
              </a:solidFill>
            </a:endParaRPr>
          </a:p>
        </p:txBody>
      </p:sp>
      <p:pic>
        <p:nvPicPr>
          <p:cNvPr id="10" name="Imagine 9">
            <a:extLst>
              <a:ext uri="{FF2B5EF4-FFF2-40B4-BE49-F238E27FC236}">
                <a16:creationId xmlns:a16="http://schemas.microsoft.com/office/drawing/2014/main" id="{B0E8CC6B-B176-4A23-41B5-CA92827A93AF}"/>
              </a:ext>
            </a:extLst>
          </p:cNvPr>
          <p:cNvPicPr>
            <a:picLocks noChangeAspect="1"/>
          </p:cNvPicPr>
          <p:nvPr/>
        </p:nvPicPr>
        <p:blipFill>
          <a:blip r:embed="rId6"/>
          <a:stretch>
            <a:fillRect/>
          </a:stretch>
        </p:blipFill>
        <p:spPr>
          <a:xfrm>
            <a:off x="7387944" y="711182"/>
            <a:ext cx="3965856" cy="396585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905111902"/>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D97-A90C-5184-556D-F7A4D4AD0DED}"/>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523BA723-B7CB-024D-84F7-379789FA2E43}"/>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631D28DB-434D-52D3-9DF3-1B8589752104}"/>
              </a:ext>
            </a:extLst>
          </p:cNvPr>
          <p:cNvSpPr>
            <a:spLocks noGrp="1"/>
          </p:cNvSpPr>
          <p:nvPr>
            <p:ph type="sldNum" sz="quarter" idx="12"/>
          </p:nvPr>
        </p:nvSpPr>
        <p:spPr/>
        <p:txBody>
          <a:bodyPr rtlCol="0"/>
          <a:lstStyle/>
          <a:p>
            <a:pPr rtl="0"/>
            <a:fld id="{8D581BC7-E183-40DB-AC97-C19EA4EB8894}" type="slidenum">
              <a:rPr lang="ro-RO" smtClean="0"/>
              <a:pPr rtl="0"/>
              <a:t>4</a:t>
            </a:fld>
            <a:endParaRPr lang="ro-RO" dirty="0"/>
          </a:p>
        </p:txBody>
      </p:sp>
      <p:sp>
        <p:nvSpPr>
          <p:cNvPr id="3" name="Substituent subsol 6">
            <a:extLst>
              <a:ext uri="{FF2B5EF4-FFF2-40B4-BE49-F238E27FC236}">
                <a16:creationId xmlns:a16="http://schemas.microsoft.com/office/drawing/2014/main" id="{E5464FF9-B061-E440-33BA-2BCC3D5BAACC}"/>
              </a:ext>
            </a:extLst>
          </p:cNvPr>
          <p:cNvSpPr>
            <a:spLocks noGrp="1"/>
          </p:cNvSpPr>
          <p:nvPr>
            <p:ph type="ftr" sz="quarter" idx="11"/>
          </p:nvPr>
        </p:nvSpPr>
        <p:spPr>
          <a:xfrm>
            <a:off x="1169961" y="5878720"/>
            <a:ext cx="2049894" cy="297307"/>
          </a:xfrm>
        </p:spPr>
        <p:txBody>
          <a:bodyPr rtlCol="0"/>
          <a:lstStyle/>
          <a:p>
            <a:pPr rtl="0"/>
            <a:r>
              <a:rPr lang="ro-RO" dirty="0"/>
              <a:t>Găurirea</a:t>
            </a:r>
          </a:p>
        </p:txBody>
      </p:sp>
      <p:sp>
        <p:nvSpPr>
          <p:cNvPr id="13" name="CasetăText 12">
            <a:extLst>
              <a:ext uri="{FF2B5EF4-FFF2-40B4-BE49-F238E27FC236}">
                <a16:creationId xmlns:a16="http://schemas.microsoft.com/office/drawing/2014/main" id="{6D766BB6-1F5A-9985-B551-FE04FB429602}"/>
              </a:ext>
            </a:extLst>
          </p:cNvPr>
          <p:cNvSpPr txBox="1"/>
          <p:nvPr/>
        </p:nvSpPr>
        <p:spPr>
          <a:xfrm>
            <a:off x="612840" y="365308"/>
            <a:ext cx="2821024" cy="369332"/>
          </a:xfrm>
          <a:prstGeom prst="rect">
            <a:avLst/>
          </a:prstGeom>
          <a:noFill/>
        </p:spPr>
        <p:txBody>
          <a:bodyPr wrap="square">
            <a:spAutoFit/>
          </a:bodyPr>
          <a:lstStyle/>
          <a:p>
            <a:r>
              <a:rPr lang="ro-RO" b="1" dirty="0">
                <a:solidFill>
                  <a:schemeClr val="bg2"/>
                </a:solidFill>
              </a:rPr>
              <a:t>I. Găurirea mecanizată</a:t>
            </a:r>
          </a:p>
        </p:txBody>
      </p:sp>
      <p:sp>
        <p:nvSpPr>
          <p:cNvPr id="4" name="CasetăText 3">
            <a:extLst>
              <a:ext uri="{FF2B5EF4-FFF2-40B4-BE49-F238E27FC236}">
                <a16:creationId xmlns:a16="http://schemas.microsoft.com/office/drawing/2014/main" id="{9CE3A565-86D0-FCEF-BCC3-88EA07243E02}"/>
              </a:ext>
            </a:extLst>
          </p:cNvPr>
          <p:cNvSpPr txBox="1"/>
          <p:nvPr/>
        </p:nvSpPr>
        <p:spPr>
          <a:xfrm>
            <a:off x="612840" y="734640"/>
            <a:ext cx="10740960" cy="646331"/>
          </a:xfrm>
          <a:prstGeom prst="rect">
            <a:avLst/>
          </a:prstGeom>
          <a:noFill/>
        </p:spPr>
        <p:txBody>
          <a:bodyPr wrap="square">
            <a:spAutoFit/>
          </a:bodyPr>
          <a:lstStyle/>
          <a:p>
            <a:pPr algn="just"/>
            <a:r>
              <a:rPr lang="ro-RO" dirty="0"/>
              <a:t>Este o operațiune tehnologică realizată cu ajutorul mașinilor de găurit alimentate electric, pneumatic sau hidraulic, concepute pentru a perfora materiale de construcție cu un efort minim și o eficiență ridicată.</a:t>
            </a:r>
          </a:p>
        </p:txBody>
      </p:sp>
      <p:sp>
        <p:nvSpPr>
          <p:cNvPr id="9" name="CasetăText 8">
            <a:extLst>
              <a:ext uri="{FF2B5EF4-FFF2-40B4-BE49-F238E27FC236}">
                <a16:creationId xmlns:a16="http://schemas.microsoft.com/office/drawing/2014/main" id="{B9FEFC3B-02AD-C823-9E50-34F2A342BE3B}"/>
              </a:ext>
            </a:extLst>
          </p:cNvPr>
          <p:cNvSpPr txBox="1"/>
          <p:nvPr/>
        </p:nvSpPr>
        <p:spPr>
          <a:xfrm>
            <a:off x="612840" y="1582340"/>
            <a:ext cx="10740960" cy="4001095"/>
          </a:xfrm>
          <a:prstGeom prst="rect">
            <a:avLst/>
          </a:prstGeom>
          <a:noFill/>
        </p:spPr>
        <p:txBody>
          <a:bodyPr wrap="square">
            <a:spAutoFit/>
          </a:bodyPr>
          <a:lstStyle/>
          <a:p>
            <a:r>
              <a:rPr lang="ro-RO" b="1" dirty="0">
                <a:solidFill>
                  <a:schemeClr val="bg2"/>
                </a:solidFill>
              </a:rPr>
              <a:t>Tipuri de echipamente utilizate:</a:t>
            </a:r>
          </a:p>
          <a:p>
            <a:pPr>
              <a:spcBef>
                <a:spcPts val="600"/>
              </a:spcBef>
              <a:buFont typeface="+mj-lt"/>
              <a:buAutoNum type="arabicPeriod"/>
            </a:pPr>
            <a:r>
              <a:rPr lang="ro-RO" b="1" dirty="0">
                <a:solidFill>
                  <a:schemeClr val="tx2"/>
                </a:solidFill>
              </a:rPr>
              <a:t> Mașini de găurit portabile:</a:t>
            </a:r>
            <a:endParaRPr lang="ro-RO" dirty="0">
              <a:solidFill>
                <a:schemeClr val="tx2"/>
              </a:solidFill>
            </a:endParaRPr>
          </a:p>
          <a:p>
            <a:pPr marL="742950" lvl="1" indent="-285750">
              <a:buFont typeface="Arial" panose="020B0604020202020204" pitchFamily="34" charset="0"/>
              <a:buChar char="•"/>
            </a:pPr>
            <a:r>
              <a:rPr lang="ro-RO" dirty="0"/>
              <a:t>Alimentate electric sau cu acumulatori.</a:t>
            </a:r>
          </a:p>
          <a:p>
            <a:pPr marL="742950" lvl="1" indent="-285750">
              <a:buFont typeface="Arial" panose="020B0604020202020204" pitchFamily="34" charset="0"/>
              <a:buChar char="•"/>
            </a:pPr>
            <a:r>
              <a:rPr lang="ro-RO" dirty="0"/>
              <a:t>Ideale pentru lucrări rapide și mobile în medii accesibile.</a:t>
            </a:r>
          </a:p>
          <a:p>
            <a:pPr>
              <a:spcBef>
                <a:spcPts val="600"/>
              </a:spcBef>
              <a:buFont typeface="+mj-lt"/>
              <a:buAutoNum type="arabicPeriod"/>
            </a:pPr>
            <a:r>
              <a:rPr lang="ro-RO" b="1" dirty="0">
                <a:solidFill>
                  <a:schemeClr val="tx2"/>
                </a:solidFill>
              </a:rPr>
              <a:t> Ciocane rotopercutoare:</a:t>
            </a:r>
            <a:endParaRPr lang="ro-RO" dirty="0">
              <a:solidFill>
                <a:schemeClr val="tx2"/>
              </a:solidFill>
            </a:endParaRPr>
          </a:p>
          <a:p>
            <a:pPr marL="742950" lvl="1" indent="-285750">
              <a:buFont typeface="Arial" panose="020B0604020202020204" pitchFamily="34" charset="0"/>
              <a:buChar char="•"/>
            </a:pPr>
            <a:r>
              <a:rPr lang="ro-RO" dirty="0"/>
              <a:t>Combinație între găurire și percuție, ideale pentru beton și zidărie.</a:t>
            </a:r>
          </a:p>
          <a:p>
            <a:pPr marL="742950" lvl="1" indent="-285750">
              <a:buFont typeface="Arial" panose="020B0604020202020204" pitchFamily="34" charset="0"/>
              <a:buChar char="•"/>
            </a:pPr>
            <a:r>
              <a:rPr lang="ro-RO" dirty="0"/>
              <a:t>Folosesc burghie SDS pentru forță suplimentară.</a:t>
            </a:r>
          </a:p>
          <a:p>
            <a:pPr>
              <a:spcBef>
                <a:spcPts val="600"/>
              </a:spcBef>
              <a:buFont typeface="+mj-lt"/>
              <a:buAutoNum type="arabicPeriod"/>
            </a:pPr>
            <a:r>
              <a:rPr lang="ro-RO" b="1" dirty="0">
                <a:solidFill>
                  <a:schemeClr val="tx2"/>
                </a:solidFill>
              </a:rPr>
              <a:t> Mașini de găurit cu stativ:</a:t>
            </a:r>
            <a:endParaRPr lang="ro-RO" dirty="0">
              <a:solidFill>
                <a:schemeClr val="tx2"/>
              </a:solidFill>
            </a:endParaRPr>
          </a:p>
          <a:p>
            <a:pPr marL="742950" lvl="1" indent="-285750">
              <a:buFont typeface="Arial" panose="020B0604020202020204" pitchFamily="34" charset="0"/>
              <a:buChar char="•"/>
            </a:pPr>
            <a:r>
              <a:rPr lang="ro-RO" dirty="0"/>
              <a:t>Fixate pe o platformă, utilizate pentru găuri de mare precizie.</a:t>
            </a:r>
          </a:p>
          <a:p>
            <a:pPr marL="742950" lvl="1" indent="-285750">
              <a:buFont typeface="Arial" panose="020B0604020202020204" pitchFamily="34" charset="0"/>
              <a:buChar char="•"/>
            </a:pPr>
            <a:r>
              <a:rPr lang="ro-RO" dirty="0"/>
              <a:t>Aplicații: perforații mari, găuri adânci.</a:t>
            </a:r>
          </a:p>
          <a:p>
            <a:pPr>
              <a:spcBef>
                <a:spcPts val="600"/>
              </a:spcBef>
              <a:buFont typeface="+mj-lt"/>
              <a:buAutoNum type="arabicPeriod"/>
            </a:pPr>
            <a:r>
              <a:rPr lang="ro-RO" b="1" dirty="0">
                <a:solidFill>
                  <a:schemeClr val="tx2"/>
                </a:solidFill>
              </a:rPr>
              <a:t>Mașini pneumatice:</a:t>
            </a:r>
            <a:endParaRPr lang="ro-RO" dirty="0">
              <a:solidFill>
                <a:schemeClr val="tx2"/>
              </a:solidFill>
            </a:endParaRPr>
          </a:p>
          <a:p>
            <a:pPr marL="742950" lvl="1" indent="-285750">
              <a:buFont typeface="Arial" panose="020B0604020202020204" pitchFamily="34" charset="0"/>
              <a:buChar char="•"/>
            </a:pPr>
            <a:r>
              <a:rPr lang="ro-RO" dirty="0"/>
              <a:t>Operate cu aer comprimat.</a:t>
            </a:r>
          </a:p>
          <a:p>
            <a:pPr marL="742950" lvl="1" indent="-285750">
              <a:buFont typeface="Arial" panose="020B0604020202020204" pitchFamily="34" charset="0"/>
              <a:buChar char="•"/>
            </a:pPr>
            <a:r>
              <a:rPr lang="ro-RO" dirty="0"/>
              <a:t>Folosite adesea în construcțiile industriale sau în mine.</a:t>
            </a:r>
          </a:p>
        </p:txBody>
      </p:sp>
      <p:pic>
        <p:nvPicPr>
          <p:cNvPr id="3074" name="Picture 2" descr="Masina gaurit cu coloana 350w, 1400rpm WAINER PD3 - Img 1">
            <a:extLst>
              <a:ext uri="{FF2B5EF4-FFF2-40B4-BE49-F238E27FC236}">
                <a16:creationId xmlns:a16="http://schemas.microsoft.com/office/drawing/2014/main" id="{08009B2A-A5BE-EDDA-91F3-3D180AE7D9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665" t="14103" r="23817" b="16045"/>
          <a:stretch/>
        </p:blipFill>
        <p:spPr bwMode="auto">
          <a:xfrm>
            <a:off x="8476036" y="1530418"/>
            <a:ext cx="2772383" cy="355214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0" name="CasetăText 9">
            <a:extLst>
              <a:ext uri="{FF2B5EF4-FFF2-40B4-BE49-F238E27FC236}">
                <a16:creationId xmlns:a16="http://schemas.microsoft.com/office/drawing/2014/main" id="{0C049128-AC4E-AF35-EE6B-BDCD7D52C0EE}"/>
              </a:ext>
            </a:extLst>
          </p:cNvPr>
          <p:cNvSpPr txBox="1"/>
          <p:nvPr/>
        </p:nvSpPr>
        <p:spPr>
          <a:xfrm>
            <a:off x="8528726" y="5082567"/>
            <a:ext cx="2772383" cy="646331"/>
          </a:xfrm>
          <a:prstGeom prst="rect">
            <a:avLst/>
          </a:prstGeom>
          <a:noFill/>
        </p:spPr>
        <p:txBody>
          <a:bodyPr wrap="square">
            <a:spAutoFit/>
          </a:bodyPr>
          <a:lstStyle/>
          <a:p>
            <a:pPr algn="ctr"/>
            <a:r>
              <a:rPr lang="ro-RO" b="1" dirty="0">
                <a:solidFill>
                  <a:schemeClr val="bg2"/>
                </a:solidFill>
                <a:ea typeface="Calibri" panose="020F0502020204030204" pitchFamily="34" charset="0"/>
                <a:cs typeface="Calibri" panose="020F0502020204030204" pitchFamily="34" charset="0"/>
              </a:rPr>
              <a:t>Fig. 2  </a:t>
            </a:r>
            <a:r>
              <a:rPr lang="pt-BR" b="1" dirty="0">
                <a:solidFill>
                  <a:schemeClr val="bg2"/>
                </a:solidFill>
                <a:ea typeface="Calibri" panose="020F0502020204030204" pitchFamily="34" charset="0"/>
                <a:cs typeface="Calibri" panose="020F0502020204030204" pitchFamily="34" charset="0"/>
              </a:rPr>
              <a:t>Masina de gaurit</a:t>
            </a:r>
            <a:r>
              <a:rPr lang="ro-RO" b="1" dirty="0">
                <a:solidFill>
                  <a:schemeClr val="bg2"/>
                </a:solidFill>
                <a:ea typeface="Calibri" panose="020F0502020204030204" pitchFamily="34" charset="0"/>
                <a:cs typeface="Calibri" panose="020F0502020204030204" pitchFamily="34" charset="0"/>
              </a:rPr>
              <a:t>,</a:t>
            </a:r>
            <a:r>
              <a:rPr lang="pt-BR" b="1" dirty="0">
                <a:solidFill>
                  <a:schemeClr val="bg2"/>
                </a:solidFill>
                <a:ea typeface="Calibri" panose="020F0502020204030204" pitchFamily="34" charset="0"/>
                <a:cs typeface="Calibri" panose="020F0502020204030204" pitchFamily="34" charset="0"/>
              </a:rPr>
              <a:t> cu </a:t>
            </a:r>
            <a:r>
              <a:rPr lang="ro-RO" b="1" dirty="0">
                <a:solidFill>
                  <a:schemeClr val="bg2"/>
                </a:solidFill>
                <a:ea typeface="Calibri" panose="020F0502020204030204" pitchFamily="34" charset="0"/>
                <a:cs typeface="Calibri" panose="020F0502020204030204" pitchFamily="34" charset="0"/>
              </a:rPr>
              <a:t>coloană [</a:t>
            </a:r>
            <a:r>
              <a:rPr lang="ro-RO" b="1" dirty="0">
                <a:solidFill>
                  <a:schemeClr val="bg2"/>
                </a:solidFill>
                <a:ea typeface="Calibri" panose="020F0502020204030204" pitchFamily="34" charset="0"/>
                <a:cs typeface="Calibri" panose="020F0502020204030204" pitchFamily="34" charset="0"/>
                <a:hlinkClick r:id="rId4"/>
              </a:rPr>
              <a:t>scule365.ro</a:t>
            </a:r>
            <a:r>
              <a:rPr lang="ro-RO" b="1" dirty="0">
                <a:solidFill>
                  <a:schemeClr val="bg2"/>
                </a:solidFill>
                <a:ea typeface="Calibri" panose="020F0502020204030204" pitchFamily="34" charset="0"/>
                <a:cs typeface="Calibri" panose="020F0502020204030204" pitchFamily="34" charset="0"/>
              </a:rPr>
              <a:t>]</a:t>
            </a:r>
            <a:r>
              <a:rPr lang="ro-RO" dirty="0">
                <a:solidFill>
                  <a:schemeClr val="bg2"/>
                </a:solidFill>
                <a:ea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 </a:t>
            </a:r>
            <a:endParaRPr lang="ro-RO" dirty="0">
              <a:solidFill>
                <a:schemeClr val="bg2"/>
              </a:solidFill>
            </a:endParaRPr>
          </a:p>
        </p:txBody>
      </p:sp>
    </p:spTree>
    <p:extLst>
      <p:ext uri="{BB962C8B-B14F-4D97-AF65-F5344CB8AC3E}">
        <p14:creationId xmlns:p14="http://schemas.microsoft.com/office/powerpoint/2010/main" val="1277625381"/>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3874E-E0AC-BC30-1875-00DCD9DAB2EE}"/>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235D1AC5-423A-1859-0A8F-8925BECDCF40}"/>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9B4B4FA0-2BE9-DCC8-3817-7185F052BFEA}"/>
              </a:ext>
            </a:extLst>
          </p:cNvPr>
          <p:cNvSpPr>
            <a:spLocks noGrp="1"/>
          </p:cNvSpPr>
          <p:nvPr>
            <p:ph type="sldNum" sz="quarter" idx="12"/>
          </p:nvPr>
        </p:nvSpPr>
        <p:spPr/>
        <p:txBody>
          <a:bodyPr rtlCol="0"/>
          <a:lstStyle/>
          <a:p>
            <a:pPr rtl="0"/>
            <a:fld id="{8D581BC7-E183-40DB-AC97-C19EA4EB8894}" type="slidenum">
              <a:rPr lang="ro-RO" smtClean="0"/>
              <a:pPr rtl="0"/>
              <a:t>5</a:t>
            </a:fld>
            <a:endParaRPr lang="ro-RO" dirty="0"/>
          </a:p>
        </p:txBody>
      </p:sp>
      <p:sp>
        <p:nvSpPr>
          <p:cNvPr id="3" name="Substituent subsol 6">
            <a:extLst>
              <a:ext uri="{FF2B5EF4-FFF2-40B4-BE49-F238E27FC236}">
                <a16:creationId xmlns:a16="http://schemas.microsoft.com/office/drawing/2014/main" id="{2459D4BE-1234-F50A-A31E-4D006FAE2884}"/>
              </a:ext>
            </a:extLst>
          </p:cNvPr>
          <p:cNvSpPr>
            <a:spLocks noGrp="1"/>
          </p:cNvSpPr>
          <p:nvPr>
            <p:ph type="ftr" sz="quarter" idx="11"/>
          </p:nvPr>
        </p:nvSpPr>
        <p:spPr>
          <a:xfrm>
            <a:off x="1169961" y="5878720"/>
            <a:ext cx="2049894" cy="297307"/>
          </a:xfrm>
        </p:spPr>
        <p:txBody>
          <a:bodyPr rtlCol="0"/>
          <a:lstStyle/>
          <a:p>
            <a:pPr rtl="0"/>
            <a:r>
              <a:rPr lang="ro-RO" dirty="0"/>
              <a:t>Găurirea</a:t>
            </a:r>
          </a:p>
        </p:txBody>
      </p:sp>
      <p:sp>
        <p:nvSpPr>
          <p:cNvPr id="5" name="CasetăText 4">
            <a:extLst>
              <a:ext uri="{FF2B5EF4-FFF2-40B4-BE49-F238E27FC236}">
                <a16:creationId xmlns:a16="http://schemas.microsoft.com/office/drawing/2014/main" id="{30271F7B-286E-1461-CC2D-C94777F96083}"/>
              </a:ext>
            </a:extLst>
          </p:cNvPr>
          <p:cNvSpPr txBox="1"/>
          <p:nvPr/>
        </p:nvSpPr>
        <p:spPr>
          <a:xfrm>
            <a:off x="778643" y="259350"/>
            <a:ext cx="10575157" cy="5709255"/>
          </a:xfrm>
          <a:prstGeom prst="rect">
            <a:avLst/>
          </a:prstGeom>
          <a:noFill/>
        </p:spPr>
        <p:txBody>
          <a:bodyPr wrap="square">
            <a:spAutoFit/>
          </a:bodyPr>
          <a:lstStyle/>
          <a:p>
            <a:pPr algn="just"/>
            <a:r>
              <a:rPr lang="ro-RO" b="1" u="sng" dirty="0">
                <a:solidFill>
                  <a:schemeClr val="bg2"/>
                </a:solidFill>
              </a:rPr>
              <a:t>Mașinile de găurit portabile</a:t>
            </a:r>
            <a:r>
              <a:rPr lang="ro-RO" dirty="0"/>
              <a:t> sunt echipamente esențiale în construcții și reparații, datorită versatilității și ușurinței în utilizare. Acestea sunt compacte, mobile și pot fi operate de un singur utilizator, ceea ce le face potrivite pentru diverse aplicații.</a:t>
            </a:r>
          </a:p>
          <a:p>
            <a:pPr>
              <a:spcBef>
                <a:spcPts val="600"/>
              </a:spcBef>
            </a:pPr>
            <a:r>
              <a:rPr lang="ro-RO" b="1" dirty="0">
                <a:solidFill>
                  <a:schemeClr val="bg2"/>
                </a:solidFill>
              </a:rPr>
              <a:t>Tipuri principale de mașini de găurit portabile:</a:t>
            </a:r>
          </a:p>
          <a:p>
            <a:pPr>
              <a:buFont typeface="+mj-lt"/>
              <a:buAutoNum type="arabicPeriod"/>
            </a:pPr>
            <a:r>
              <a:rPr lang="ro-RO" b="1" dirty="0">
                <a:solidFill>
                  <a:schemeClr val="tx2"/>
                </a:solidFill>
              </a:rPr>
              <a:t> Mașini de găurit electrice:</a:t>
            </a:r>
            <a:endParaRPr lang="ro-RO" dirty="0">
              <a:solidFill>
                <a:schemeClr val="tx2"/>
              </a:solidFill>
            </a:endParaRPr>
          </a:p>
          <a:p>
            <a:pPr marL="742950" lvl="1" indent="-285750">
              <a:buFont typeface="Arial" panose="020B0604020202020204" pitchFamily="34" charset="0"/>
              <a:buChar char="•"/>
            </a:pPr>
            <a:r>
              <a:rPr lang="ro-RO" dirty="0"/>
              <a:t>Alimentate direct de la priză.</a:t>
            </a:r>
          </a:p>
          <a:p>
            <a:pPr marL="742950" lvl="1" indent="-285750">
              <a:buFont typeface="Arial" panose="020B0604020202020204" pitchFamily="34" charset="0"/>
              <a:buChar char="•"/>
            </a:pPr>
            <a:r>
              <a:rPr lang="ro-RO" dirty="0"/>
              <a:t>Potrivite pentru lucrări constante și utilizare pe termen lung.</a:t>
            </a:r>
          </a:p>
          <a:p>
            <a:pPr marL="742950" lvl="1" indent="-285750">
              <a:buFont typeface="Arial" panose="020B0604020202020204" pitchFamily="34" charset="0"/>
              <a:buChar char="•"/>
            </a:pPr>
            <a:r>
              <a:rPr lang="ro-RO" dirty="0"/>
              <a:t>Aplicații: găuri în lemn, metal, plastic, zidărie ușoară.</a:t>
            </a:r>
          </a:p>
          <a:p>
            <a:pPr marL="742950" lvl="1" indent="-285750">
              <a:buFont typeface="Arial" panose="020B0604020202020204" pitchFamily="34" charset="0"/>
              <a:buChar char="•"/>
            </a:pPr>
            <a:r>
              <a:rPr lang="ro-RO" dirty="0"/>
              <a:t>Exemple: mașinile clasice cu cablu.</a:t>
            </a:r>
          </a:p>
          <a:p>
            <a:pPr>
              <a:buFont typeface="+mj-lt"/>
              <a:buAutoNum type="arabicPeriod"/>
            </a:pPr>
            <a:r>
              <a:rPr lang="ro-RO" b="1" dirty="0">
                <a:solidFill>
                  <a:schemeClr val="tx2"/>
                </a:solidFill>
              </a:rPr>
              <a:t> Mașini de găurit cu acumulator:</a:t>
            </a:r>
            <a:endParaRPr lang="ro-RO" dirty="0">
              <a:solidFill>
                <a:schemeClr val="tx2"/>
              </a:solidFill>
            </a:endParaRPr>
          </a:p>
          <a:p>
            <a:pPr marL="742950" lvl="1" indent="-285750">
              <a:buFont typeface="Arial" panose="020B0604020202020204" pitchFamily="34" charset="0"/>
              <a:buChar char="•"/>
            </a:pPr>
            <a:r>
              <a:rPr lang="ro-RO" dirty="0"/>
              <a:t>Funcționează pe baterii reîncărcabile (litiu-ion sau nichel-cadmiu).</a:t>
            </a:r>
          </a:p>
          <a:p>
            <a:pPr marL="742950" lvl="1" indent="-285750">
              <a:buFont typeface="Arial" panose="020B0604020202020204" pitchFamily="34" charset="0"/>
              <a:buChar char="•"/>
            </a:pPr>
            <a:r>
              <a:rPr lang="ro-RO" dirty="0"/>
              <a:t>Portabile și flexibile, ideale pentru lucrări în locații fără acces la electricitate.</a:t>
            </a:r>
          </a:p>
          <a:p>
            <a:pPr marL="742950" lvl="1" indent="-285750">
              <a:buFont typeface="Arial" panose="020B0604020202020204" pitchFamily="34" charset="0"/>
              <a:buChar char="•"/>
            </a:pPr>
            <a:r>
              <a:rPr lang="ro-RO" dirty="0"/>
              <a:t>Aplicații: lucrări de finisaje, montaj sau reparații rapide.</a:t>
            </a:r>
          </a:p>
          <a:p>
            <a:pPr marL="742950" lvl="1" indent="-285750">
              <a:buFont typeface="Arial" panose="020B0604020202020204" pitchFamily="34" charset="0"/>
              <a:buChar char="•"/>
            </a:pPr>
            <a:r>
              <a:rPr lang="ro-RO" dirty="0"/>
              <a:t>Avantaj: mobilitate crescută și greutate redusă.</a:t>
            </a:r>
          </a:p>
          <a:p>
            <a:pPr>
              <a:buFont typeface="+mj-lt"/>
              <a:buAutoNum type="arabicPeriod"/>
            </a:pPr>
            <a:r>
              <a:rPr lang="ro-RO" b="1" dirty="0">
                <a:solidFill>
                  <a:schemeClr val="tx2"/>
                </a:solidFill>
              </a:rPr>
              <a:t> Ciocane rotopercutoare portabile:</a:t>
            </a:r>
            <a:endParaRPr lang="ro-RO" dirty="0">
              <a:solidFill>
                <a:schemeClr val="tx2"/>
              </a:solidFill>
            </a:endParaRPr>
          </a:p>
          <a:p>
            <a:pPr marL="742950" lvl="1" indent="-285750">
              <a:buFont typeface="Arial" panose="020B0604020202020204" pitchFamily="34" charset="0"/>
              <a:buChar char="•"/>
            </a:pPr>
            <a:r>
              <a:rPr lang="ro-RO" dirty="0"/>
              <a:t>Combina găurirea cu percuția, oferind putere mare pentru materiale dure precum betonul sau zidăria.</a:t>
            </a:r>
          </a:p>
          <a:p>
            <a:pPr marL="742950" lvl="1" indent="-285750">
              <a:buFont typeface="Arial" panose="020B0604020202020204" pitchFamily="34" charset="0"/>
              <a:buChar char="•"/>
            </a:pPr>
            <a:r>
              <a:rPr lang="ro-RO" dirty="0"/>
              <a:t>Pot lucra în moduri multiple: doar găurire, doar percuție sau combinat.</a:t>
            </a:r>
          </a:p>
          <a:p>
            <a:pPr marL="742950" lvl="1" indent="-285750">
              <a:buFont typeface="Arial" panose="020B0604020202020204" pitchFamily="34" charset="0"/>
              <a:buChar char="•"/>
            </a:pPr>
            <a:r>
              <a:rPr lang="ro-RO" dirty="0"/>
              <a:t>Aplicații: instalarea diblurilor în beton sau perforații de mare adâncime.</a:t>
            </a:r>
          </a:p>
          <a:p>
            <a:pPr marL="742950" lvl="1" indent="-285750">
              <a:buFont typeface="Arial" panose="020B0604020202020204" pitchFamily="34" charset="0"/>
              <a:buChar char="•"/>
            </a:pPr>
            <a:r>
              <a:rPr lang="ro-RO" dirty="0"/>
              <a:t>Exemple: ciocane SDS, SDS-Plus sau SDS-Max.</a:t>
            </a:r>
          </a:p>
        </p:txBody>
      </p:sp>
    </p:spTree>
    <p:extLst>
      <p:ext uri="{BB962C8B-B14F-4D97-AF65-F5344CB8AC3E}">
        <p14:creationId xmlns:p14="http://schemas.microsoft.com/office/powerpoint/2010/main" val="377915395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1544-E520-ADD6-5479-E9B112C09FF1}"/>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6B988A9C-862C-9908-4B30-D4F91DA22713}"/>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61249E3B-954C-4533-9944-312CBDA3967D}"/>
              </a:ext>
            </a:extLst>
          </p:cNvPr>
          <p:cNvSpPr>
            <a:spLocks noGrp="1"/>
          </p:cNvSpPr>
          <p:nvPr>
            <p:ph type="sldNum" sz="quarter" idx="12"/>
          </p:nvPr>
        </p:nvSpPr>
        <p:spPr/>
        <p:txBody>
          <a:bodyPr rtlCol="0"/>
          <a:lstStyle/>
          <a:p>
            <a:pPr rtl="0"/>
            <a:fld id="{8D581BC7-E183-40DB-AC97-C19EA4EB8894}" type="slidenum">
              <a:rPr lang="ro-RO" smtClean="0"/>
              <a:pPr rtl="0"/>
              <a:t>6</a:t>
            </a:fld>
            <a:endParaRPr lang="ro-RO" dirty="0"/>
          </a:p>
        </p:txBody>
      </p:sp>
      <p:sp>
        <p:nvSpPr>
          <p:cNvPr id="3" name="Substituent subsol 6">
            <a:extLst>
              <a:ext uri="{FF2B5EF4-FFF2-40B4-BE49-F238E27FC236}">
                <a16:creationId xmlns:a16="http://schemas.microsoft.com/office/drawing/2014/main" id="{2B5E0FE8-2D72-2A64-5C23-AADB51BE6A07}"/>
              </a:ext>
            </a:extLst>
          </p:cNvPr>
          <p:cNvSpPr>
            <a:spLocks noGrp="1"/>
          </p:cNvSpPr>
          <p:nvPr>
            <p:ph type="ftr" sz="quarter" idx="11"/>
          </p:nvPr>
        </p:nvSpPr>
        <p:spPr>
          <a:xfrm>
            <a:off x="1169961" y="5878720"/>
            <a:ext cx="2049894" cy="297307"/>
          </a:xfrm>
        </p:spPr>
        <p:txBody>
          <a:bodyPr rtlCol="0"/>
          <a:lstStyle/>
          <a:p>
            <a:pPr rtl="0"/>
            <a:r>
              <a:rPr lang="ro-RO" dirty="0"/>
              <a:t>Găurirea</a:t>
            </a:r>
          </a:p>
        </p:txBody>
      </p:sp>
      <p:sp>
        <p:nvSpPr>
          <p:cNvPr id="4" name="CasetăText 3">
            <a:extLst>
              <a:ext uri="{FF2B5EF4-FFF2-40B4-BE49-F238E27FC236}">
                <a16:creationId xmlns:a16="http://schemas.microsoft.com/office/drawing/2014/main" id="{3FF17EE0-85C2-9DA8-D7DA-E464A060823A}"/>
              </a:ext>
            </a:extLst>
          </p:cNvPr>
          <p:cNvSpPr txBox="1"/>
          <p:nvPr/>
        </p:nvSpPr>
        <p:spPr>
          <a:xfrm>
            <a:off x="778640" y="583307"/>
            <a:ext cx="10575157" cy="923330"/>
          </a:xfrm>
          <a:prstGeom prst="rect">
            <a:avLst/>
          </a:prstGeom>
          <a:noFill/>
        </p:spPr>
        <p:txBody>
          <a:bodyPr wrap="square">
            <a:spAutoFit/>
          </a:bodyPr>
          <a:lstStyle/>
          <a:p>
            <a:r>
              <a:rPr lang="ro-RO" b="1" dirty="0">
                <a:solidFill>
                  <a:schemeClr val="tx2"/>
                </a:solidFill>
              </a:rPr>
              <a:t>4. Mașini de găurit cu viteză variabilă:</a:t>
            </a:r>
            <a:endParaRPr lang="ro-RO" dirty="0">
              <a:solidFill>
                <a:schemeClr val="tx2"/>
              </a:solidFill>
            </a:endParaRPr>
          </a:p>
          <a:p>
            <a:pPr>
              <a:buFont typeface="Arial" panose="020B0604020202020204" pitchFamily="34" charset="0"/>
              <a:buChar char="•"/>
            </a:pPr>
            <a:r>
              <a:rPr lang="ro-RO" dirty="0"/>
              <a:t>Permit ajustarea vitezei în funcție de materialul perforat.</a:t>
            </a:r>
          </a:p>
          <a:p>
            <a:pPr>
              <a:buFont typeface="Arial" panose="020B0604020202020204" pitchFamily="34" charset="0"/>
              <a:buChar char="•"/>
            </a:pPr>
            <a:r>
              <a:rPr lang="ro-RO" dirty="0"/>
              <a:t>Ideale pentru aplicații fine sau lucrări de precizie.</a:t>
            </a:r>
          </a:p>
        </p:txBody>
      </p:sp>
      <p:sp>
        <p:nvSpPr>
          <p:cNvPr id="9" name="CasetăText 8">
            <a:extLst>
              <a:ext uri="{FF2B5EF4-FFF2-40B4-BE49-F238E27FC236}">
                <a16:creationId xmlns:a16="http://schemas.microsoft.com/office/drawing/2014/main" id="{E5E2C6B9-2628-3EE2-CFBC-1510A5E0E7C9}"/>
              </a:ext>
            </a:extLst>
          </p:cNvPr>
          <p:cNvSpPr txBox="1"/>
          <p:nvPr/>
        </p:nvSpPr>
        <p:spPr>
          <a:xfrm>
            <a:off x="778641" y="1618662"/>
            <a:ext cx="10575157" cy="1754326"/>
          </a:xfrm>
          <a:prstGeom prst="rect">
            <a:avLst/>
          </a:prstGeom>
          <a:noFill/>
        </p:spPr>
        <p:txBody>
          <a:bodyPr wrap="square">
            <a:spAutoFit/>
          </a:bodyPr>
          <a:lstStyle/>
          <a:p>
            <a:r>
              <a:rPr lang="ro-RO" b="1" dirty="0">
                <a:solidFill>
                  <a:schemeClr val="bg2"/>
                </a:solidFill>
              </a:rPr>
              <a:t>Caracteristici cheie ale mașinilor de găurit portabile:</a:t>
            </a:r>
          </a:p>
          <a:p>
            <a:pPr algn="just">
              <a:buFont typeface="Arial" panose="020B0604020202020204" pitchFamily="34" charset="0"/>
              <a:buChar char="•"/>
            </a:pPr>
            <a:r>
              <a:rPr lang="ro-RO" b="1" dirty="0"/>
              <a:t>Puterea motorului:</a:t>
            </a:r>
            <a:r>
              <a:rPr lang="ro-RO" dirty="0"/>
              <a:t> Variază între 300 și 1500 W pentru mașinile electrice.</a:t>
            </a:r>
          </a:p>
          <a:p>
            <a:pPr algn="just">
              <a:buFont typeface="Arial" panose="020B0604020202020204" pitchFamily="34" charset="0"/>
              <a:buChar char="•"/>
            </a:pPr>
            <a:r>
              <a:rPr lang="ro-RO" b="1" dirty="0"/>
              <a:t>Turația:</a:t>
            </a:r>
            <a:r>
              <a:rPr lang="ro-RO" dirty="0"/>
              <a:t> De la câteva sute la peste 3000 RPM, în funcție de model.</a:t>
            </a:r>
          </a:p>
          <a:p>
            <a:pPr algn="just">
              <a:buFont typeface="Arial" panose="020B0604020202020204" pitchFamily="34" charset="0"/>
              <a:buChar char="•"/>
            </a:pPr>
            <a:r>
              <a:rPr lang="ro-RO" b="1" dirty="0"/>
              <a:t>Mandrina:</a:t>
            </a:r>
            <a:r>
              <a:rPr lang="ro-RO" dirty="0"/>
              <a:t> Permite fixarea burghielor, fiind de tip cu cheie, fără cheie (auto-strângere) sau </a:t>
            </a:r>
            <a:r>
              <a:rPr lang="ro-RO" b="1" dirty="0"/>
              <a:t>SDS</a:t>
            </a:r>
            <a:r>
              <a:rPr lang="ro-RO" dirty="0"/>
              <a:t> (pentru burghie speciale).</a:t>
            </a:r>
          </a:p>
          <a:p>
            <a:pPr algn="just">
              <a:buFont typeface="Arial" panose="020B0604020202020204" pitchFamily="34" charset="0"/>
              <a:buChar char="•"/>
            </a:pPr>
            <a:r>
              <a:rPr lang="ro-RO" b="1" dirty="0"/>
              <a:t>Funcții suplimentare:</a:t>
            </a:r>
            <a:r>
              <a:rPr lang="ro-RO" dirty="0"/>
              <a:t> Iluminare LED, control electronic al vitezei, inversare de rotație.</a:t>
            </a:r>
          </a:p>
        </p:txBody>
      </p:sp>
      <p:sp>
        <p:nvSpPr>
          <p:cNvPr id="11" name="CasetăText 10">
            <a:extLst>
              <a:ext uri="{FF2B5EF4-FFF2-40B4-BE49-F238E27FC236}">
                <a16:creationId xmlns:a16="http://schemas.microsoft.com/office/drawing/2014/main" id="{9030C71B-E400-A0DE-8449-EC15D3559AEF}"/>
              </a:ext>
            </a:extLst>
          </p:cNvPr>
          <p:cNvSpPr txBox="1"/>
          <p:nvPr/>
        </p:nvSpPr>
        <p:spPr>
          <a:xfrm>
            <a:off x="778641" y="3485013"/>
            <a:ext cx="10575156" cy="2031325"/>
          </a:xfrm>
          <a:prstGeom prst="rect">
            <a:avLst/>
          </a:prstGeom>
          <a:noFill/>
        </p:spPr>
        <p:txBody>
          <a:bodyPr wrap="square">
            <a:spAutoFit/>
          </a:bodyPr>
          <a:lstStyle/>
          <a:p>
            <a:pPr algn="just"/>
            <a:r>
              <a:rPr lang="ro-RO" b="1" dirty="0">
                <a:solidFill>
                  <a:schemeClr val="bg2"/>
                </a:solidFill>
              </a:rPr>
              <a:t>Originea și semnificația prescurtării SDS</a:t>
            </a:r>
          </a:p>
          <a:p>
            <a:pPr algn="just"/>
            <a:r>
              <a:rPr lang="ro-RO" b="1" dirty="0"/>
              <a:t>SDS</a:t>
            </a:r>
            <a:r>
              <a:rPr lang="ro-RO" dirty="0"/>
              <a:t> provine din germană, unde inițial reprezenta </a:t>
            </a:r>
            <a:r>
              <a:rPr lang="ro-RO" b="1" dirty="0"/>
              <a:t>"</a:t>
            </a:r>
            <a:r>
              <a:rPr lang="ro-RO" b="1" dirty="0" err="1"/>
              <a:t>Steck</a:t>
            </a:r>
            <a:r>
              <a:rPr lang="ro-RO" b="1" dirty="0"/>
              <a:t>, </a:t>
            </a:r>
            <a:r>
              <a:rPr lang="ro-RO" b="1" dirty="0" err="1"/>
              <a:t>Dreh</a:t>
            </a:r>
            <a:r>
              <a:rPr lang="ro-RO" b="1" dirty="0"/>
              <a:t>, </a:t>
            </a:r>
            <a:r>
              <a:rPr lang="ro-RO" b="1" dirty="0" err="1"/>
              <a:t>Sitz</a:t>
            </a:r>
            <a:r>
              <a:rPr lang="ro-RO" b="1" dirty="0"/>
              <a:t>"</a:t>
            </a:r>
            <a:r>
              <a:rPr lang="ro-RO" dirty="0"/>
              <a:t>, tradus aproximativ în română ca </a:t>
            </a:r>
            <a:r>
              <a:rPr lang="ro-RO" b="1" dirty="0"/>
              <a:t>"Introdu, Rotește, Fixează"</a:t>
            </a:r>
            <a:r>
              <a:rPr lang="ro-RO" dirty="0"/>
              <a:t>. Acest sistem a fost dezvoltat de compania germană </a:t>
            </a:r>
            <a:r>
              <a:rPr lang="ro-RO" b="1" dirty="0"/>
              <a:t>Bosch</a:t>
            </a:r>
            <a:r>
              <a:rPr lang="ro-RO" dirty="0"/>
              <a:t> în anii '70, ca parte a unui design îmbunătățit pentru mandrinele utilizate în ciocanele rotopercutoare.</a:t>
            </a:r>
          </a:p>
          <a:p>
            <a:pPr algn="just"/>
            <a:r>
              <a:rPr lang="ro-RO" dirty="0"/>
              <a:t>Ulterior, prescurtarea a fost adaptată în engleză pentru a însemna:</a:t>
            </a:r>
            <a:br>
              <a:rPr lang="ro-RO" dirty="0"/>
            </a:br>
            <a:r>
              <a:rPr lang="ro-RO" b="1" dirty="0"/>
              <a:t>"</a:t>
            </a:r>
            <a:r>
              <a:rPr lang="ro-RO" b="1" dirty="0" err="1"/>
              <a:t>Slotted</a:t>
            </a:r>
            <a:r>
              <a:rPr lang="ro-RO" b="1" dirty="0"/>
              <a:t> Drive </a:t>
            </a:r>
            <a:r>
              <a:rPr lang="ro-RO" b="1" dirty="0" err="1"/>
              <a:t>System</a:t>
            </a:r>
            <a:r>
              <a:rPr lang="ro-RO" b="1" dirty="0"/>
              <a:t>"</a:t>
            </a:r>
            <a:r>
              <a:rPr lang="ro-RO" dirty="0"/>
              <a:t> (Sistem de prindere cu fante) sau </a:t>
            </a:r>
            <a:r>
              <a:rPr lang="ro-RO" b="1" dirty="0"/>
              <a:t>"Special Direct </a:t>
            </a:r>
            <a:r>
              <a:rPr lang="ro-RO" b="1" dirty="0" err="1"/>
              <a:t>System</a:t>
            </a:r>
            <a:r>
              <a:rPr lang="ro-RO" b="1" dirty="0"/>
              <a:t>"</a:t>
            </a:r>
            <a:r>
              <a:rPr lang="ro-RO" dirty="0"/>
              <a:t>, fără a modifica funcționalitatea sa originală.</a:t>
            </a:r>
          </a:p>
        </p:txBody>
      </p:sp>
    </p:spTree>
    <p:extLst>
      <p:ext uri="{BB962C8B-B14F-4D97-AF65-F5344CB8AC3E}">
        <p14:creationId xmlns:p14="http://schemas.microsoft.com/office/powerpoint/2010/main" val="3626744778"/>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25DE6-80BD-58DF-58E6-6E50C7AF18D7}"/>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87676839-97E4-247D-0628-FFDDB96609FF}"/>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8359D17C-659F-804F-80AA-71E1B0604952}"/>
              </a:ext>
            </a:extLst>
          </p:cNvPr>
          <p:cNvSpPr>
            <a:spLocks noGrp="1"/>
          </p:cNvSpPr>
          <p:nvPr>
            <p:ph type="sldNum" sz="quarter" idx="12"/>
          </p:nvPr>
        </p:nvSpPr>
        <p:spPr/>
        <p:txBody>
          <a:bodyPr rtlCol="0"/>
          <a:lstStyle/>
          <a:p>
            <a:pPr rtl="0"/>
            <a:fld id="{8D581BC7-E183-40DB-AC97-C19EA4EB8894}" type="slidenum">
              <a:rPr lang="ro-RO" smtClean="0"/>
              <a:pPr rtl="0"/>
              <a:t>7</a:t>
            </a:fld>
            <a:endParaRPr lang="ro-RO" dirty="0"/>
          </a:p>
        </p:txBody>
      </p:sp>
      <p:sp>
        <p:nvSpPr>
          <p:cNvPr id="3" name="Substituent subsol 6">
            <a:extLst>
              <a:ext uri="{FF2B5EF4-FFF2-40B4-BE49-F238E27FC236}">
                <a16:creationId xmlns:a16="http://schemas.microsoft.com/office/drawing/2014/main" id="{8C1C5417-E124-443F-CD4F-2C128F472222}"/>
              </a:ext>
            </a:extLst>
          </p:cNvPr>
          <p:cNvSpPr>
            <a:spLocks noGrp="1"/>
          </p:cNvSpPr>
          <p:nvPr>
            <p:ph type="ftr" sz="quarter" idx="11"/>
          </p:nvPr>
        </p:nvSpPr>
        <p:spPr>
          <a:xfrm>
            <a:off x="1169961" y="5878720"/>
            <a:ext cx="2049894" cy="297307"/>
          </a:xfrm>
        </p:spPr>
        <p:txBody>
          <a:bodyPr rtlCol="0"/>
          <a:lstStyle/>
          <a:p>
            <a:pPr rtl="0"/>
            <a:r>
              <a:rPr lang="ro-RO" dirty="0"/>
              <a:t>Găurirea</a:t>
            </a:r>
          </a:p>
        </p:txBody>
      </p:sp>
      <p:sp>
        <p:nvSpPr>
          <p:cNvPr id="5" name="CasetăText 4">
            <a:extLst>
              <a:ext uri="{FF2B5EF4-FFF2-40B4-BE49-F238E27FC236}">
                <a16:creationId xmlns:a16="http://schemas.microsoft.com/office/drawing/2014/main" id="{2C64EF98-DD78-700A-70D5-FFA914A64806}"/>
              </a:ext>
            </a:extLst>
          </p:cNvPr>
          <p:cNvSpPr txBox="1"/>
          <p:nvPr/>
        </p:nvSpPr>
        <p:spPr>
          <a:xfrm>
            <a:off x="2810741" y="5806695"/>
            <a:ext cx="6570518" cy="369332"/>
          </a:xfrm>
          <a:prstGeom prst="rect">
            <a:avLst/>
          </a:prstGeom>
          <a:noFill/>
        </p:spPr>
        <p:txBody>
          <a:bodyPr wrap="square">
            <a:spAutoFit/>
          </a:bodyPr>
          <a:lstStyle/>
          <a:p>
            <a:pPr algn="ctr"/>
            <a:r>
              <a:rPr lang="ro-RO" b="1" dirty="0">
                <a:solidFill>
                  <a:schemeClr val="bg2"/>
                </a:solidFill>
                <a:ea typeface="Calibri" panose="020F0502020204030204" pitchFamily="34" charset="0"/>
                <a:cs typeface="Calibri" panose="020F0502020204030204" pitchFamily="34" charset="0"/>
              </a:rPr>
              <a:t>Video 1  </a:t>
            </a:r>
            <a:r>
              <a:rPr lang="ro-RO" b="1" dirty="0">
                <a:solidFill>
                  <a:schemeClr val="bg2"/>
                </a:solidFill>
              </a:rPr>
              <a:t>Mașini de găurit cu percuție </a:t>
            </a:r>
            <a:r>
              <a:rPr lang="ro-RO" b="1" dirty="0">
                <a:solidFill>
                  <a:schemeClr val="bg2"/>
                </a:solidFill>
                <a:ea typeface="Calibri" panose="020F0502020204030204" pitchFamily="34" charset="0"/>
                <a:cs typeface="Calibri" panose="020F0502020204030204" pitchFamily="34" charset="0"/>
              </a:rPr>
              <a:t>[</a:t>
            </a:r>
            <a:r>
              <a:rPr lang="ro-RO" b="1" dirty="0">
                <a:solidFill>
                  <a:schemeClr val="bg2"/>
                </a:solidFill>
                <a:ea typeface="Calibri" panose="020F0502020204030204" pitchFamily="34" charset="0"/>
                <a:cs typeface="Calibri" panose="020F0502020204030204" pitchFamily="34" charset="0"/>
                <a:hlinkClick r:id="rId4"/>
              </a:rPr>
              <a:t>www.youtube.com</a:t>
            </a:r>
            <a:r>
              <a:rPr lang="en-US" b="1" dirty="0">
                <a:solidFill>
                  <a:schemeClr val="bg2"/>
                </a:solidFill>
                <a:ea typeface="Calibri" panose="020F0502020204030204" pitchFamily="34" charset="0"/>
                <a:cs typeface="Calibri" panose="020F0502020204030204" pitchFamily="34" charset="0"/>
              </a:rPr>
              <a:t>]</a:t>
            </a:r>
            <a:endParaRPr lang="ro-RO" dirty="0">
              <a:solidFill>
                <a:schemeClr val="bg2"/>
              </a:solidFill>
            </a:endParaRPr>
          </a:p>
        </p:txBody>
      </p:sp>
      <p:pic>
        <p:nvPicPr>
          <p:cNvPr id="7" name="Media online 6" title="Masina de gaurit cu percutie Bosch GSB 16 RE / GSB 21-2 RE | Flanco.ro">
            <a:hlinkClick r:id="" action="ppaction://media"/>
            <a:extLst>
              <a:ext uri="{FF2B5EF4-FFF2-40B4-BE49-F238E27FC236}">
                <a16:creationId xmlns:a16="http://schemas.microsoft.com/office/drawing/2014/main" id="{D094C961-5552-7907-4BBA-325335FDF1AC}"/>
              </a:ext>
            </a:extLst>
          </p:cNvPr>
          <p:cNvPicPr>
            <a:picLocks noRot="1" noChangeAspect="1"/>
          </p:cNvPicPr>
          <p:nvPr>
            <a:videoFile r:link="rId1"/>
          </p:nvPr>
        </p:nvPicPr>
        <p:blipFill>
          <a:blip r:embed="rId5"/>
          <a:stretch>
            <a:fillRect/>
          </a:stretch>
        </p:blipFill>
        <p:spPr>
          <a:xfrm>
            <a:off x="1236000" y="319189"/>
            <a:ext cx="9720000" cy="5487506"/>
          </a:xfrm>
          <a:prstGeom prst="rect">
            <a:avLst/>
          </a:prstGeom>
        </p:spPr>
      </p:pic>
    </p:spTree>
    <p:extLst>
      <p:ext uri="{BB962C8B-B14F-4D97-AF65-F5344CB8AC3E}">
        <p14:creationId xmlns:p14="http://schemas.microsoft.com/office/powerpoint/2010/main" val="3133008165"/>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25DE6-80BD-58DF-58E6-6E50C7AF18D7}"/>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87676839-97E4-247D-0628-FFDDB96609FF}"/>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8359D17C-659F-804F-80AA-71E1B0604952}"/>
              </a:ext>
            </a:extLst>
          </p:cNvPr>
          <p:cNvSpPr>
            <a:spLocks noGrp="1"/>
          </p:cNvSpPr>
          <p:nvPr>
            <p:ph type="sldNum" sz="quarter" idx="12"/>
          </p:nvPr>
        </p:nvSpPr>
        <p:spPr/>
        <p:txBody>
          <a:bodyPr rtlCol="0"/>
          <a:lstStyle/>
          <a:p>
            <a:pPr rtl="0"/>
            <a:fld id="{8D581BC7-E183-40DB-AC97-C19EA4EB8894}" type="slidenum">
              <a:rPr lang="ro-RO" smtClean="0"/>
              <a:pPr rtl="0"/>
              <a:t>8</a:t>
            </a:fld>
            <a:endParaRPr lang="ro-RO" dirty="0"/>
          </a:p>
        </p:txBody>
      </p:sp>
      <p:sp>
        <p:nvSpPr>
          <p:cNvPr id="3" name="Substituent subsol 6">
            <a:extLst>
              <a:ext uri="{FF2B5EF4-FFF2-40B4-BE49-F238E27FC236}">
                <a16:creationId xmlns:a16="http://schemas.microsoft.com/office/drawing/2014/main" id="{8C1C5417-E124-443F-CD4F-2C128F472222}"/>
              </a:ext>
            </a:extLst>
          </p:cNvPr>
          <p:cNvSpPr>
            <a:spLocks noGrp="1"/>
          </p:cNvSpPr>
          <p:nvPr>
            <p:ph type="ftr" sz="quarter" idx="11"/>
          </p:nvPr>
        </p:nvSpPr>
        <p:spPr>
          <a:xfrm>
            <a:off x="1169961" y="5878720"/>
            <a:ext cx="2049894" cy="297307"/>
          </a:xfrm>
        </p:spPr>
        <p:txBody>
          <a:bodyPr rtlCol="0"/>
          <a:lstStyle/>
          <a:p>
            <a:pPr rtl="0"/>
            <a:r>
              <a:rPr lang="ro-RO" dirty="0"/>
              <a:t>Găurirea</a:t>
            </a:r>
          </a:p>
        </p:txBody>
      </p:sp>
      <p:sp>
        <p:nvSpPr>
          <p:cNvPr id="5" name="CasetăText 4">
            <a:extLst>
              <a:ext uri="{FF2B5EF4-FFF2-40B4-BE49-F238E27FC236}">
                <a16:creationId xmlns:a16="http://schemas.microsoft.com/office/drawing/2014/main" id="{2C64EF98-DD78-700A-70D5-FFA914A64806}"/>
              </a:ext>
            </a:extLst>
          </p:cNvPr>
          <p:cNvSpPr txBox="1"/>
          <p:nvPr/>
        </p:nvSpPr>
        <p:spPr>
          <a:xfrm>
            <a:off x="2810741" y="5806695"/>
            <a:ext cx="6570518" cy="369332"/>
          </a:xfrm>
          <a:prstGeom prst="rect">
            <a:avLst/>
          </a:prstGeom>
          <a:noFill/>
        </p:spPr>
        <p:txBody>
          <a:bodyPr wrap="square">
            <a:spAutoFit/>
          </a:bodyPr>
          <a:lstStyle/>
          <a:p>
            <a:pPr algn="ctr"/>
            <a:r>
              <a:rPr lang="ro-RO" b="1" dirty="0">
                <a:solidFill>
                  <a:schemeClr val="bg2"/>
                </a:solidFill>
                <a:ea typeface="Calibri" panose="020F0502020204030204" pitchFamily="34" charset="0"/>
                <a:cs typeface="Calibri" panose="020F0502020204030204" pitchFamily="34" charset="0"/>
              </a:rPr>
              <a:t>Video 2  </a:t>
            </a:r>
            <a:r>
              <a:rPr lang="ro-RO" b="1" dirty="0">
                <a:solidFill>
                  <a:schemeClr val="bg2"/>
                </a:solidFill>
              </a:rPr>
              <a:t>Ciocanul rotopercutor portabil </a:t>
            </a:r>
            <a:r>
              <a:rPr lang="ro-RO" b="1" dirty="0">
                <a:solidFill>
                  <a:schemeClr val="bg2"/>
                </a:solidFill>
                <a:ea typeface="Calibri" panose="020F0502020204030204" pitchFamily="34" charset="0"/>
                <a:cs typeface="Calibri" panose="020F0502020204030204" pitchFamily="34" charset="0"/>
              </a:rPr>
              <a:t>[</a:t>
            </a:r>
            <a:r>
              <a:rPr lang="ro-RO" b="1" dirty="0">
                <a:solidFill>
                  <a:schemeClr val="bg2"/>
                </a:solidFill>
                <a:ea typeface="Calibri" panose="020F0502020204030204" pitchFamily="34" charset="0"/>
                <a:cs typeface="Calibri" panose="020F0502020204030204" pitchFamily="34" charset="0"/>
                <a:hlinkClick r:id="rId4"/>
              </a:rPr>
              <a:t>www.youtube.com</a:t>
            </a:r>
            <a:r>
              <a:rPr lang="en-US" b="1" dirty="0">
                <a:solidFill>
                  <a:schemeClr val="bg2"/>
                </a:solidFill>
                <a:ea typeface="Calibri" panose="020F0502020204030204" pitchFamily="34" charset="0"/>
                <a:cs typeface="Calibri" panose="020F0502020204030204" pitchFamily="34" charset="0"/>
              </a:rPr>
              <a:t>]</a:t>
            </a:r>
            <a:endParaRPr lang="ro-RO" dirty="0">
              <a:solidFill>
                <a:schemeClr val="bg2"/>
              </a:solidFill>
            </a:endParaRPr>
          </a:p>
        </p:txBody>
      </p:sp>
      <p:pic>
        <p:nvPicPr>
          <p:cNvPr id="7" name="Media online 6" title="HAMMER DRILL VS. REGULAR DRILL--What's The Difference?!! (Do You NEED a Hammer Drill?!)">
            <a:hlinkClick r:id="" action="ppaction://media"/>
            <a:extLst>
              <a:ext uri="{FF2B5EF4-FFF2-40B4-BE49-F238E27FC236}">
                <a16:creationId xmlns:a16="http://schemas.microsoft.com/office/drawing/2014/main" id="{771F4816-B0A7-A11F-8173-A5FB05823CAD}"/>
              </a:ext>
            </a:extLst>
          </p:cNvPr>
          <p:cNvPicPr>
            <a:picLocks noRot="1" noChangeAspect="1"/>
          </p:cNvPicPr>
          <p:nvPr>
            <a:videoFile r:link="rId1"/>
          </p:nvPr>
        </p:nvPicPr>
        <p:blipFill>
          <a:blip r:embed="rId5"/>
          <a:stretch>
            <a:fillRect/>
          </a:stretch>
        </p:blipFill>
        <p:spPr>
          <a:xfrm>
            <a:off x="1236000" y="283177"/>
            <a:ext cx="9720000" cy="5487506"/>
          </a:xfrm>
          <a:prstGeom prst="rect">
            <a:avLst/>
          </a:prstGeom>
        </p:spPr>
      </p:pic>
    </p:spTree>
    <p:extLst>
      <p:ext uri="{BB962C8B-B14F-4D97-AF65-F5344CB8AC3E}">
        <p14:creationId xmlns:p14="http://schemas.microsoft.com/office/powerpoint/2010/main" val="1594179376"/>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B59FE-B2C8-B5D2-F7E9-3A673DB9FF11}"/>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5C07065E-A72F-FC71-D957-B9989401DB90}"/>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5AFB398E-9635-1A2E-D610-C47BC16E1517}"/>
              </a:ext>
            </a:extLst>
          </p:cNvPr>
          <p:cNvSpPr>
            <a:spLocks noGrp="1"/>
          </p:cNvSpPr>
          <p:nvPr>
            <p:ph type="sldNum" sz="quarter" idx="12"/>
          </p:nvPr>
        </p:nvSpPr>
        <p:spPr/>
        <p:txBody>
          <a:bodyPr rtlCol="0"/>
          <a:lstStyle/>
          <a:p>
            <a:pPr rtl="0"/>
            <a:fld id="{8D581BC7-E183-40DB-AC97-C19EA4EB8894}" type="slidenum">
              <a:rPr lang="ro-RO" smtClean="0"/>
              <a:pPr rtl="0"/>
              <a:t>9</a:t>
            </a:fld>
            <a:endParaRPr lang="ro-RO" dirty="0"/>
          </a:p>
        </p:txBody>
      </p:sp>
      <p:sp>
        <p:nvSpPr>
          <p:cNvPr id="3" name="Substituent subsol 6">
            <a:extLst>
              <a:ext uri="{FF2B5EF4-FFF2-40B4-BE49-F238E27FC236}">
                <a16:creationId xmlns:a16="http://schemas.microsoft.com/office/drawing/2014/main" id="{04DA20DB-9084-97F6-5269-AD43CA58C314}"/>
              </a:ext>
            </a:extLst>
          </p:cNvPr>
          <p:cNvSpPr>
            <a:spLocks noGrp="1"/>
          </p:cNvSpPr>
          <p:nvPr>
            <p:ph type="ftr" sz="quarter" idx="11"/>
          </p:nvPr>
        </p:nvSpPr>
        <p:spPr>
          <a:xfrm>
            <a:off x="1169961" y="5878720"/>
            <a:ext cx="2049894" cy="297307"/>
          </a:xfrm>
        </p:spPr>
        <p:txBody>
          <a:bodyPr rtlCol="0"/>
          <a:lstStyle/>
          <a:p>
            <a:pPr rtl="0"/>
            <a:r>
              <a:rPr lang="ro-RO" dirty="0"/>
              <a:t>Găurirea</a:t>
            </a:r>
          </a:p>
        </p:txBody>
      </p:sp>
      <p:sp>
        <p:nvSpPr>
          <p:cNvPr id="5" name="CasetăText 4">
            <a:extLst>
              <a:ext uri="{FF2B5EF4-FFF2-40B4-BE49-F238E27FC236}">
                <a16:creationId xmlns:a16="http://schemas.microsoft.com/office/drawing/2014/main" id="{7B7CBBED-C668-EF58-9370-7C4C0EBC8541}"/>
              </a:ext>
            </a:extLst>
          </p:cNvPr>
          <p:cNvSpPr txBox="1"/>
          <p:nvPr/>
        </p:nvSpPr>
        <p:spPr>
          <a:xfrm>
            <a:off x="778643" y="523408"/>
            <a:ext cx="10575157" cy="5432256"/>
          </a:xfrm>
          <a:prstGeom prst="rect">
            <a:avLst/>
          </a:prstGeom>
          <a:noFill/>
        </p:spPr>
        <p:txBody>
          <a:bodyPr wrap="square">
            <a:spAutoFit/>
          </a:bodyPr>
          <a:lstStyle/>
          <a:p>
            <a:r>
              <a:rPr lang="ro-RO" b="1" u="sng" dirty="0">
                <a:solidFill>
                  <a:schemeClr val="bg2"/>
                </a:solidFill>
              </a:rPr>
              <a:t>Tipuri de burghie</a:t>
            </a:r>
          </a:p>
          <a:p>
            <a:r>
              <a:rPr lang="ro-RO" dirty="0"/>
              <a:t>Burghiele sunt accesorii esențiale care influențează performanța mașinii de găurit. Alegerea corectă a burghiului depinde de materialul de perforat și de aplicația dorită.</a:t>
            </a:r>
          </a:p>
          <a:p>
            <a:pPr>
              <a:spcBef>
                <a:spcPts val="600"/>
              </a:spcBef>
            </a:pPr>
            <a:r>
              <a:rPr lang="ro-RO" b="1" dirty="0">
                <a:solidFill>
                  <a:schemeClr val="bg2"/>
                </a:solidFill>
              </a:rPr>
              <a:t>Clasificare după materialul de utilizare:</a:t>
            </a:r>
          </a:p>
          <a:p>
            <a:pPr>
              <a:buFont typeface="+mj-lt"/>
              <a:buAutoNum type="arabicPeriod"/>
            </a:pPr>
            <a:r>
              <a:rPr lang="ro-RO" b="1" dirty="0">
                <a:solidFill>
                  <a:schemeClr val="tx2"/>
                </a:solidFill>
              </a:rPr>
              <a:t> Burghie pentru lemn:</a:t>
            </a:r>
            <a:endParaRPr lang="ro-RO" dirty="0">
              <a:solidFill>
                <a:schemeClr val="tx2"/>
              </a:solidFill>
            </a:endParaRPr>
          </a:p>
          <a:p>
            <a:pPr marL="742950" lvl="1" indent="-285750">
              <a:buFont typeface="Arial" panose="020B0604020202020204" pitchFamily="34" charset="0"/>
              <a:buChar char="•"/>
            </a:pPr>
            <a:r>
              <a:rPr lang="ro-RO" dirty="0"/>
              <a:t>Design specific: vârf ascuțit pentru ghidaj precis.</a:t>
            </a:r>
          </a:p>
          <a:p>
            <a:pPr marL="742950" lvl="1" indent="-285750">
              <a:buFont typeface="Arial" panose="020B0604020202020204" pitchFamily="34" charset="0"/>
              <a:buChar char="•"/>
            </a:pPr>
            <a:r>
              <a:rPr lang="ro-RO" dirty="0"/>
              <a:t>Aplicații: găuri curate și precise în lemn moale, lemn tare sau PAL.</a:t>
            </a:r>
          </a:p>
          <a:p>
            <a:pPr marL="742950" lvl="1" indent="-285750">
              <a:buFont typeface="Arial" panose="020B0604020202020204" pitchFamily="34" charset="0"/>
              <a:buChar char="•"/>
            </a:pPr>
            <a:r>
              <a:rPr lang="ro-RO" dirty="0"/>
              <a:t>Exemple: burghie spiralate, burghie tip melc, burghie plate (spade).</a:t>
            </a:r>
          </a:p>
          <a:p>
            <a:pPr>
              <a:buFont typeface="+mj-lt"/>
              <a:buAutoNum type="arabicPeriod"/>
            </a:pPr>
            <a:r>
              <a:rPr lang="ro-RO" b="1" dirty="0">
                <a:solidFill>
                  <a:schemeClr val="tx2"/>
                </a:solidFill>
              </a:rPr>
              <a:t> Burghie pentru metal:</a:t>
            </a:r>
            <a:endParaRPr lang="ro-RO" dirty="0">
              <a:solidFill>
                <a:schemeClr val="tx2"/>
              </a:solidFill>
            </a:endParaRPr>
          </a:p>
          <a:p>
            <a:pPr marL="742950" lvl="1" indent="-285750">
              <a:buFont typeface="Arial" panose="020B0604020202020204" pitchFamily="34" charset="0"/>
              <a:buChar char="•"/>
            </a:pPr>
            <a:r>
              <a:rPr lang="ro-RO" dirty="0"/>
              <a:t>Fabricate din oțel rapid (HSS - </a:t>
            </a:r>
            <a:r>
              <a:rPr lang="ro-RO" dirty="0" err="1"/>
              <a:t>High-Speed</a:t>
            </a:r>
            <a:r>
              <a:rPr lang="ro-RO" dirty="0"/>
              <a:t> </a:t>
            </a:r>
            <a:r>
              <a:rPr lang="ro-RO" dirty="0" err="1"/>
              <a:t>Steel</a:t>
            </a:r>
            <a:r>
              <a:rPr lang="ro-RO" dirty="0"/>
              <a:t>) sau oțel cobalt.</a:t>
            </a:r>
          </a:p>
          <a:p>
            <a:pPr marL="742950" lvl="1" indent="-285750">
              <a:buFont typeface="Arial" panose="020B0604020202020204" pitchFamily="34" charset="0"/>
              <a:buChar char="•"/>
            </a:pPr>
            <a:r>
              <a:rPr lang="ro-RO" dirty="0"/>
              <a:t>Design: spirală standard, fără vârf ascuțit.</a:t>
            </a:r>
          </a:p>
          <a:p>
            <a:pPr marL="742950" lvl="1" indent="-285750">
              <a:buFont typeface="Arial" panose="020B0604020202020204" pitchFamily="34" charset="0"/>
              <a:buChar char="•"/>
            </a:pPr>
            <a:r>
              <a:rPr lang="ro-RO" dirty="0"/>
              <a:t>Aplicații: perforarea oțelului, aluminiului, cuprului, inoxului.</a:t>
            </a:r>
          </a:p>
          <a:p>
            <a:pPr>
              <a:buFont typeface="+mj-lt"/>
              <a:buAutoNum type="arabicPeriod"/>
            </a:pPr>
            <a:r>
              <a:rPr lang="ro-RO" b="1" dirty="0">
                <a:solidFill>
                  <a:schemeClr val="tx2"/>
                </a:solidFill>
              </a:rPr>
              <a:t> Burghie pentru beton/zidărie:</a:t>
            </a:r>
            <a:endParaRPr lang="ro-RO" dirty="0">
              <a:solidFill>
                <a:schemeClr val="tx2"/>
              </a:solidFill>
            </a:endParaRPr>
          </a:p>
          <a:p>
            <a:pPr marL="742950" lvl="1" indent="-285750">
              <a:buFont typeface="Arial" panose="020B0604020202020204" pitchFamily="34" charset="0"/>
              <a:buChar char="•"/>
            </a:pPr>
            <a:r>
              <a:rPr lang="ro-RO" dirty="0"/>
              <a:t>Dotate cu placă de carbură de tungsten la vârf, pentru rezistență sporită.</a:t>
            </a:r>
          </a:p>
          <a:p>
            <a:pPr marL="742950" lvl="1" indent="-285750">
              <a:buFont typeface="Arial" panose="020B0604020202020204" pitchFamily="34" charset="0"/>
              <a:buChar char="•"/>
            </a:pPr>
            <a:r>
              <a:rPr lang="ro-RO" dirty="0"/>
              <a:t>Necesită utilizarea în modul de percuție pentru beton sau cărămidă.</a:t>
            </a:r>
          </a:p>
          <a:p>
            <a:pPr marL="742950" lvl="1" indent="-285750">
              <a:buFont typeface="Arial" panose="020B0604020202020204" pitchFamily="34" charset="0"/>
              <a:buChar char="•"/>
            </a:pPr>
            <a:r>
              <a:rPr lang="ro-RO" dirty="0"/>
              <a:t>Exemple: burghie SDS, SDS-Plus, SDS-Max.</a:t>
            </a:r>
          </a:p>
          <a:p>
            <a:pPr>
              <a:buFont typeface="+mj-lt"/>
              <a:buAutoNum type="arabicPeriod"/>
            </a:pPr>
            <a:r>
              <a:rPr lang="ro-RO" b="1" dirty="0">
                <a:solidFill>
                  <a:schemeClr val="tx2"/>
                </a:solidFill>
              </a:rPr>
              <a:t> Burghie universale:</a:t>
            </a:r>
            <a:endParaRPr lang="ro-RO" dirty="0">
              <a:solidFill>
                <a:schemeClr val="tx2"/>
              </a:solidFill>
            </a:endParaRPr>
          </a:p>
          <a:p>
            <a:pPr marL="742950" lvl="1" indent="-285750">
              <a:buFont typeface="Arial" panose="020B0604020202020204" pitchFamily="34" charset="0"/>
              <a:buChar char="•"/>
            </a:pPr>
            <a:r>
              <a:rPr lang="ro-RO" dirty="0"/>
              <a:t>Pot perfora mai multe tipuri de materiale (lemn, metal, plastic), dar cu performanțe mai reduse față de cele specializate.</a:t>
            </a:r>
          </a:p>
        </p:txBody>
      </p:sp>
    </p:spTree>
    <p:extLst>
      <p:ext uri="{BB962C8B-B14F-4D97-AF65-F5344CB8AC3E}">
        <p14:creationId xmlns:p14="http://schemas.microsoft.com/office/powerpoint/2010/main" val="2133137609"/>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931D0-141D-E15E-79A9-EDDC6DF87340}"/>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EB485134-28F4-B122-2A46-C8B37A0BF12F}"/>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416F1EF3-3155-C3F9-E683-36C7A0B080F8}"/>
              </a:ext>
            </a:extLst>
          </p:cNvPr>
          <p:cNvSpPr>
            <a:spLocks noGrp="1"/>
          </p:cNvSpPr>
          <p:nvPr>
            <p:ph type="sldNum" sz="quarter" idx="12"/>
          </p:nvPr>
        </p:nvSpPr>
        <p:spPr/>
        <p:txBody>
          <a:bodyPr rtlCol="0"/>
          <a:lstStyle/>
          <a:p>
            <a:pPr rtl="0"/>
            <a:fld id="{8D581BC7-E183-40DB-AC97-C19EA4EB8894}" type="slidenum">
              <a:rPr lang="ro-RO" smtClean="0"/>
              <a:pPr rtl="0"/>
              <a:t>10</a:t>
            </a:fld>
            <a:endParaRPr lang="ro-RO" dirty="0"/>
          </a:p>
        </p:txBody>
      </p:sp>
      <p:sp>
        <p:nvSpPr>
          <p:cNvPr id="3" name="Substituent subsol 6">
            <a:extLst>
              <a:ext uri="{FF2B5EF4-FFF2-40B4-BE49-F238E27FC236}">
                <a16:creationId xmlns:a16="http://schemas.microsoft.com/office/drawing/2014/main" id="{152C92E7-6967-C30C-F470-10129642997A}"/>
              </a:ext>
            </a:extLst>
          </p:cNvPr>
          <p:cNvSpPr>
            <a:spLocks noGrp="1"/>
          </p:cNvSpPr>
          <p:nvPr>
            <p:ph type="ftr" sz="quarter" idx="11"/>
          </p:nvPr>
        </p:nvSpPr>
        <p:spPr>
          <a:xfrm>
            <a:off x="1169961" y="5878720"/>
            <a:ext cx="2049894" cy="297307"/>
          </a:xfrm>
        </p:spPr>
        <p:txBody>
          <a:bodyPr rtlCol="0"/>
          <a:lstStyle/>
          <a:p>
            <a:pPr rtl="0"/>
            <a:r>
              <a:rPr lang="ro-RO" dirty="0"/>
              <a:t>Găurirea</a:t>
            </a:r>
          </a:p>
        </p:txBody>
      </p:sp>
      <p:sp>
        <p:nvSpPr>
          <p:cNvPr id="5" name="CasetăText 4">
            <a:extLst>
              <a:ext uri="{FF2B5EF4-FFF2-40B4-BE49-F238E27FC236}">
                <a16:creationId xmlns:a16="http://schemas.microsoft.com/office/drawing/2014/main" id="{E922F8D6-CEBB-5A3A-CB60-A9B04DB31038}"/>
              </a:ext>
            </a:extLst>
          </p:cNvPr>
          <p:cNvSpPr txBox="1"/>
          <p:nvPr/>
        </p:nvSpPr>
        <p:spPr>
          <a:xfrm>
            <a:off x="642454" y="305705"/>
            <a:ext cx="10575157" cy="2862322"/>
          </a:xfrm>
          <a:prstGeom prst="rect">
            <a:avLst/>
          </a:prstGeom>
          <a:noFill/>
        </p:spPr>
        <p:txBody>
          <a:bodyPr wrap="square">
            <a:spAutoFit/>
          </a:bodyPr>
          <a:lstStyle/>
          <a:p>
            <a:r>
              <a:rPr lang="ro-RO" b="1" dirty="0">
                <a:solidFill>
                  <a:schemeClr val="tx2"/>
                </a:solidFill>
              </a:rPr>
              <a:t>5. Burghie diamantate:</a:t>
            </a:r>
            <a:endParaRPr lang="ro-RO" dirty="0">
              <a:solidFill>
                <a:schemeClr val="tx2"/>
              </a:solidFill>
            </a:endParaRPr>
          </a:p>
          <a:p>
            <a:pPr marL="742950" lvl="1" indent="-285750">
              <a:buFont typeface="Arial" panose="020B0604020202020204" pitchFamily="34" charset="0"/>
              <a:buChar char="•"/>
            </a:pPr>
            <a:r>
              <a:rPr lang="ro-RO" dirty="0"/>
              <a:t>Vârf acoperit cu particule diamantate sintetice.</a:t>
            </a:r>
          </a:p>
          <a:p>
            <a:pPr marL="742950" lvl="1" indent="-285750">
              <a:buFont typeface="Arial" panose="020B0604020202020204" pitchFamily="34" charset="0"/>
              <a:buChar char="•"/>
            </a:pPr>
            <a:r>
              <a:rPr lang="ro-RO" dirty="0"/>
              <a:t>Aplicații: găurirea materialelor extrem de dure, cum ar fi granitul, marmura sau betonul armat.</a:t>
            </a:r>
          </a:p>
          <a:p>
            <a:pPr marL="742950" lvl="1" indent="-285750">
              <a:buFont typeface="Arial" panose="020B0604020202020204" pitchFamily="34" charset="0"/>
              <a:buChar char="•"/>
            </a:pPr>
            <a:r>
              <a:rPr lang="ro-RO" dirty="0"/>
              <a:t>Avantaj: margini netede și precizie ridicată.</a:t>
            </a:r>
          </a:p>
          <a:p>
            <a:r>
              <a:rPr lang="ro-RO" b="1" dirty="0">
                <a:solidFill>
                  <a:schemeClr val="tx2"/>
                </a:solidFill>
              </a:rPr>
              <a:t>6. Burghie plate:</a:t>
            </a:r>
            <a:endParaRPr lang="ro-RO" dirty="0">
              <a:solidFill>
                <a:schemeClr val="tx2"/>
              </a:solidFill>
            </a:endParaRPr>
          </a:p>
          <a:p>
            <a:pPr marL="742950" lvl="1" indent="-285750">
              <a:buFont typeface="Arial" panose="020B0604020202020204" pitchFamily="34" charset="0"/>
              <a:buChar char="•"/>
            </a:pPr>
            <a:r>
              <a:rPr lang="ro-RO" dirty="0"/>
              <a:t>Se utilizează în special pentru lemn.</a:t>
            </a:r>
          </a:p>
          <a:p>
            <a:pPr marL="742950" lvl="1" indent="-285750">
              <a:buFont typeface="Arial" panose="020B0604020202020204" pitchFamily="34" charset="0"/>
              <a:buChar char="•"/>
            </a:pPr>
            <a:r>
              <a:rPr lang="ro-RO" dirty="0"/>
              <a:t>Produc găuri mari, dar nu foarte adânci.</a:t>
            </a:r>
          </a:p>
          <a:p>
            <a:r>
              <a:rPr lang="ro-RO" b="1" dirty="0">
                <a:solidFill>
                  <a:schemeClr val="tx2"/>
                </a:solidFill>
              </a:rPr>
              <a:t>7. Burghie cu carotaj:</a:t>
            </a:r>
            <a:endParaRPr lang="ro-RO" dirty="0">
              <a:solidFill>
                <a:schemeClr val="tx2"/>
              </a:solidFill>
            </a:endParaRPr>
          </a:p>
          <a:p>
            <a:pPr marL="742950" lvl="1" indent="-285750">
              <a:buFont typeface="Arial" panose="020B0604020202020204" pitchFamily="34" charset="0"/>
              <a:buChar char="•"/>
            </a:pPr>
            <a:r>
              <a:rPr lang="ro-RO" dirty="0"/>
              <a:t>Cilindrice, cu marginea tăietoare la exterior.</a:t>
            </a:r>
          </a:p>
          <a:p>
            <a:pPr marL="742950" lvl="1" indent="-285750">
              <a:buFont typeface="Arial" panose="020B0604020202020204" pitchFamily="34" charset="0"/>
              <a:buChar char="•"/>
            </a:pPr>
            <a:r>
              <a:rPr lang="ro-RO" dirty="0"/>
              <a:t>Utilizate pentru găuri de diametru mare în beton, piatră sau zidărie.</a:t>
            </a:r>
          </a:p>
        </p:txBody>
      </p:sp>
      <p:sp>
        <p:nvSpPr>
          <p:cNvPr id="10" name="CasetăText 9">
            <a:extLst>
              <a:ext uri="{FF2B5EF4-FFF2-40B4-BE49-F238E27FC236}">
                <a16:creationId xmlns:a16="http://schemas.microsoft.com/office/drawing/2014/main" id="{457500E1-0B6C-C542-92C7-C0E3A896ABC2}"/>
              </a:ext>
            </a:extLst>
          </p:cNvPr>
          <p:cNvSpPr txBox="1"/>
          <p:nvPr/>
        </p:nvSpPr>
        <p:spPr>
          <a:xfrm>
            <a:off x="642454" y="3233760"/>
            <a:ext cx="10836183" cy="1200329"/>
          </a:xfrm>
          <a:prstGeom prst="rect">
            <a:avLst/>
          </a:prstGeom>
          <a:noFill/>
        </p:spPr>
        <p:txBody>
          <a:bodyPr wrap="square">
            <a:spAutoFit/>
          </a:bodyPr>
          <a:lstStyle/>
          <a:p>
            <a:r>
              <a:rPr lang="ro-RO" b="1" dirty="0">
                <a:solidFill>
                  <a:schemeClr val="bg2"/>
                </a:solidFill>
              </a:rPr>
              <a:t>Clasificare după dimensiuni:</a:t>
            </a:r>
          </a:p>
          <a:p>
            <a:pPr>
              <a:buFont typeface="Arial" panose="020B0604020202020204" pitchFamily="34" charset="0"/>
              <a:buChar char="•"/>
            </a:pPr>
            <a:r>
              <a:rPr lang="ro-RO" b="1" dirty="0"/>
              <a:t>Diametru mic:</a:t>
            </a:r>
            <a:r>
              <a:rPr lang="ro-RO" dirty="0"/>
              <a:t> Sub 6 mm, pentru găuri fine, șuruburi mici.</a:t>
            </a:r>
          </a:p>
          <a:p>
            <a:pPr>
              <a:buFont typeface="Arial" panose="020B0604020202020204" pitchFamily="34" charset="0"/>
              <a:buChar char="•"/>
            </a:pPr>
            <a:r>
              <a:rPr lang="ro-RO" b="1" dirty="0"/>
              <a:t>Diametru mediu:</a:t>
            </a:r>
            <a:r>
              <a:rPr lang="ro-RO" dirty="0"/>
              <a:t> 6-12 mm, utilizate frecvent în construcții și montaj.</a:t>
            </a:r>
          </a:p>
          <a:p>
            <a:pPr>
              <a:buFont typeface="Arial" panose="020B0604020202020204" pitchFamily="34" charset="0"/>
              <a:buChar char="•"/>
            </a:pPr>
            <a:r>
              <a:rPr lang="ro-RO" b="1" dirty="0"/>
              <a:t>Diametru mare:</a:t>
            </a:r>
            <a:r>
              <a:rPr lang="ro-RO" dirty="0"/>
              <a:t> Peste 12 mm, pentru ancorări sau treceri de instalații.</a:t>
            </a:r>
          </a:p>
        </p:txBody>
      </p:sp>
      <p:sp>
        <p:nvSpPr>
          <p:cNvPr id="13" name="CasetăText 12">
            <a:extLst>
              <a:ext uri="{FF2B5EF4-FFF2-40B4-BE49-F238E27FC236}">
                <a16:creationId xmlns:a16="http://schemas.microsoft.com/office/drawing/2014/main" id="{BA043B98-B28C-B2B1-84AA-C798B5CC3D17}"/>
              </a:ext>
            </a:extLst>
          </p:cNvPr>
          <p:cNvSpPr txBox="1"/>
          <p:nvPr/>
        </p:nvSpPr>
        <p:spPr>
          <a:xfrm>
            <a:off x="642454" y="4499822"/>
            <a:ext cx="10711346" cy="1200329"/>
          </a:xfrm>
          <a:prstGeom prst="rect">
            <a:avLst/>
          </a:prstGeom>
          <a:noFill/>
        </p:spPr>
        <p:txBody>
          <a:bodyPr wrap="square">
            <a:spAutoFit/>
          </a:bodyPr>
          <a:lstStyle/>
          <a:p>
            <a:r>
              <a:rPr lang="ro-RO" b="1" dirty="0">
                <a:solidFill>
                  <a:schemeClr val="bg2"/>
                </a:solidFill>
              </a:rPr>
              <a:t>Alegerea burghiului potrivit:</a:t>
            </a:r>
          </a:p>
          <a:p>
            <a:pPr>
              <a:buFont typeface="+mj-lt"/>
              <a:buAutoNum type="arabicPeriod"/>
            </a:pPr>
            <a:r>
              <a:rPr lang="ro-RO" dirty="0"/>
              <a:t> Se identifică materialul de perforat.</a:t>
            </a:r>
          </a:p>
          <a:p>
            <a:pPr>
              <a:buFont typeface="+mj-lt"/>
              <a:buAutoNum type="arabicPeriod"/>
            </a:pPr>
            <a:r>
              <a:rPr lang="ro-RO" dirty="0"/>
              <a:t> Se alege un burghiu specific pentru materialul respectiv.</a:t>
            </a:r>
          </a:p>
          <a:p>
            <a:pPr>
              <a:buFont typeface="+mj-lt"/>
              <a:buAutoNum type="arabicPeriod"/>
            </a:pPr>
            <a:r>
              <a:rPr lang="ro-RO" dirty="0"/>
              <a:t> Se verifică compatibilitatea cu mandrina mașinii (standard, SDS, SDS-Plus).</a:t>
            </a:r>
          </a:p>
        </p:txBody>
      </p:sp>
    </p:spTree>
    <p:extLst>
      <p:ext uri="{BB962C8B-B14F-4D97-AF65-F5344CB8AC3E}">
        <p14:creationId xmlns:p14="http://schemas.microsoft.com/office/powerpoint/2010/main" val="396654880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44700-DB19-71EB-BDF6-F1094F4FADBE}"/>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527A475F-6632-BC66-7077-331A733DA20D}"/>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2A458AAA-3E67-13A6-CB45-2C01BA2763C8}"/>
              </a:ext>
            </a:extLst>
          </p:cNvPr>
          <p:cNvSpPr>
            <a:spLocks noGrp="1"/>
          </p:cNvSpPr>
          <p:nvPr>
            <p:ph type="sldNum" sz="quarter" idx="12"/>
          </p:nvPr>
        </p:nvSpPr>
        <p:spPr/>
        <p:txBody>
          <a:bodyPr rtlCol="0"/>
          <a:lstStyle/>
          <a:p>
            <a:pPr rtl="0"/>
            <a:fld id="{8D581BC7-E183-40DB-AC97-C19EA4EB8894}" type="slidenum">
              <a:rPr lang="ro-RO" smtClean="0"/>
              <a:pPr rtl="0"/>
              <a:t>11</a:t>
            </a:fld>
            <a:endParaRPr lang="ro-RO" dirty="0"/>
          </a:p>
        </p:txBody>
      </p:sp>
      <p:sp>
        <p:nvSpPr>
          <p:cNvPr id="3" name="Substituent subsol 6">
            <a:extLst>
              <a:ext uri="{FF2B5EF4-FFF2-40B4-BE49-F238E27FC236}">
                <a16:creationId xmlns:a16="http://schemas.microsoft.com/office/drawing/2014/main" id="{0D43E374-568F-FCAB-93CE-00613109F182}"/>
              </a:ext>
            </a:extLst>
          </p:cNvPr>
          <p:cNvSpPr>
            <a:spLocks noGrp="1"/>
          </p:cNvSpPr>
          <p:nvPr>
            <p:ph type="ftr" sz="quarter" idx="11"/>
          </p:nvPr>
        </p:nvSpPr>
        <p:spPr>
          <a:xfrm>
            <a:off x="1169961" y="5878720"/>
            <a:ext cx="2049894" cy="297307"/>
          </a:xfrm>
        </p:spPr>
        <p:txBody>
          <a:bodyPr rtlCol="0"/>
          <a:lstStyle/>
          <a:p>
            <a:pPr rtl="0"/>
            <a:r>
              <a:rPr lang="ro-RO" dirty="0"/>
              <a:t>Găurirea</a:t>
            </a:r>
          </a:p>
        </p:txBody>
      </p:sp>
      <p:pic>
        <p:nvPicPr>
          <p:cNvPr id="2" name="Media online 1" title="Masonry bits: what's the best type?">
            <a:hlinkClick r:id="" action="ppaction://media"/>
            <a:extLst>
              <a:ext uri="{FF2B5EF4-FFF2-40B4-BE49-F238E27FC236}">
                <a16:creationId xmlns:a16="http://schemas.microsoft.com/office/drawing/2014/main" id="{276096C1-B23B-C5BB-50EF-2D87432F116D}"/>
              </a:ext>
            </a:extLst>
          </p:cNvPr>
          <p:cNvPicPr>
            <a:picLocks noRot="1" noChangeAspect="1"/>
          </p:cNvPicPr>
          <p:nvPr>
            <a:videoFile r:link="rId1"/>
          </p:nvPr>
        </p:nvPicPr>
        <p:blipFill>
          <a:blip r:embed="rId4"/>
          <a:stretch>
            <a:fillRect/>
          </a:stretch>
        </p:blipFill>
        <p:spPr>
          <a:xfrm>
            <a:off x="1236000" y="288938"/>
            <a:ext cx="9720000" cy="5487507"/>
          </a:xfrm>
          <a:prstGeom prst="rect">
            <a:avLst/>
          </a:prstGeom>
        </p:spPr>
      </p:pic>
      <p:sp>
        <p:nvSpPr>
          <p:cNvPr id="4" name="CasetăText 3">
            <a:extLst>
              <a:ext uri="{FF2B5EF4-FFF2-40B4-BE49-F238E27FC236}">
                <a16:creationId xmlns:a16="http://schemas.microsoft.com/office/drawing/2014/main" id="{D7C8045D-DE5D-F5D1-294D-9FA9DC1916E8}"/>
              </a:ext>
            </a:extLst>
          </p:cNvPr>
          <p:cNvSpPr txBox="1"/>
          <p:nvPr/>
        </p:nvSpPr>
        <p:spPr>
          <a:xfrm>
            <a:off x="2810741" y="5776445"/>
            <a:ext cx="6570518" cy="646331"/>
          </a:xfrm>
          <a:prstGeom prst="rect">
            <a:avLst/>
          </a:prstGeom>
          <a:noFill/>
        </p:spPr>
        <p:txBody>
          <a:bodyPr wrap="square">
            <a:spAutoFit/>
          </a:bodyPr>
          <a:lstStyle/>
          <a:p>
            <a:pPr algn="ctr"/>
            <a:r>
              <a:rPr lang="ro-RO" b="1" dirty="0">
                <a:solidFill>
                  <a:schemeClr val="bg2"/>
                </a:solidFill>
                <a:ea typeface="Calibri" panose="020F0502020204030204" pitchFamily="34" charset="0"/>
                <a:cs typeface="Calibri" panose="020F0502020204030204" pitchFamily="34" charset="0"/>
              </a:rPr>
              <a:t>Video 3  Comparație între diverse tipuri de burghie pentru zidărie [</a:t>
            </a:r>
            <a:r>
              <a:rPr lang="ro-RO" b="1" dirty="0">
                <a:solidFill>
                  <a:schemeClr val="bg2"/>
                </a:solidFill>
                <a:ea typeface="Calibri" panose="020F0502020204030204" pitchFamily="34" charset="0"/>
                <a:cs typeface="Calibri" panose="020F0502020204030204" pitchFamily="34" charset="0"/>
                <a:hlinkClick r:id="rId5"/>
              </a:rPr>
              <a:t>www.youtube.com</a:t>
            </a:r>
            <a:r>
              <a:rPr lang="en-US" b="1" dirty="0">
                <a:solidFill>
                  <a:schemeClr val="bg2"/>
                </a:solidFill>
                <a:ea typeface="Calibri" panose="020F0502020204030204" pitchFamily="34" charset="0"/>
                <a:cs typeface="Calibri" panose="020F0502020204030204" pitchFamily="34" charset="0"/>
              </a:rPr>
              <a:t>]</a:t>
            </a:r>
            <a:endParaRPr lang="ro-RO" dirty="0">
              <a:solidFill>
                <a:schemeClr val="bg2"/>
              </a:solidFill>
            </a:endParaRPr>
          </a:p>
        </p:txBody>
      </p:sp>
    </p:spTree>
    <p:extLst>
      <p:ext uri="{BB962C8B-B14F-4D97-AF65-F5344CB8AC3E}">
        <p14:creationId xmlns:p14="http://schemas.microsoft.com/office/powerpoint/2010/main" val="182006206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7E99A-4AA7-AC2E-43B1-935838B6050A}"/>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57DD806F-7D95-A338-EE29-44D61E34AE98}"/>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C469FB32-CEE7-08A1-6C26-D40DE30A482E}"/>
              </a:ext>
            </a:extLst>
          </p:cNvPr>
          <p:cNvSpPr>
            <a:spLocks noGrp="1"/>
          </p:cNvSpPr>
          <p:nvPr>
            <p:ph type="sldNum" sz="quarter" idx="12"/>
          </p:nvPr>
        </p:nvSpPr>
        <p:spPr/>
        <p:txBody>
          <a:bodyPr rtlCol="0"/>
          <a:lstStyle/>
          <a:p>
            <a:pPr rtl="0"/>
            <a:fld id="{8D581BC7-E183-40DB-AC97-C19EA4EB8894}" type="slidenum">
              <a:rPr lang="ro-RO" smtClean="0"/>
              <a:pPr rtl="0"/>
              <a:t>12</a:t>
            </a:fld>
            <a:endParaRPr lang="ro-RO" dirty="0"/>
          </a:p>
        </p:txBody>
      </p:sp>
      <p:sp>
        <p:nvSpPr>
          <p:cNvPr id="3" name="Substituent subsol 6">
            <a:extLst>
              <a:ext uri="{FF2B5EF4-FFF2-40B4-BE49-F238E27FC236}">
                <a16:creationId xmlns:a16="http://schemas.microsoft.com/office/drawing/2014/main" id="{441885DE-FA3D-685C-9CDB-D27C03C3B781}"/>
              </a:ext>
            </a:extLst>
          </p:cNvPr>
          <p:cNvSpPr>
            <a:spLocks noGrp="1"/>
          </p:cNvSpPr>
          <p:nvPr>
            <p:ph type="ftr" sz="quarter" idx="11"/>
          </p:nvPr>
        </p:nvSpPr>
        <p:spPr>
          <a:xfrm>
            <a:off x="1169961" y="5878720"/>
            <a:ext cx="2049894" cy="297307"/>
          </a:xfrm>
        </p:spPr>
        <p:txBody>
          <a:bodyPr rtlCol="0"/>
          <a:lstStyle/>
          <a:p>
            <a:pPr rtl="0"/>
            <a:r>
              <a:rPr lang="ro-RO" dirty="0"/>
              <a:t>Carotarea diamantată</a:t>
            </a:r>
          </a:p>
        </p:txBody>
      </p:sp>
      <p:sp>
        <p:nvSpPr>
          <p:cNvPr id="4" name="CasetăText 3">
            <a:extLst>
              <a:ext uri="{FF2B5EF4-FFF2-40B4-BE49-F238E27FC236}">
                <a16:creationId xmlns:a16="http://schemas.microsoft.com/office/drawing/2014/main" id="{A6DA607E-5993-B6DA-27FA-382E353F93F0}"/>
              </a:ext>
            </a:extLst>
          </p:cNvPr>
          <p:cNvSpPr txBox="1"/>
          <p:nvPr/>
        </p:nvSpPr>
        <p:spPr>
          <a:xfrm>
            <a:off x="778640" y="417570"/>
            <a:ext cx="10575157" cy="1477328"/>
          </a:xfrm>
          <a:prstGeom prst="rect">
            <a:avLst/>
          </a:prstGeom>
          <a:noFill/>
        </p:spPr>
        <p:txBody>
          <a:bodyPr wrap="square">
            <a:spAutoFit/>
          </a:bodyPr>
          <a:lstStyle/>
          <a:p>
            <a:r>
              <a:rPr lang="ro-RO" b="1" dirty="0">
                <a:solidFill>
                  <a:schemeClr val="bg2"/>
                </a:solidFill>
              </a:rPr>
              <a:t>II. Carotarea diamantată</a:t>
            </a:r>
          </a:p>
          <a:p>
            <a:pPr algn="just"/>
            <a:r>
              <a:rPr lang="ro-RO" dirty="0"/>
              <a:t>Este o </a:t>
            </a:r>
            <a:r>
              <a:rPr lang="ro-RO" b="1" dirty="0"/>
              <a:t>tehnică avansată de găurire</a:t>
            </a:r>
            <a:r>
              <a:rPr lang="ro-RO" dirty="0"/>
              <a:t>, utilizată pentru a realiza </a:t>
            </a:r>
            <a:r>
              <a:rPr lang="ro-RO" b="1" u="sng" dirty="0">
                <a:solidFill>
                  <a:schemeClr val="tx2"/>
                </a:solidFill>
              </a:rPr>
              <a:t>perforații precise, netede și fără vibrații</a:t>
            </a:r>
            <a:r>
              <a:rPr lang="ro-RO" b="1" dirty="0">
                <a:solidFill>
                  <a:schemeClr val="tx2"/>
                </a:solidFill>
              </a:rPr>
              <a:t> în materiale dure precum betonul armat, zidăria sau piatra naturală</a:t>
            </a:r>
            <a:r>
              <a:rPr lang="ro-RO" dirty="0"/>
              <a:t>. Această metodă folosește burghie speciale, denumite </a:t>
            </a:r>
            <a:r>
              <a:rPr lang="ro-RO" b="1" dirty="0"/>
              <a:t>carote diamantate</a:t>
            </a:r>
            <a:r>
              <a:rPr lang="ro-RO" dirty="0"/>
              <a:t>, care au la marginea lor particule de diamant sintetic, ce le conferă o rezistență deosebită la uzură.</a:t>
            </a:r>
          </a:p>
        </p:txBody>
      </p:sp>
      <p:sp>
        <p:nvSpPr>
          <p:cNvPr id="7" name="CasetăText 6">
            <a:extLst>
              <a:ext uri="{FF2B5EF4-FFF2-40B4-BE49-F238E27FC236}">
                <a16:creationId xmlns:a16="http://schemas.microsoft.com/office/drawing/2014/main" id="{7119F87F-4689-BEFF-BB1E-5121523B63CC}"/>
              </a:ext>
            </a:extLst>
          </p:cNvPr>
          <p:cNvSpPr txBox="1"/>
          <p:nvPr/>
        </p:nvSpPr>
        <p:spPr>
          <a:xfrm>
            <a:off x="778640" y="1997839"/>
            <a:ext cx="10575157" cy="2862322"/>
          </a:xfrm>
          <a:prstGeom prst="rect">
            <a:avLst/>
          </a:prstGeom>
          <a:noFill/>
        </p:spPr>
        <p:txBody>
          <a:bodyPr wrap="square">
            <a:spAutoFit/>
          </a:bodyPr>
          <a:lstStyle/>
          <a:p>
            <a:r>
              <a:rPr lang="ro-RO" b="1" dirty="0">
                <a:solidFill>
                  <a:schemeClr val="bg2"/>
                </a:solidFill>
              </a:rPr>
              <a:t>Caracteristicile și funcționarea tehnologiei:</a:t>
            </a:r>
          </a:p>
          <a:p>
            <a:pPr>
              <a:buFont typeface="Arial" panose="020B0604020202020204" pitchFamily="34" charset="0"/>
              <a:buChar char="•"/>
            </a:pPr>
            <a:r>
              <a:rPr lang="ro-RO" b="1" dirty="0">
                <a:solidFill>
                  <a:schemeClr val="tx2"/>
                </a:solidFill>
              </a:rPr>
              <a:t>Instrument principal:</a:t>
            </a:r>
            <a:endParaRPr lang="ro-RO" dirty="0">
              <a:solidFill>
                <a:schemeClr val="tx2"/>
              </a:solidFill>
            </a:endParaRPr>
          </a:p>
          <a:p>
            <a:pPr marL="742950" lvl="1" indent="-285750">
              <a:buFont typeface="Arial" panose="020B0604020202020204" pitchFamily="34" charset="0"/>
              <a:buChar char="•"/>
            </a:pPr>
            <a:r>
              <a:rPr lang="ro-RO" dirty="0"/>
              <a:t>Echipament de carotare cu burghie cilindrice (carote diamantate).</a:t>
            </a:r>
          </a:p>
          <a:p>
            <a:pPr marL="742950" lvl="1" indent="-285750">
              <a:buFont typeface="Arial" panose="020B0604020202020204" pitchFamily="34" charset="0"/>
              <a:buChar char="•"/>
            </a:pPr>
            <a:r>
              <a:rPr lang="ro-RO" dirty="0"/>
              <a:t>Poate fi portabil sau montat pe stativ pentru perforații mai mari sau de adâncime.</a:t>
            </a:r>
          </a:p>
          <a:p>
            <a:pPr>
              <a:buFont typeface="Arial" panose="020B0604020202020204" pitchFamily="34" charset="0"/>
              <a:buChar char="•"/>
            </a:pPr>
            <a:r>
              <a:rPr lang="ro-RO" b="1" dirty="0">
                <a:solidFill>
                  <a:schemeClr val="tx2"/>
                </a:solidFill>
              </a:rPr>
              <a:t>Principiu de operare:</a:t>
            </a:r>
            <a:endParaRPr lang="ro-RO" dirty="0">
              <a:solidFill>
                <a:schemeClr val="tx2"/>
              </a:solidFill>
            </a:endParaRPr>
          </a:p>
          <a:p>
            <a:pPr marL="742950" lvl="1" indent="-285750">
              <a:buFont typeface="Arial" panose="020B0604020202020204" pitchFamily="34" charset="0"/>
              <a:buChar char="•"/>
            </a:pPr>
            <a:r>
              <a:rPr lang="ro-RO" dirty="0"/>
              <a:t>Carotele diamantate taie materialul cu ajutorul rotației rapide și al particulelor diamantate.</a:t>
            </a:r>
          </a:p>
          <a:p>
            <a:pPr marL="742950" lvl="1" indent="-285750">
              <a:buFont typeface="Arial" panose="020B0604020202020204" pitchFamily="34" charset="0"/>
              <a:buChar char="•"/>
            </a:pPr>
            <a:r>
              <a:rPr lang="ro-RO" dirty="0"/>
              <a:t>Poate fi realizată </a:t>
            </a:r>
            <a:r>
              <a:rPr lang="ro-RO" b="1" dirty="0"/>
              <a:t>găurirea uscată</a:t>
            </a:r>
            <a:r>
              <a:rPr lang="ro-RO" dirty="0"/>
              <a:t> sau </a:t>
            </a:r>
            <a:r>
              <a:rPr lang="ro-RO" b="1" dirty="0"/>
              <a:t>găurirea umedă</a:t>
            </a:r>
            <a:r>
              <a:rPr lang="ro-RO" dirty="0"/>
              <a:t> (cu răcire prin apă).</a:t>
            </a:r>
          </a:p>
          <a:p>
            <a:pPr>
              <a:buFont typeface="Arial" panose="020B0604020202020204" pitchFamily="34" charset="0"/>
              <a:buChar char="•"/>
            </a:pPr>
            <a:r>
              <a:rPr lang="ro-RO" b="1" dirty="0">
                <a:solidFill>
                  <a:schemeClr val="tx2"/>
                </a:solidFill>
              </a:rPr>
              <a:t>Dimensiuni ale găurilor:</a:t>
            </a:r>
            <a:endParaRPr lang="ro-RO" dirty="0">
              <a:solidFill>
                <a:schemeClr val="tx2"/>
              </a:solidFill>
            </a:endParaRPr>
          </a:p>
          <a:p>
            <a:pPr marL="742950" lvl="1" indent="-285750">
              <a:buFont typeface="Arial" panose="020B0604020202020204" pitchFamily="34" charset="0"/>
              <a:buChar char="•"/>
            </a:pPr>
            <a:r>
              <a:rPr lang="ro-RO" b="1" u="sng" dirty="0">
                <a:solidFill>
                  <a:schemeClr val="tx2"/>
                </a:solidFill>
              </a:rPr>
              <a:t>Găuri precise, cu diametre între 10 mm și peste 1 metru</a:t>
            </a:r>
            <a:r>
              <a:rPr lang="ro-RO" dirty="0"/>
              <a:t>, în funcție de dimensiunea burghiului.</a:t>
            </a:r>
          </a:p>
          <a:p>
            <a:pPr marL="742950" lvl="1" indent="-285750">
              <a:buFont typeface="Arial" panose="020B0604020202020204" pitchFamily="34" charset="0"/>
              <a:buChar char="•"/>
            </a:pPr>
            <a:r>
              <a:rPr lang="ro-RO" dirty="0"/>
              <a:t>Adâncimea poate varia de la câțiva centimetri la câțiva metri.</a:t>
            </a:r>
          </a:p>
        </p:txBody>
      </p:sp>
      <p:sp>
        <p:nvSpPr>
          <p:cNvPr id="17" name="CasetăText 16">
            <a:extLst>
              <a:ext uri="{FF2B5EF4-FFF2-40B4-BE49-F238E27FC236}">
                <a16:creationId xmlns:a16="http://schemas.microsoft.com/office/drawing/2014/main" id="{4BA246A6-3C36-A5F9-F1C7-CC5FB7296F4F}"/>
              </a:ext>
            </a:extLst>
          </p:cNvPr>
          <p:cNvSpPr txBox="1"/>
          <p:nvPr/>
        </p:nvSpPr>
        <p:spPr>
          <a:xfrm>
            <a:off x="778639" y="4899576"/>
            <a:ext cx="10575157" cy="923330"/>
          </a:xfrm>
          <a:prstGeom prst="rect">
            <a:avLst/>
          </a:prstGeom>
          <a:noFill/>
        </p:spPr>
        <p:txBody>
          <a:bodyPr wrap="square">
            <a:spAutoFit/>
          </a:bodyPr>
          <a:lstStyle/>
          <a:p>
            <a:r>
              <a:rPr lang="ro-RO" b="1" dirty="0">
                <a:solidFill>
                  <a:schemeClr val="bg2"/>
                </a:solidFill>
              </a:rPr>
              <a:t>Aplicații ale carotării diamantate:</a:t>
            </a:r>
          </a:p>
          <a:p>
            <a:pPr marL="742950" lvl="1" indent="-285750">
              <a:buFont typeface="Arial" panose="020B0604020202020204" pitchFamily="34" charset="0"/>
              <a:buChar char="•"/>
            </a:pPr>
            <a:r>
              <a:rPr lang="ro-RO" dirty="0"/>
              <a:t>Crearea găurilor pentru trecerea conductelor (apă, gaz, HVAC).</a:t>
            </a:r>
          </a:p>
          <a:p>
            <a:pPr marL="742950" lvl="1" indent="-285750">
              <a:buFont typeface="Arial" panose="020B0604020202020204" pitchFamily="34" charset="0"/>
              <a:buChar char="•"/>
            </a:pPr>
            <a:r>
              <a:rPr lang="ro-RO" dirty="0"/>
              <a:t>Realizarea găurilor pentru cabluri electrice.</a:t>
            </a:r>
          </a:p>
        </p:txBody>
      </p:sp>
    </p:spTree>
    <p:extLst>
      <p:ext uri="{BB962C8B-B14F-4D97-AF65-F5344CB8AC3E}">
        <p14:creationId xmlns:p14="http://schemas.microsoft.com/office/powerpoint/2010/main" val="2578786679"/>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BD600-0975-DCDF-88A7-FFAD429D694B}"/>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2CB2F2E7-3B9F-5161-8425-D50D76FA84D2}"/>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1CEC0447-468F-AFEB-A56B-3353C6B5DEFA}"/>
              </a:ext>
            </a:extLst>
          </p:cNvPr>
          <p:cNvSpPr>
            <a:spLocks noGrp="1"/>
          </p:cNvSpPr>
          <p:nvPr>
            <p:ph type="sldNum" sz="quarter" idx="12"/>
          </p:nvPr>
        </p:nvSpPr>
        <p:spPr/>
        <p:txBody>
          <a:bodyPr rtlCol="0"/>
          <a:lstStyle/>
          <a:p>
            <a:pPr rtl="0"/>
            <a:fld id="{8D581BC7-E183-40DB-AC97-C19EA4EB8894}" type="slidenum">
              <a:rPr lang="ro-RO" smtClean="0"/>
              <a:pPr rtl="0"/>
              <a:t>13</a:t>
            </a:fld>
            <a:endParaRPr lang="ro-RO" dirty="0"/>
          </a:p>
        </p:txBody>
      </p:sp>
      <p:sp>
        <p:nvSpPr>
          <p:cNvPr id="3" name="Substituent subsol 6">
            <a:extLst>
              <a:ext uri="{FF2B5EF4-FFF2-40B4-BE49-F238E27FC236}">
                <a16:creationId xmlns:a16="http://schemas.microsoft.com/office/drawing/2014/main" id="{48437CB7-BBAB-F955-E4AC-26D5AC63CAE7}"/>
              </a:ext>
            </a:extLst>
          </p:cNvPr>
          <p:cNvSpPr>
            <a:spLocks noGrp="1"/>
          </p:cNvSpPr>
          <p:nvPr>
            <p:ph type="ftr" sz="quarter" idx="11"/>
          </p:nvPr>
        </p:nvSpPr>
        <p:spPr>
          <a:xfrm>
            <a:off x="1169961" y="5878720"/>
            <a:ext cx="2049894" cy="297307"/>
          </a:xfrm>
        </p:spPr>
        <p:txBody>
          <a:bodyPr rtlCol="0"/>
          <a:lstStyle/>
          <a:p>
            <a:pPr rtl="0"/>
            <a:r>
              <a:rPr lang="ro-RO" dirty="0"/>
              <a:t>Carotarea diamantată</a:t>
            </a:r>
          </a:p>
        </p:txBody>
      </p:sp>
      <p:sp>
        <p:nvSpPr>
          <p:cNvPr id="5" name="CasetăText 4">
            <a:extLst>
              <a:ext uri="{FF2B5EF4-FFF2-40B4-BE49-F238E27FC236}">
                <a16:creationId xmlns:a16="http://schemas.microsoft.com/office/drawing/2014/main" id="{1C80C87C-88E5-63C3-53CD-FEF0ED76C0E5}"/>
              </a:ext>
            </a:extLst>
          </p:cNvPr>
          <p:cNvSpPr txBox="1"/>
          <p:nvPr/>
        </p:nvSpPr>
        <p:spPr>
          <a:xfrm>
            <a:off x="778643" y="444205"/>
            <a:ext cx="10575157" cy="2308324"/>
          </a:xfrm>
          <a:prstGeom prst="rect">
            <a:avLst/>
          </a:prstGeom>
          <a:noFill/>
        </p:spPr>
        <p:txBody>
          <a:bodyPr wrap="square">
            <a:spAutoFit/>
          </a:bodyPr>
          <a:lstStyle/>
          <a:p>
            <a:r>
              <a:rPr lang="ro-RO" b="1" dirty="0">
                <a:solidFill>
                  <a:schemeClr val="bg2"/>
                </a:solidFill>
              </a:rPr>
              <a:t>Tipuri de carotare diamantată:</a:t>
            </a:r>
          </a:p>
          <a:p>
            <a:pPr>
              <a:buFont typeface="+mj-lt"/>
              <a:buAutoNum type="arabicPeriod"/>
            </a:pPr>
            <a:r>
              <a:rPr lang="ro-RO" b="1" dirty="0">
                <a:solidFill>
                  <a:schemeClr val="tx2"/>
                </a:solidFill>
              </a:rPr>
              <a:t>Carotare umedă:</a:t>
            </a:r>
            <a:endParaRPr lang="ro-RO" dirty="0">
              <a:solidFill>
                <a:schemeClr val="tx2"/>
              </a:solidFill>
            </a:endParaRPr>
          </a:p>
          <a:p>
            <a:pPr marL="742950" lvl="1" indent="-285750">
              <a:buFont typeface="Arial" panose="020B0604020202020204" pitchFamily="34" charset="0"/>
              <a:buChar char="•"/>
            </a:pPr>
            <a:r>
              <a:rPr lang="ro-RO" dirty="0"/>
              <a:t>Folosește apă pentru a răci burghiul și a reduce praful.</a:t>
            </a:r>
          </a:p>
          <a:p>
            <a:pPr marL="742950" lvl="1" indent="-285750">
              <a:buFont typeface="Arial" panose="020B0604020202020204" pitchFamily="34" charset="0"/>
              <a:buChar char="•"/>
            </a:pPr>
            <a:r>
              <a:rPr lang="ro-RO" dirty="0"/>
              <a:t>Este preferată pentru beton, piatră naturală și alte materiale dure.</a:t>
            </a:r>
          </a:p>
          <a:p>
            <a:pPr marL="742950" lvl="1" indent="-285750">
              <a:buFont typeface="Arial" panose="020B0604020202020204" pitchFamily="34" charset="0"/>
              <a:buChar char="•"/>
            </a:pPr>
            <a:r>
              <a:rPr lang="ro-RO" dirty="0"/>
              <a:t>Avantaj: durabilitatea crescută a carotei și eficiența perforării.</a:t>
            </a:r>
          </a:p>
          <a:p>
            <a:pPr>
              <a:buFont typeface="+mj-lt"/>
              <a:buAutoNum type="arabicPeriod"/>
            </a:pPr>
            <a:r>
              <a:rPr lang="ro-RO" b="1" dirty="0">
                <a:solidFill>
                  <a:schemeClr val="tx2"/>
                </a:solidFill>
              </a:rPr>
              <a:t>Carotare uscată:</a:t>
            </a:r>
            <a:endParaRPr lang="ro-RO" dirty="0">
              <a:solidFill>
                <a:schemeClr val="tx2"/>
              </a:solidFill>
            </a:endParaRPr>
          </a:p>
          <a:p>
            <a:pPr marL="742950" lvl="1" indent="-285750">
              <a:buFont typeface="Arial" panose="020B0604020202020204" pitchFamily="34" charset="0"/>
              <a:buChar char="•"/>
            </a:pPr>
            <a:r>
              <a:rPr lang="ro-RO" dirty="0"/>
              <a:t>Nu necesită apă și este utilizată în special pentru zidărie, cărămidă sau beton nearmat.</a:t>
            </a:r>
          </a:p>
          <a:p>
            <a:pPr marL="742950" lvl="1" indent="-285750">
              <a:buFont typeface="Arial" panose="020B0604020202020204" pitchFamily="34" charset="0"/>
              <a:buChar char="•"/>
            </a:pPr>
            <a:r>
              <a:rPr lang="ro-RO" dirty="0"/>
              <a:t>Produce mai mult praf și poate necesita un aspirator industrial pentru curățenie.</a:t>
            </a:r>
          </a:p>
        </p:txBody>
      </p:sp>
      <p:sp>
        <p:nvSpPr>
          <p:cNvPr id="10" name="CasetăText 9">
            <a:extLst>
              <a:ext uri="{FF2B5EF4-FFF2-40B4-BE49-F238E27FC236}">
                <a16:creationId xmlns:a16="http://schemas.microsoft.com/office/drawing/2014/main" id="{893580F6-0ED8-1220-C70C-02D30E264935}"/>
              </a:ext>
            </a:extLst>
          </p:cNvPr>
          <p:cNvSpPr txBox="1"/>
          <p:nvPr/>
        </p:nvSpPr>
        <p:spPr>
          <a:xfrm>
            <a:off x="778643" y="2739399"/>
            <a:ext cx="10515600" cy="3139321"/>
          </a:xfrm>
          <a:prstGeom prst="rect">
            <a:avLst/>
          </a:prstGeom>
          <a:noFill/>
        </p:spPr>
        <p:txBody>
          <a:bodyPr wrap="square">
            <a:spAutoFit/>
          </a:bodyPr>
          <a:lstStyle/>
          <a:p>
            <a:r>
              <a:rPr lang="ro-RO" b="1" dirty="0">
                <a:solidFill>
                  <a:schemeClr val="bg2"/>
                </a:solidFill>
              </a:rPr>
              <a:t>Procedură generală de carotare diamantată:</a:t>
            </a:r>
          </a:p>
          <a:p>
            <a:pPr>
              <a:buFont typeface="+mj-lt"/>
              <a:buAutoNum type="arabicPeriod"/>
            </a:pPr>
            <a:r>
              <a:rPr lang="ro-RO" b="1" dirty="0">
                <a:solidFill>
                  <a:schemeClr val="tx2"/>
                </a:solidFill>
              </a:rPr>
              <a:t>Pregătirea:</a:t>
            </a:r>
            <a:endParaRPr lang="ro-RO" dirty="0">
              <a:solidFill>
                <a:schemeClr val="tx2"/>
              </a:solidFill>
            </a:endParaRPr>
          </a:p>
          <a:p>
            <a:pPr marL="800100" lvl="1" indent="-342900">
              <a:buFont typeface="+mj-lt"/>
              <a:buAutoNum type="alphaLcParenR"/>
            </a:pPr>
            <a:r>
              <a:rPr lang="ro-RO" dirty="0"/>
              <a:t>Marcarea locului unde trebuie realizată perforația.</a:t>
            </a:r>
          </a:p>
          <a:p>
            <a:pPr marL="800100" lvl="1" indent="-342900">
              <a:buFont typeface="+mj-lt"/>
              <a:buAutoNum type="alphaLcParenR"/>
            </a:pPr>
            <a:r>
              <a:rPr lang="ro-RO" dirty="0"/>
              <a:t>Alegerea burghiului potrivit în funcție de diametru și adâncime.</a:t>
            </a:r>
          </a:p>
          <a:p>
            <a:pPr marL="800100" lvl="1" indent="-342900">
              <a:buFont typeface="+mj-lt"/>
              <a:buAutoNum type="alphaLcParenR"/>
            </a:pPr>
            <a:r>
              <a:rPr lang="ro-RO" dirty="0"/>
              <a:t>Fixarea echipamentului (stativ sau suport magnetic).</a:t>
            </a:r>
          </a:p>
          <a:p>
            <a:pPr>
              <a:buFont typeface="+mj-lt"/>
              <a:buAutoNum type="arabicPeriod"/>
            </a:pPr>
            <a:r>
              <a:rPr lang="ro-RO" b="1" dirty="0">
                <a:solidFill>
                  <a:schemeClr val="tx2"/>
                </a:solidFill>
              </a:rPr>
              <a:t>Execuția perforației:</a:t>
            </a:r>
            <a:endParaRPr lang="ro-RO" dirty="0">
              <a:solidFill>
                <a:schemeClr val="tx2"/>
              </a:solidFill>
            </a:endParaRPr>
          </a:p>
          <a:p>
            <a:pPr marL="800100" lvl="1" indent="-342900">
              <a:buFont typeface="+mj-lt"/>
              <a:buAutoNum type="alphaLcParenR"/>
            </a:pPr>
            <a:r>
              <a:rPr lang="ro-RO" dirty="0"/>
              <a:t>Pornirea echipamentului și avansul treptat în material.</a:t>
            </a:r>
          </a:p>
          <a:p>
            <a:pPr marL="800100" lvl="1" indent="-342900">
              <a:buFont typeface="+mj-lt"/>
              <a:buAutoNum type="alphaLcParenR"/>
            </a:pPr>
            <a:r>
              <a:rPr lang="ro-RO" dirty="0"/>
              <a:t>Adăugarea apei (pentru metoda umedă) sau aspirarea prafului (pentru metoda uscată).</a:t>
            </a:r>
          </a:p>
          <a:p>
            <a:pPr>
              <a:buFont typeface="+mj-lt"/>
              <a:buAutoNum type="arabicPeriod"/>
            </a:pPr>
            <a:r>
              <a:rPr lang="ro-RO" b="1" dirty="0">
                <a:solidFill>
                  <a:schemeClr val="tx2"/>
                </a:solidFill>
              </a:rPr>
              <a:t>Finalizarea:</a:t>
            </a:r>
            <a:endParaRPr lang="ro-RO" dirty="0">
              <a:solidFill>
                <a:schemeClr val="tx2"/>
              </a:solidFill>
            </a:endParaRPr>
          </a:p>
          <a:p>
            <a:pPr marL="800100" lvl="1" indent="-342900">
              <a:buFont typeface="+mj-lt"/>
              <a:buAutoNum type="alphaLcParenR"/>
            </a:pPr>
            <a:r>
              <a:rPr lang="ro-RO" dirty="0"/>
              <a:t>Curățarea locului de muncă și îndepărtarea materialului perforat (carotă).</a:t>
            </a:r>
          </a:p>
          <a:p>
            <a:pPr marL="800100" lvl="1" indent="-342900">
              <a:buFont typeface="+mj-lt"/>
              <a:buAutoNum type="alphaLcParenR"/>
            </a:pPr>
            <a:r>
              <a:rPr lang="ro-RO" dirty="0"/>
              <a:t>Verificarea dimensiunii și preciziei găurii.</a:t>
            </a:r>
          </a:p>
        </p:txBody>
      </p:sp>
    </p:spTree>
    <p:extLst>
      <p:ext uri="{BB962C8B-B14F-4D97-AF65-F5344CB8AC3E}">
        <p14:creationId xmlns:p14="http://schemas.microsoft.com/office/powerpoint/2010/main" val="776373519"/>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C802D-2122-A541-472A-643DF64DB6ED}"/>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94AE4EBC-A86A-4B8C-3C66-C80177662487}"/>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641E6709-969D-2D50-E5CF-5DE9D7ABF6C3}"/>
              </a:ext>
            </a:extLst>
          </p:cNvPr>
          <p:cNvSpPr>
            <a:spLocks noGrp="1"/>
          </p:cNvSpPr>
          <p:nvPr>
            <p:ph type="sldNum" sz="quarter" idx="12"/>
          </p:nvPr>
        </p:nvSpPr>
        <p:spPr/>
        <p:txBody>
          <a:bodyPr rtlCol="0"/>
          <a:lstStyle/>
          <a:p>
            <a:pPr rtl="0"/>
            <a:fld id="{8D581BC7-E183-40DB-AC97-C19EA4EB8894}" type="slidenum">
              <a:rPr lang="ro-RO" smtClean="0"/>
              <a:pPr rtl="0"/>
              <a:t>14</a:t>
            </a:fld>
            <a:endParaRPr lang="ro-RO" dirty="0"/>
          </a:p>
        </p:txBody>
      </p:sp>
      <p:sp>
        <p:nvSpPr>
          <p:cNvPr id="3" name="Substituent subsol 6">
            <a:extLst>
              <a:ext uri="{FF2B5EF4-FFF2-40B4-BE49-F238E27FC236}">
                <a16:creationId xmlns:a16="http://schemas.microsoft.com/office/drawing/2014/main" id="{9F5FD5D1-3E90-D5DC-FFF5-5236089C4F6B}"/>
              </a:ext>
            </a:extLst>
          </p:cNvPr>
          <p:cNvSpPr>
            <a:spLocks noGrp="1"/>
          </p:cNvSpPr>
          <p:nvPr>
            <p:ph type="ftr" sz="quarter" idx="11"/>
          </p:nvPr>
        </p:nvSpPr>
        <p:spPr>
          <a:xfrm>
            <a:off x="1169961" y="5878720"/>
            <a:ext cx="2049894" cy="297307"/>
          </a:xfrm>
        </p:spPr>
        <p:txBody>
          <a:bodyPr rtlCol="0"/>
          <a:lstStyle/>
          <a:p>
            <a:pPr rtl="0"/>
            <a:r>
              <a:rPr lang="ro-RO" dirty="0"/>
              <a:t>Carotarea diamantată</a:t>
            </a:r>
          </a:p>
        </p:txBody>
      </p:sp>
      <p:pic>
        <p:nvPicPr>
          <p:cNvPr id="2" name="Media online 1" title="HOW TO use Hilti DD 120 diamond coring tool for wet drilling into concrete">
            <a:hlinkClick r:id="" action="ppaction://media"/>
            <a:extLst>
              <a:ext uri="{FF2B5EF4-FFF2-40B4-BE49-F238E27FC236}">
                <a16:creationId xmlns:a16="http://schemas.microsoft.com/office/drawing/2014/main" id="{BBCD7610-3A4A-AB0F-81D1-CEC8417B3248}"/>
              </a:ext>
            </a:extLst>
          </p:cNvPr>
          <p:cNvPicPr>
            <a:picLocks noRot="1" noChangeAspect="1"/>
          </p:cNvPicPr>
          <p:nvPr>
            <a:videoFile r:link="rId1"/>
          </p:nvPr>
        </p:nvPicPr>
        <p:blipFill>
          <a:blip r:embed="rId4"/>
          <a:stretch>
            <a:fillRect/>
          </a:stretch>
        </p:blipFill>
        <p:spPr>
          <a:xfrm>
            <a:off x="1214036" y="267049"/>
            <a:ext cx="9720000" cy="5487506"/>
          </a:xfrm>
          <a:prstGeom prst="rect">
            <a:avLst/>
          </a:prstGeom>
        </p:spPr>
      </p:pic>
      <p:sp>
        <p:nvSpPr>
          <p:cNvPr id="4" name="CasetăText 3">
            <a:extLst>
              <a:ext uri="{FF2B5EF4-FFF2-40B4-BE49-F238E27FC236}">
                <a16:creationId xmlns:a16="http://schemas.microsoft.com/office/drawing/2014/main" id="{58659FF3-FB09-AD73-7DB2-130C1A35C3A8}"/>
              </a:ext>
            </a:extLst>
          </p:cNvPr>
          <p:cNvSpPr txBox="1"/>
          <p:nvPr/>
        </p:nvSpPr>
        <p:spPr>
          <a:xfrm>
            <a:off x="2810741" y="5806695"/>
            <a:ext cx="6570518" cy="646331"/>
          </a:xfrm>
          <a:prstGeom prst="rect">
            <a:avLst/>
          </a:prstGeom>
          <a:noFill/>
        </p:spPr>
        <p:txBody>
          <a:bodyPr wrap="square">
            <a:spAutoFit/>
          </a:bodyPr>
          <a:lstStyle/>
          <a:p>
            <a:pPr algn="ctr"/>
            <a:r>
              <a:rPr lang="ro-RO" b="1" dirty="0">
                <a:solidFill>
                  <a:schemeClr val="bg2"/>
                </a:solidFill>
                <a:ea typeface="Calibri" panose="020F0502020204030204" pitchFamily="34" charset="0"/>
                <a:cs typeface="Calibri" panose="020F0502020204030204" pitchFamily="34" charset="0"/>
              </a:rPr>
              <a:t>Video 4  </a:t>
            </a:r>
            <a:r>
              <a:rPr lang="ro-RO" b="1" dirty="0">
                <a:solidFill>
                  <a:schemeClr val="bg2"/>
                </a:solidFill>
              </a:rPr>
              <a:t>Operațiunea de carotare în plan orizontal </a:t>
            </a:r>
            <a:r>
              <a:rPr lang="ro-RO" b="1" dirty="0">
                <a:solidFill>
                  <a:schemeClr val="bg2"/>
                </a:solidFill>
                <a:ea typeface="Calibri" panose="020F0502020204030204" pitchFamily="34" charset="0"/>
                <a:cs typeface="Calibri" panose="020F0502020204030204" pitchFamily="34" charset="0"/>
              </a:rPr>
              <a:t>[</a:t>
            </a:r>
            <a:r>
              <a:rPr lang="ro-RO" b="1" dirty="0">
                <a:solidFill>
                  <a:schemeClr val="bg2"/>
                </a:solidFill>
                <a:ea typeface="Calibri" panose="020F0502020204030204" pitchFamily="34" charset="0"/>
                <a:cs typeface="Calibri" panose="020F0502020204030204" pitchFamily="34" charset="0"/>
                <a:hlinkClick r:id="rId5"/>
              </a:rPr>
              <a:t>www.youtube.com</a:t>
            </a:r>
            <a:r>
              <a:rPr lang="en-US" b="1" dirty="0">
                <a:solidFill>
                  <a:schemeClr val="bg2"/>
                </a:solidFill>
                <a:ea typeface="Calibri" panose="020F0502020204030204" pitchFamily="34" charset="0"/>
                <a:cs typeface="Calibri" panose="020F0502020204030204" pitchFamily="34" charset="0"/>
              </a:rPr>
              <a:t>]</a:t>
            </a:r>
            <a:endParaRPr lang="ro-RO" dirty="0">
              <a:solidFill>
                <a:schemeClr val="bg2"/>
              </a:solidFill>
            </a:endParaRPr>
          </a:p>
        </p:txBody>
      </p:sp>
    </p:spTree>
    <p:extLst>
      <p:ext uri="{BB962C8B-B14F-4D97-AF65-F5344CB8AC3E}">
        <p14:creationId xmlns:p14="http://schemas.microsoft.com/office/powerpoint/2010/main" val="373922799"/>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C802D-2122-A541-472A-643DF64DB6ED}"/>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94AE4EBC-A86A-4B8C-3C66-C80177662487}"/>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641E6709-969D-2D50-E5CF-5DE9D7ABF6C3}"/>
              </a:ext>
            </a:extLst>
          </p:cNvPr>
          <p:cNvSpPr>
            <a:spLocks noGrp="1"/>
          </p:cNvSpPr>
          <p:nvPr>
            <p:ph type="sldNum" sz="quarter" idx="12"/>
          </p:nvPr>
        </p:nvSpPr>
        <p:spPr/>
        <p:txBody>
          <a:bodyPr rtlCol="0"/>
          <a:lstStyle/>
          <a:p>
            <a:pPr rtl="0"/>
            <a:fld id="{8D581BC7-E183-40DB-AC97-C19EA4EB8894}" type="slidenum">
              <a:rPr lang="ro-RO" smtClean="0"/>
              <a:pPr rtl="0"/>
              <a:t>15</a:t>
            </a:fld>
            <a:endParaRPr lang="ro-RO" dirty="0"/>
          </a:p>
        </p:txBody>
      </p:sp>
      <p:sp>
        <p:nvSpPr>
          <p:cNvPr id="3" name="Substituent subsol 6">
            <a:extLst>
              <a:ext uri="{FF2B5EF4-FFF2-40B4-BE49-F238E27FC236}">
                <a16:creationId xmlns:a16="http://schemas.microsoft.com/office/drawing/2014/main" id="{9F5FD5D1-3E90-D5DC-FFF5-5236089C4F6B}"/>
              </a:ext>
            </a:extLst>
          </p:cNvPr>
          <p:cNvSpPr>
            <a:spLocks noGrp="1"/>
          </p:cNvSpPr>
          <p:nvPr>
            <p:ph type="ftr" sz="quarter" idx="11"/>
          </p:nvPr>
        </p:nvSpPr>
        <p:spPr>
          <a:xfrm>
            <a:off x="1169961" y="5878720"/>
            <a:ext cx="2049894" cy="297307"/>
          </a:xfrm>
        </p:spPr>
        <p:txBody>
          <a:bodyPr rtlCol="0"/>
          <a:lstStyle/>
          <a:p>
            <a:pPr rtl="0"/>
            <a:r>
              <a:rPr lang="ro-RO" dirty="0"/>
              <a:t>Carotarea diamantată</a:t>
            </a:r>
          </a:p>
        </p:txBody>
      </p:sp>
      <p:sp>
        <p:nvSpPr>
          <p:cNvPr id="4" name="CasetăText 3">
            <a:extLst>
              <a:ext uri="{FF2B5EF4-FFF2-40B4-BE49-F238E27FC236}">
                <a16:creationId xmlns:a16="http://schemas.microsoft.com/office/drawing/2014/main" id="{58659FF3-FB09-AD73-7DB2-130C1A35C3A8}"/>
              </a:ext>
            </a:extLst>
          </p:cNvPr>
          <p:cNvSpPr txBox="1"/>
          <p:nvPr/>
        </p:nvSpPr>
        <p:spPr>
          <a:xfrm>
            <a:off x="2810741" y="5806695"/>
            <a:ext cx="6570518" cy="646331"/>
          </a:xfrm>
          <a:prstGeom prst="rect">
            <a:avLst/>
          </a:prstGeom>
          <a:noFill/>
        </p:spPr>
        <p:txBody>
          <a:bodyPr wrap="square">
            <a:spAutoFit/>
          </a:bodyPr>
          <a:lstStyle/>
          <a:p>
            <a:pPr algn="ctr"/>
            <a:r>
              <a:rPr lang="ro-RO" b="1" dirty="0">
                <a:solidFill>
                  <a:schemeClr val="bg2"/>
                </a:solidFill>
                <a:ea typeface="Calibri" panose="020F0502020204030204" pitchFamily="34" charset="0"/>
                <a:cs typeface="Calibri" panose="020F0502020204030204" pitchFamily="34" charset="0"/>
              </a:rPr>
              <a:t>Video 5  </a:t>
            </a:r>
            <a:r>
              <a:rPr lang="ro-RO" b="1" dirty="0">
                <a:solidFill>
                  <a:schemeClr val="bg2"/>
                </a:solidFill>
              </a:rPr>
              <a:t>Operațiunea de carotare în plan vertical </a:t>
            </a:r>
            <a:r>
              <a:rPr lang="ro-RO" b="1" dirty="0">
                <a:solidFill>
                  <a:schemeClr val="bg2"/>
                </a:solidFill>
                <a:ea typeface="Calibri" panose="020F0502020204030204" pitchFamily="34" charset="0"/>
                <a:cs typeface="Calibri" panose="020F0502020204030204" pitchFamily="34" charset="0"/>
              </a:rPr>
              <a:t>[</a:t>
            </a:r>
            <a:r>
              <a:rPr lang="ro-RO" b="1" dirty="0">
                <a:solidFill>
                  <a:schemeClr val="bg2"/>
                </a:solidFill>
                <a:ea typeface="Calibri" panose="020F0502020204030204" pitchFamily="34" charset="0"/>
                <a:cs typeface="Calibri" panose="020F0502020204030204" pitchFamily="34" charset="0"/>
                <a:hlinkClick r:id="rId4"/>
              </a:rPr>
              <a:t>www.youtube.com</a:t>
            </a:r>
            <a:r>
              <a:rPr lang="en-US" b="1" dirty="0">
                <a:solidFill>
                  <a:schemeClr val="bg2"/>
                </a:solidFill>
                <a:ea typeface="Calibri" panose="020F0502020204030204" pitchFamily="34" charset="0"/>
                <a:cs typeface="Calibri" panose="020F0502020204030204" pitchFamily="34" charset="0"/>
              </a:rPr>
              <a:t>]</a:t>
            </a:r>
            <a:endParaRPr lang="ro-RO" dirty="0">
              <a:solidFill>
                <a:schemeClr val="bg2"/>
              </a:solidFill>
            </a:endParaRPr>
          </a:p>
        </p:txBody>
      </p:sp>
      <p:pic>
        <p:nvPicPr>
          <p:cNvPr id="5" name="Media online 4" title="Carotarea diamantata, pas cu pas. Diamond core drilling. Constanta &amp; Navodari">
            <a:hlinkClick r:id="" action="ppaction://media"/>
            <a:extLst>
              <a:ext uri="{FF2B5EF4-FFF2-40B4-BE49-F238E27FC236}">
                <a16:creationId xmlns:a16="http://schemas.microsoft.com/office/drawing/2014/main" id="{7B80EF35-1081-761D-B7A6-040CF86A854D}"/>
              </a:ext>
            </a:extLst>
          </p:cNvPr>
          <p:cNvPicPr>
            <a:picLocks noRot="1" noChangeAspect="1"/>
          </p:cNvPicPr>
          <p:nvPr>
            <a:videoFile r:link="rId1"/>
          </p:nvPr>
        </p:nvPicPr>
        <p:blipFill>
          <a:blip r:embed="rId5"/>
          <a:stretch>
            <a:fillRect/>
          </a:stretch>
        </p:blipFill>
        <p:spPr>
          <a:xfrm>
            <a:off x="1236000" y="283175"/>
            <a:ext cx="9720000" cy="5487507"/>
          </a:xfrm>
          <a:prstGeom prst="rect">
            <a:avLst/>
          </a:prstGeom>
        </p:spPr>
      </p:pic>
    </p:spTree>
    <p:extLst>
      <p:ext uri="{BB962C8B-B14F-4D97-AF65-F5344CB8AC3E}">
        <p14:creationId xmlns:p14="http://schemas.microsoft.com/office/powerpoint/2010/main" val="835710725"/>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E80B0-6786-D045-886B-4BECADE82A79}"/>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F846F341-202B-CA65-9153-52EB7508923B}"/>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24954E8F-EB43-F958-E109-677201DDB706}"/>
              </a:ext>
            </a:extLst>
          </p:cNvPr>
          <p:cNvSpPr>
            <a:spLocks noGrp="1"/>
          </p:cNvSpPr>
          <p:nvPr>
            <p:ph type="sldNum" sz="quarter" idx="12"/>
          </p:nvPr>
        </p:nvSpPr>
        <p:spPr/>
        <p:txBody>
          <a:bodyPr rtlCol="0"/>
          <a:lstStyle/>
          <a:p>
            <a:pPr rtl="0"/>
            <a:fld id="{8D581BC7-E183-40DB-AC97-C19EA4EB8894}" type="slidenum">
              <a:rPr lang="ro-RO" smtClean="0"/>
              <a:pPr rtl="0"/>
              <a:t>16</a:t>
            </a:fld>
            <a:endParaRPr lang="ro-RO" dirty="0"/>
          </a:p>
        </p:txBody>
      </p:sp>
      <p:sp>
        <p:nvSpPr>
          <p:cNvPr id="3" name="Substituent subsol 6">
            <a:extLst>
              <a:ext uri="{FF2B5EF4-FFF2-40B4-BE49-F238E27FC236}">
                <a16:creationId xmlns:a16="http://schemas.microsoft.com/office/drawing/2014/main" id="{D8BDA063-0D90-3004-D0A8-6001D2F7A5D5}"/>
              </a:ext>
            </a:extLst>
          </p:cNvPr>
          <p:cNvSpPr>
            <a:spLocks noGrp="1"/>
          </p:cNvSpPr>
          <p:nvPr>
            <p:ph type="ftr" sz="quarter" idx="11"/>
          </p:nvPr>
        </p:nvSpPr>
        <p:spPr>
          <a:xfrm>
            <a:off x="1169961" y="5878720"/>
            <a:ext cx="2049894" cy="297307"/>
          </a:xfrm>
        </p:spPr>
        <p:txBody>
          <a:bodyPr rtlCol="0"/>
          <a:lstStyle/>
          <a:p>
            <a:pPr rtl="0"/>
            <a:r>
              <a:rPr lang="ro-RO" dirty="0"/>
              <a:t>Carotarea diamantată</a:t>
            </a:r>
          </a:p>
        </p:txBody>
      </p:sp>
      <p:sp>
        <p:nvSpPr>
          <p:cNvPr id="4" name="CasetăText 3">
            <a:extLst>
              <a:ext uri="{FF2B5EF4-FFF2-40B4-BE49-F238E27FC236}">
                <a16:creationId xmlns:a16="http://schemas.microsoft.com/office/drawing/2014/main" id="{E01C3170-6C41-5876-A655-23F50E8A50F8}"/>
              </a:ext>
            </a:extLst>
          </p:cNvPr>
          <p:cNvSpPr txBox="1"/>
          <p:nvPr/>
        </p:nvSpPr>
        <p:spPr>
          <a:xfrm>
            <a:off x="838200" y="281548"/>
            <a:ext cx="10575157" cy="3693319"/>
          </a:xfrm>
          <a:prstGeom prst="rect">
            <a:avLst/>
          </a:prstGeom>
          <a:noFill/>
        </p:spPr>
        <p:txBody>
          <a:bodyPr wrap="square">
            <a:spAutoFit/>
          </a:bodyPr>
          <a:lstStyle/>
          <a:p>
            <a:r>
              <a:rPr lang="ro-RO" b="1" dirty="0">
                <a:solidFill>
                  <a:schemeClr val="bg2"/>
                </a:solidFill>
              </a:rPr>
              <a:t>Avantajele carotării diamantate:</a:t>
            </a:r>
          </a:p>
          <a:p>
            <a:pPr>
              <a:buFont typeface="+mj-lt"/>
              <a:buAutoNum type="arabicPeriod"/>
            </a:pPr>
            <a:r>
              <a:rPr lang="ro-RO" b="1" dirty="0">
                <a:solidFill>
                  <a:schemeClr val="tx2"/>
                </a:solidFill>
              </a:rPr>
              <a:t>Precizie ridicată</a:t>
            </a:r>
            <a:endParaRPr lang="ro-RO" dirty="0">
              <a:solidFill>
                <a:schemeClr val="tx2"/>
              </a:solidFill>
            </a:endParaRPr>
          </a:p>
          <a:p>
            <a:pPr marL="742950" lvl="1" indent="-285750">
              <a:buFont typeface="Arial" panose="020B0604020202020204" pitchFamily="34" charset="0"/>
              <a:buChar char="•"/>
            </a:pPr>
            <a:r>
              <a:rPr lang="ro-RO" dirty="0"/>
              <a:t>Produce găuri perfect circulare, fără margini ciobite sau deteriorări structurale.</a:t>
            </a:r>
          </a:p>
          <a:p>
            <a:pPr>
              <a:buFont typeface="+mj-lt"/>
              <a:buAutoNum type="arabicPeriod"/>
            </a:pPr>
            <a:r>
              <a:rPr lang="ro-RO" b="1" dirty="0">
                <a:solidFill>
                  <a:schemeClr val="tx2"/>
                </a:solidFill>
              </a:rPr>
              <a:t>Fără vibrații</a:t>
            </a:r>
            <a:endParaRPr lang="ro-RO" dirty="0">
              <a:solidFill>
                <a:schemeClr val="tx2"/>
              </a:solidFill>
            </a:endParaRPr>
          </a:p>
          <a:p>
            <a:pPr marL="742950" lvl="1" indent="-285750">
              <a:buFont typeface="Arial" panose="020B0604020202020204" pitchFamily="34" charset="0"/>
              <a:buChar char="•"/>
            </a:pPr>
            <a:r>
              <a:rPr lang="ro-RO" dirty="0"/>
              <a:t>Reduce riscul de fisurare sau de afectare a structurii din jur.</a:t>
            </a:r>
          </a:p>
          <a:p>
            <a:pPr>
              <a:buFont typeface="+mj-lt"/>
              <a:buAutoNum type="arabicPeriod"/>
            </a:pPr>
            <a:r>
              <a:rPr lang="ro-RO" b="1" dirty="0">
                <a:solidFill>
                  <a:schemeClr val="tx2"/>
                </a:solidFill>
              </a:rPr>
              <a:t>Flexibilitate</a:t>
            </a:r>
            <a:endParaRPr lang="ro-RO" dirty="0">
              <a:solidFill>
                <a:schemeClr val="tx2"/>
              </a:solidFill>
            </a:endParaRPr>
          </a:p>
          <a:p>
            <a:pPr marL="742950" lvl="1" indent="-285750">
              <a:buFont typeface="Arial" panose="020B0604020202020204" pitchFamily="34" charset="0"/>
              <a:buChar char="•"/>
            </a:pPr>
            <a:r>
              <a:rPr lang="ro-RO" dirty="0"/>
              <a:t>Poate fi utilizată la orice unghi (orizontal, vertical sau înclinat).</a:t>
            </a:r>
          </a:p>
          <a:p>
            <a:pPr>
              <a:buFont typeface="+mj-lt"/>
              <a:buAutoNum type="arabicPeriod"/>
            </a:pPr>
            <a:r>
              <a:rPr lang="ro-RO" b="1" dirty="0">
                <a:solidFill>
                  <a:schemeClr val="tx2"/>
                </a:solidFill>
              </a:rPr>
              <a:t>Durabilitate</a:t>
            </a:r>
            <a:endParaRPr lang="ro-RO" dirty="0">
              <a:solidFill>
                <a:schemeClr val="tx2"/>
              </a:solidFill>
            </a:endParaRPr>
          </a:p>
          <a:p>
            <a:pPr marL="742950" lvl="1" indent="-285750">
              <a:buFont typeface="Arial" panose="020B0604020202020204" pitchFamily="34" charset="0"/>
              <a:buChar char="•"/>
            </a:pPr>
            <a:r>
              <a:rPr lang="ro-RO" dirty="0"/>
              <a:t>Burghiele diamantate au o durată de viață mare datorită particulelor diamantate.</a:t>
            </a:r>
          </a:p>
          <a:p>
            <a:pPr>
              <a:buFont typeface="+mj-lt"/>
              <a:buAutoNum type="arabicPeriod"/>
            </a:pPr>
            <a:r>
              <a:rPr lang="ro-RO" b="1" dirty="0">
                <a:solidFill>
                  <a:schemeClr val="tx2"/>
                </a:solidFill>
              </a:rPr>
              <a:t>Viteză</a:t>
            </a:r>
            <a:endParaRPr lang="ro-RO" dirty="0">
              <a:solidFill>
                <a:schemeClr val="tx2"/>
              </a:solidFill>
            </a:endParaRPr>
          </a:p>
          <a:p>
            <a:pPr marL="742950" lvl="1" indent="-285750">
              <a:buFont typeface="Arial" panose="020B0604020202020204" pitchFamily="34" charset="0"/>
              <a:buChar char="•"/>
            </a:pPr>
            <a:r>
              <a:rPr lang="ro-RO" dirty="0"/>
              <a:t>Permite realizarea rapidă a perforațiilor, chiar și în materiale foarte dure.</a:t>
            </a:r>
          </a:p>
          <a:p>
            <a:pPr>
              <a:buFont typeface="+mj-lt"/>
              <a:buAutoNum type="arabicPeriod"/>
            </a:pPr>
            <a:r>
              <a:rPr lang="ro-RO" b="1" dirty="0">
                <a:solidFill>
                  <a:schemeClr val="tx2"/>
                </a:solidFill>
              </a:rPr>
              <a:t>Curățenie</a:t>
            </a:r>
            <a:endParaRPr lang="ro-RO" dirty="0">
              <a:solidFill>
                <a:schemeClr val="tx2"/>
              </a:solidFill>
            </a:endParaRPr>
          </a:p>
          <a:p>
            <a:pPr marL="742950" lvl="1" indent="-285750">
              <a:buFont typeface="Arial" panose="020B0604020202020204" pitchFamily="34" charset="0"/>
              <a:buChar char="•"/>
            </a:pPr>
            <a:r>
              <a:rPr lang="ro-RO" dirty="0"/>
              <a:t>Metoda umedă reduce semnificativ cantitatea de praf generată.</a:t>
            </a:r>
          </a:p>
        </p:txBody>
      </p:sp>
      <p:sp>
        <p:nvSpPr>
          <p:cNvPr id="23" name="CasetăText 22">
            <a:extLst>
              <a:ext uri="{FF2B5EF4-FFF2-40B4-BE49-F238E27FC236}">
                <a16:creationId xmlns:a16="http://schemas.microsoft.com/office/drawing/2014/main" id="{F7B3ECDA-AA23-1228-374D-7C29CBB8B0F5}"/>
              </a:ext>
            </a:extLst>
          </p:cNvPr>
          <p:cNvSpPr txBox="1"/>
          <p:nvPr/>
        </p:nvSpPr>
        <p:spPr>
          <a:xfrm>
            <a:off x="838200" y="3936070"/>
            <a:ext cx="10515600" cy="2031325"/>
          </a:xfrm>
          <a:prstGeom prst="rect">
            <a:avLst/>
          </a:prstGeom>
          <a:noFill/>
        </p:spPr>
        <p:txBody>
          <a:bodyPr wrap="square">
            <a:spAutoFit/>
          </a:bodyPr>
          <a:lstStyle/>
          <a:p>
            <a:r>
              <a:rPr lang="ro-RO" b="1" dirty="0">
                <a:solidFill>
                  <a:schemeClr val="bg2"/>
                </a:solidFill>
              </a:rPr>
              <a:t>Limitările carotării diamantate:</a:t>
            </a:r>
          </a:p>
          <a:p>
            <a:pPr>
              <a:buFont typeface="Arial" panose="020B0604020202020204" pitchFamily="34" charset="0"/>
              <a:buChar char="•"/>
            </a:pPr>
            <a:r>
              <a:rPr lang="ro-RO" b="1" dirty="0"/>
              <a:t>Costuri ridicate:</a:t>
            </a:r>
            <a:endParaRPr lang="ro-RO" dirty="0"/>
          </a:p>
          <a:p>
            <a:pPr marL="742950" lvl="1" indent="-285750">
              <a:buFont typeface="Arial" panose="020B0604020202020204" pitchFamily="34" charset="0"/>
              <a:buChar char="•"/>
            </a:pPr>
            <a:r>
              <a:rPr lang="ro-RO" dirty="0"/>
              <a:t>Echipamentele și burghiele diamantate pot fi scumpe.</a:t>
            </a:r>
          </a:p>
          <a:p>
            <a:pPr>
              <a:buFont typeface="Arial" panose="020B0604020202020204" pitchFamily="34" charset="0"/>
              <a:buChar char="•"/>
            </a:pPr>
            <a:r>
              <a:rPr lang="ro-RO" b="1" dirty="0"/>
              <a:t>Utilizare specializată:</a:t>
            </a:r>
            <a:endParaRPr lang="ro-RO" dirty="0"/>
          </a:p>
          <a:p>
            <a:pPr marL="742950" lvl="1" indent="-285750">
              <a:buFont typeface="Arial" panose="020B0604020202020204" pitchFamily="34" charset="0"/>
              <a:buChar char="•"/>
            </a:pPr>
            <a:r>
              <a:rPr lang="ro-RO" dirty="0"/>
              <a:t>Necesită operatori instruiți pentru manevrarea echipamentelor mari.</a:t>
            </a:r>
          </a:p>
          <a:p>
            <a:pPr>
              <a:buFont typeface="Arial" panose="020B0604020202020204" pitchFamily="34" charset="0"/>
              <a:buChar char="•"/>
            </a:pPr>
            <a:r>
              <a:rPr lang="ro-RO" b="1" dirty="0"/>
              <a:t>Necesitatea unei surse de apă:</a:t>
            </a:r>
            <a:endParaRPr lang="ro-RO" dirty="0"/>
          </a:p>
          <a:p>
            <a:pPr marL="742950" lvl="1" indent="-285750">
              <a:buFont typeface="Arial" panose="020B0604020202020204" pitchFamily="34" charset="0"/>
              <a:buChar char="•"/>
            </a:pPr>
            <a:r>
              <a:rPr lang="ro-RO" dirty="0"/>
              <a:t>Metoda umedă necesită acces la apă și un sistem de colectare.</a:t>
            </a:r>
          </a:p>
        </p:txBody>
      </p:sp>
    </p:spTree>
    <p:extLst>
      <p:ext uri="{BB962C8B-B14F-4D97-AF65-F5344CB8AC3E}">
        <p14:creationId xmlns:p14="http://schemas.microsoft.com/office/powerpoint/2010/main" val="1582776933"/>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CB86C-C6ED-B438-A912-269333C6FCCD}"/>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8CEC5BB2-C8AD-3861-CFF2-A648A885B527}"/>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3789CC49-B2F4-9902-27EF-2D4956AE169D}"/>
              </a:ext>
            </a:extLst>
          </p:cNvPr>
          <p:cNvSpPr>
            <a:spLocks noGrp="1"/>
          </p:cNvSpPr>
          <p:nvPr>
            <p:ph type="sldNum" sz="quarter" idx="12"/>
          </p:nvPr>
        </p:nvSpPr>
        <p:spPr/>
        <p:txBody>
          <a:bodyPr rtlCol="0"/>
          <a:lstStyle/>
          <a:p>
            <a:pPr rtl="0"/>
            <a:fld id="{8D581BC7-E183-40DB-AC97-C19EA4EB8894}" type="slidenum">
              <a:rPr lang="ro-RO" smtClean="0"/>
              <a:pPr rtl="0"/>
              <a:t>17</a:t>
            </a:fld>
            <a:endParaRPr lang="ro-RO" dirty="0"/>
          </a:p>
        </p:txBody>
      </p:sp>
      <p:sp>
        <p:nvSpPr>
          <p:cNvPr id="3" name="Substituent subsol 6">
            <a:extLst>
              <a:ext uri="{FF2B5EF4-FFF2-40B4-BE49-F238E27FC236}">
                <a16:creationId xmlns:a16="http://schemas.microsoft.com/office/drawing/2014/main" id="{DFFFFD58-1C1E-6DCF-8C54-0339EFB02180}"/>
              </a:ext>
            </a:extLst>
          </p:cNvPr>
          <p:cNvSpPr>
            <a:spLocks noGrp="1"/>
          </p:cNvSpPr>
          <p:nvPr>
            <p:ph type="ftr" sz="quarter" idx="11"/>
          </p:nvPr>
        </p:nvSpPr>
        <p:spPr>
          <a:xfrm>
            <a:off x="1169961" y="5878720"/>
            <a:ext cx="2049894" cy="297307"/>
          </a:xfrm>
        </p:spPr>
        <p:txBody>
          <a:bodyPr rtlCol="0"/>
          <a:lstStyle/>
          <a:p>
            <a:pPr rtl="0"/>
            <a:r>
              <a:rPr lang="ro-RO" dirty="0"/>
              <a:t>Sisteme de fixare și ancorare</a:t>
            </a:r>
          </a:p>
        </p:txBody>
      </p:sp>
      <p:sp>
        <p:nvSpPr>
          <p:cNvPr id="5" name="CasetăText 4">
            <a:extLst>
              <a:ext uri="{FF2B5EF4-FFF2-40B4-BE49-F238E27FC236}">
                <a16:creationId xmlns:a16="http://schemas.microsoft.com/office/drawing/2014/main" id="{2C491DDE-F57E-E6DB-DCEE-E85E356212D5}"/>
              </a:ext>
            </a:extLst>
          </p:cNvPr>
          <p:cNvSpPr txBox="1"/>
          <p:nvPr/>
        </p:nvSpPr>
        <p:spPr>
          <a:xfrm>
            <a:off x="778642" y="379778"/>
            <a:ext cx="10575157" cy="923330"/>
          </a:xfrm>
          <a:prstGeom prst="rect">
            <a:avLst/>
          </a:prstGeom>
          <a:noFill/>
        </p:spPr>
        <p:txBody>
          <a:bodyPr wrap="square">
            <a:spAutoFit/>
          </a:bodyPr>
          <a:lstStyle/>
          <a:p>
            <a:pPr algn="just"/>
            <a:r>
              <a:rPr lang="en-US" b="1" dirty="0">
                <a:solidFill>
                  <a:schemeClr val="bg2"/>
                </a:solidFill>
              </a:rPr>
              <a:t>III. </a:t>
            </a:r>
            <a:r>
              <a:rPr lang="ro-RO" b="1" dirty="0">
                <a:solidFill>
                  <a:schemeClr val="bg2"/>
                </a:solidFill>
              </a:rPr>
              <a:t>Sisteme de fixare și ancorare</a:t>
            </a:r>
            <a:endParaRPr lang="en-US" b="1" dirty="0">
              <a:solidFill>
                <a:schemeClr val="bg2"/>
              </a:solidFill>
            </a:endParaRPr>
          </a:p>
          <a:p>
            <a:pPr algn="just"/>
            <a:r>
              <a:rPr lang="ro-RO" dirty="0"/>
              <a:t>Aceste tehnologii sunt esențiale pentru lucrările din construcții și pentru realizarea instalațiilor într-un mod sigur, rapid și durabil.</a:t>
            </a:r>
          </a:p>
        </p:txBody>
      </p:sp>
      <p:sp>
        <p:nvSpPr>
          <p:cNvPr id="9" name="CasetăText 8">
            <a:extLst>
              <a:ext uri="{FF2B5EF4-FFF2-40B4-BE49-F238E27FC236}">
                <a16:creationId xmlns:a16="http://schemas.microsoft.com/office/drawing/2014/main" id="{F01975F6-DA86-5DDF-DC13-17DEB07D7042}"/>
              </a:ext>
            </a:extLst>
          </p:cNvPr>
          <p:cNvSpPr txBox="1"/>
          <p:nvPr/>
        </p:nvSpPr>
        <p:spPr>
          <a:xfrm>
            <a:off x="778641" y="1466788"/>
            <a:ext cx="10575157" cy="4201150"/>
          </a:xfrm>
          <a:prstGeom prst="rect">
            <a:avLst/>
          </a:prstGeom>
          <a:noFill/>
        </p:spPr>
        <p:txBody>
          <a:bodyPr wrap="square">
            <a:spAutoFit/>
          </a:bodyPr>
          <a:lstStyle/>
          <a:p>
            <a:pPr algn="just"/>
            <a:r>
              <a:rPr lang="ro-RO" b="1" dirty="0">
                <a:solidFill>
                  <a:schemeClr val="bg2"/>
                </a:solidFill>
              </a:rPr>
              <a:t>1. Ancore chimice</a:t>
            </a:r>
          </a:p>
          <a:p>
            <a:pPr algn="just">
              <a:spcBef>
                <a:spcPts val="600"/>
              </a:spcBef>
            </a:pPr>
            <a:r>
              <a:rPr lang="ro-RO" b="1" dirty="0">
                <a:solidFill>
                  <a:schemeClr val="tx2"/>
                </a:solidFill>
              </a:rPr>
              <a:t>Descriere</a:t>
            </a:r>
          </a:p>
          <a:p>
            <a:pPr algn="just">
              <a:buFont typeface="Arial" panose="020B0604020202020204" pitchFamily="34" charset="0"/>
              <a:buChar char="•"/>
            </a:pPr>
            <a:r>
              <a:rPr lang="ro-RO" b="1" dirty="0"/>
              <a:t>Ancorele chimice</a:t>
            </a:r>
            <a:r>
              <a:rPr lang="ro-RO" dirty="0"/>
              <a:t> sunt sisteme moderne de fixare, care utilizează o </a:t>
            </a:r>
            <a:r>
              <a:rPr lang="ro-RO" b="1" dirty="0"/>
              <a:t>rășină chimică</a:t>
            </a:r>
            <a:r>
              <a:rPr lang="ro-RO" dirty="0"/>
              <a:t> injectată într-o gaură forată, în care este introdus ulterior un element de fixare (de exemplu, o tijă filetată).</a:t>
            </a:r>
          </a:p>
          <a:p>
            <a:pPr algn="just">
              <a:buFont typeface="Arial" panose="020B0604020202020204" pitchFamily="34" charset="0"/>
              <a:buChar char="•"/>
            </a:pPr>
            <a:r>
              <a:rPr lang="ro-RO" dirty="0"/>
              <a:t>Fixarea se bazează pe aderența rășinii la pereții găurii și la tija introdusă, ceea ce oferă o rezistență extrem de mare.</a:t>
            </a:r>
          </a:p>
          <a:p>
            <a:pPr algn="just">
              <a:spcBef>
                <a:spcPts val="600"/>
              </a:spcBef>
            </a:pPr>
            <a:r>
              <a:rPr lang="ro-RO" b="1" dirty="0">
                <a:solidFill>
                  <a:schemeClr val="tx2"/>
                </a:solidFill>
              </a:rPr>
              <a:t>Avantaje</a:t>
            </a:r>
          </a:p>
          <a:p>
            <a:pPr algn="just">
              <a:buFont typeface="Arial" panose="020B0604020202020204" pitchFamily="34" charset="0"/>
              <a:buChar char="•"/>
            </a:pPr>
            <a:r>
              <a:rPr lang="ro-RO" b="1" dirty="0"/>
              <a:t>Fixare fără expansiune:</a:t>
            </a:r>
            <a:r>
              <a:rPr lang="ro-RO" dirty="0"/>
              <a:t> Nu exercită forțe de dilatare asupra betonului, evitând fisurarea.</a:t>
            </a:r>
          </a:p>
          <a:p>
            <a:pPr algn="just">
              <a:buFont typeface="Arial" panose="020B0604020202020204" pitchFamily="34" charset="0"/>
              <a:buChar char="•"/>
            </a:pPr>
            <a:r>
              <a:rPr lang="ro-RO" b="1" dirty="0"/>
              <a:t>Rezistență mare:</a:t>
            </a:r>
            <a:r>
              <a:rPr lang="ro-RO" dirty="0"/>
              <a:t> Ideal pentru fixarea sarcinilor grele în beton armat, cărămidă și piatră naturală.</a:t>
            </a:r>
          </a:p>
          <a:p>
            <a:pPr algn="just">
              <a:buFont typeface="Arial" panose="020B0604020202020204" pitchFamily="34" charset="0"/>
              <a:buChar char="•"/>
            </a:pPr>
            <a:r>
              <a:rPr lang="ro-RO" b="1" dirty="0"/>
              <a:t>Flexibilitate:</a:t>
            </a:r>
            <a:r>
              <a:rPr lang="ro-RO" dirty="0"/>
              <a:t> Pot fi utilizate în găuri umede sau uscate și sunt eficiente în condiții dificile</a:t>
            </a:r>
            <a:r>
              <a:rPr lang="en-US" dirty="0"/>
              <a:t>.</a:t>
            </a:r>
            <a:endParaRPr lang="ro-RO" dirty="0"/>
          </a:p>
          <a:p>
            <a:pPr algn="just">
              <a:spcBef>
                <a:spcPts val="600"/>
              </a:spcBef>
            </a:pPr>
            <a:r>
              <a:rPr lang="ro-RO" b="1" dirty="0">
                <a:solidFill>
                  <a:schemeClr val="tx2"/>
                </a:solidFill>
              </a:rPr>
              <a:t>Aplicații</a:t>
            </a:r>
          </a:p>
          <a:p>
            <a:pPr algn="just">
              <a:buFont typeface="Arial" panose="020B0604020202020204" pitchFamily="34" charset="0"/>
              <a:buChar char="•"/>
            </a:pPr>
            <a:r>
              <a:rPr lang="ro-RO" dirty="0"/>
              <a:t>Fixarea consolelor</a:t>
            </a:r>
            <a:endParaRPr lang="en-US" dirty="0"/>
          </a:p>
          <a:p>
            <a:pPr algn="just">
              <a:buFont typeface="Arial" panose="020B0604020202020204" pitchFamily="34" charset="0"/>
              <a:buChar char="•"/>
            </a:pPr>
            <a:r>
              <a:rPr lang="ro-RO" dirty="0"/>
              <a:t>Montarea </a:t>
            </a:r>
            <a:r>
              <a:rPr lang="en-US" dirty="0" err="1"/>
              <a:t>echipamentelor</a:t>
            </a:r>
            <a:r>
              <a:rPr lang="en-US" dirty="0"/>
              <a:t> </a:t>
            </a:r>
            <a:r>
              <a:rPr lang="ro-RO" dirty="0"/>
              <a:t>pe fundații de beton.</a:t>
            </a:r>
          </a:p>
          <a:p>
            <a:pPr algn="just">
              <a:buFont typeface="Arial" panose="020B0604020202020204" pitchFamily="34" charset="0"/>
              <a:buChar char="•"/>
            </a:pPr>
            <a:r>
              <a:rPr lang="ro-RO" dirty="0"/>
              <a:t>Instalarea sistemelor de conducte sau cabluri.</a:t>
            </a:r>
          </a:p>
        </p:txBody>
      </p:sp>
    </p:spTree>
    <p:extLst>
      <p:ext uri="{BB962C8B-B14F-4D97-AF65-F5344CB8AC3E}">
        <p14:creationId xmlns:p14="http://schemas.microsoft.com/office/powerpoint/2010/main" val="2266802119"/>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D2BA2-CF02-2894-FB1E-30CE86E03FB5}"/>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B60E5DC6-210E-1E52-E98B-164E31089162}"/>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2D4DA27A-B274-CD25-DB7E-F41CA73C7343}"/>
              </a:ext>
            </a:extLst>
          </p:cNvPr>
          <p:cNvSpPr>
            <a:spLocks noGrp="1"/>
          </p:cNvSpPr>
          <p:nvPr>
            <p:ph type="sldNum" sz="quarter" idx="12"/>
          </p:nvPr>
        </p:nvSpPr>
        <p:spPr/>
        <p:txBody>
          <a:bodyPr rtlCol="0"/>
          <a:lstStyle/>
          <a:p>
            <a:pPr rtl="0"/>
            <a:fld id="{8D581BC7-E183-40DB-AC97-C19EA4EB8894}" type="slidenum">
              <a:rPr lang="ro-RO" smtClean="0"/>
              <a:pPr rtl="0"/>
              <a:t>18</a:t>
            </a:fld>
            <a:endParaRPr lang="ro-RO" dirty="0"/>
          </a:p>
        </p:txBody>
      </p:sp>
      <p:sp>
        <p:nvSpPr>
          <p:cNvPr id="3" name="Substituent subsol 6">
            <a:extLst>
              <a:ext uri="{FF2B5EF4-FFF2-40B4-BE49-F238E27FC236}">
                <a16:creationId xmlns:a16="http://schemas.microsoft.com/office/drawing/2014/main" id="{77D818C3-E97E-E75A-4027-C54E532EC7F5}"/>
              </a:ext>
            </a:extLst>
          </p:cNvPr>
          <p:cNvSpPr>
            <a:spLocks noGrp="1"/>
          </p:cNvSpPr>
          <p:nvPr>
            <p:ph type="ftr" sz="quarter" idx="11"/>
          </p:nvPr>
        </p:nvSpPr>
        <p:spPr>
          <a:xfrm>
            <a:off x="1169961" y="5878720"/>
            <a:ext cx="2049894" cy="297307"/>
          </a:xfrm>
        </p:spPr>
        <p:txBody>
          <a:bodyPr rtlCol="0"/>
          <a:lstStyle/>
          <a:p>
            <a:pPr rtl="0"/>
            <a:r>
              <a:rPr lang="ro-RO" dirty="0"/>
              <a:t>Sisteme de fixare și ancorare</a:t>
            </a:r>
          </a:p>
        </p:txBody>
      </p:sp>
      <p:pic>
        <p:nvPicPr>
          <p:cNvPr id="2" name="Media online 1" title="Ancore chimice pentru beton Sika AnchorFix®">
            <a:hlinkClick r:id="" action="ppaction://media"/>
            <a:extLst>
              <a:ext uri="{FF2B5EF4-FFF2-40B4-BE49-F238E27FC236}">
                <a16:creationId xmlns:a16="http://schemas.microsoft.com/office/drawing/2014/main" id="{EBBA0C72-686D-0ADF-C814-16B321EC3337}"/>
              </a:ext>
            </a:extLst>
          </p:cNvPr>
          <p:cNvPicPr>
            <a:picLocks noRot="1" noChangeAspect="1"/>
          </p:cNvPicPr>
          <p:nvPr>
            <a:videoFile r:link="rId1"/>
          </p:nvPr>
        </p:nvPicPr>
        <p:blipFill>
          <a:blip r:embed="rId4"/>
          <a:stretch>
            <a:fillRect/>
          </a:stretch>
        </p:blipFill>
        <p:spPr>
          <a:xfrm>
            <a:off x="1236000" y="252920"/>
            <a:ext cx="9720000" cy="5487507"/>
          </a:xfrm>
          <a:prstGeom prst="rect">
            <a:avLst/>
          </a:prstGeom>
        </p:spPr>
      </p:pic>
      <p:sp>
        <p:nvSpPr>
          <p:cNvPr id="4" name="CasetăText 3">
            <a:extLst>
              <a:ext uri="{FF2B5EF4-FFF2-40B4-BE49-F238E27FC236}">
                <a16:creationId xmlns:a16="http://schemas.microsoft.com/office/drawing/2014/main" id="{446C1FB0-27AA-24CE-6EA9-D3F17CBD1630}"/>
              </a:ext>
            </a:extLst>
          </p:cNvPr>
          <p:cNvSpPr txBox="1"/>
          <p:nvPr/>
        </p:nvSpPr>
        <p:spPr>
          <a:xfrm>
            <a:off x="2810741" y="5806695"/>
            <a:ext cx="6570518" cy="369332"/>
          </a:xfrm>
          <a:prstGeom prst="rect">
            <a:avLst/>
          </a:prstGeom>
          <a:noFill/>
        </p:spPr>
        <p:txBody>
          <a:bodyPr wrap="square">
            <a:spAutoFit/>
          </a:bodyPr>
          <a:lstStyle/>
          <a:p>
            <a:pPr algn="ctr"/>
            <a:r>
              <a:rPr lang="ro-RO" b="1" dirty="0">
                <a:solidFill>
                  <a:schemeClr val="bg2"/>
                </a:solidFill>
                <a:ea typeface="Calibri" panose="020F0502020204030204" pitchFamily="34" charset="0"/>
                <a:cs typeface="Calibri" panose="020F0502020204030204" pitchFamily="34" charset="0"/>
              </a:rPr>
              <a:t>Video </a:t>
            </a:r>
            <a:r>
              <a:rPr lang="en-US" b="1" dirty="0">
                <a:solidFill>
                  <a:schemeClr val="bg2"/>
                </a:solidFill>
                <a:ea typeface="Calibri" panose="020F0502020204030204" pitchFamily="34" charset="0"/>
                <a:cs typeface="Calibri" panose="020F0502020204030204" pitchFamily="34" charset="0"/>
              </a:rPr>
              <a:t>6</a:t>
            </a:r>
            <a:r>
              <a:rPr lang="ro-RO" b="1" dirty="0">
                <a:solidFill>
                  <a:schemeClr val="bg2"/>
                </a:solidFill>
                <a:ea typeface="Calibri" panose="020F0502020204030204" pitchFamily="34" charset="0"/>
                <a:cs typeface="Calibri" panose="020F0502020204030204" pitchFamily="34" charset="0"/>
              </a:rPr>
              <a:t>  </a:t>
            </a:r>
            <a:r>
              <a:rPr lang="ro-RO" b="1" dirty="0">
                <a:solidFill>
                  <a:schemeClr val="bg2"/>
                </a:solidFill>
              </a:rPr>
              <a:t>Ancoră chimică pentru beton </a:t>
            </a:r>
            <a:r>
              <a:rPr lang="ro-RO" b="1" dirty="0">
                <a:solidFill>
                  <a:schemeClr val="bg2"/>
                </a:solidFill>
                <a:ea typeface="Calibri" panose="020F0502020204030204" pitchFamily="34" charset="0"/>
                <a:cs typeface="Calibri" panose="020F0502020204030204" pitchFamily="34" charset="0"/>
              </a:rPr>
              <a:t>[</a:t>
            </a:r>
            <a:r>
              <a:rPr lang="ro-RO" b="1" dirty="0">
                <a:solidFill>
                  <a:schemeClr val="bg2"/>
                </a:solidFill>
                <a:ea typeface="Calibri" panose="020F0502020204030204" pitchFamily="34" charset="0"/>
                <a:cs typeface="Calibri" panose="020F0502020204030204" pitchFamily="34" charset="0"/>
                <a:hlinkClick r:id="rId5"/>
              </a:rPr>
              <a:t>www.youtube.com</a:t>
            </a:r>
            <a:r>
              <a:rPr lang="en-US" b="1" dirty="0">
                <a:solidFill>
                  <a:schemeClr val="bg2"/>
                </a:solidFill>
                <a:ea typeface="Calibri" panose="020F0502020204030204" pitchFamily="34" charset="0"/>
                <a:cs typeface="Calibri" panose="020F0502020204030204" pitchFamily="34" charset="0"/>
              </a:rPr>
              <a:t>]</a:t>
            </a:r>
            <a:endParaRPr lang="ro-RO" dirty="0">
              <a:solidFill>
                <a:schemeClr val="bg2"/>
              </a:solidFill>
            </a:endParaRPr>
          </a:p>
        </p:txBody>
      </p:sp>
    </p:spTree>
    <p:extLst>
      <p:ext uri="{BB962C8B-B14F-4D97-AF65-F5344CB8AC3E}">
        <p14:creationId xmlns:p14="http://schemas.microsoft.com/office/powerpoint/2010/main" val="245321933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D9329-8D6B-F7D6-89D6-98F22E7EC86D}"/>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957EE589-EE1F-9D4E-A1C4-D246BA872FC7}"/>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BA6B91A9-C8B8-5B31-292E-EB1470D8FF5F}"/>
              </a:ext>
            </a:extLst>
          </p:cNvPr>
          <p:cNvSpPr>
            <a:spLocks noGrp="1"/>
          </p:cNvSpPr>
          <p:nvPr>
            <p:ph type="sldNum" sz="quarter" idx="12"/>
          </p:nvPr>
        </p:nvSpPr>
        <p:spPr/>
        <p:txBody>
          <a:bodyPr rtlCol="0"/>
          <a:lstStyle/>
          <a:p>
            <a:pPr rtl="0"/>
            <a:fld id="{8D581BC7-E183-40DB-AC97-C19EA4EB8894}" type="slidenum">
              <a:rPr lang="ro-RO" smtClean="0"/>
              <a:pPr rtl="0"/>
              <a:t>19</a:t>
            </a:fld>
            <a:endParaRPr lang="ro-RO" dirty="0"/>
          </a:p>
        </p:txBody>
      </p:sp>
      <p:sp>
        <p:nvSpPr>
          <p:cNvPr id="3" name="Substituent subsol 6">
            <a:extLst>
              <a:ext uri="{FF2B5EF4-FFF2-40B4-BE49-F238E27FC236}">
                <a16:creationId xmlns:a16="http://schemas.microsoft.com/office/drawing/2014/main" id="{FFAA5273-2208-D78B-E19C-1F5030BEB5A6}"/>
              </a:ext>
            </a:extLst>
          </p:cNvPr>
          <p:cNvSpPr>
            <a:spLocks noGrp="1"/>
          </p:cNvSpPr>
          <p:nvPr>
            <p:ph type="ftr" sz="quarter" idx="11"/>
          </p:nvPr>
        </p:nvSpPr>
        <p:spPr>
          <a:xfrm>
            <a:off x="1169961" y="5878720"/>
            <a:ext cx="2049894" cy="297307"/>
          </a:xfrm>
        </p:spPr>
        <p:txBody>
          <a:bodyPr rtlCol="0"/>
          <a:lstStyle/>
          <a:p>
            <a:pPr rtl="0"/>
            <a:r>
              <a:rPr lang="ro-RO" dirty="0"/>
              <a:t>Sisteme de fixare și ancorare</a:t>
            </a:r>
          </a:p>
        </p:txBody>
      </p:sp>
      <p:sp>
        <p:nvSpPr>
          <p:cNvPr id="4" name="CasetăText 3">
            <a:extLst>
              <a:ext uri="{FF2B5EF4-FFF2-40B4-BE49-F238E27FC236}">
                <a16:creationId xmlns:a16="http://schemas.microsoft.com/office/drawing/2014/main" id="{E793A0E4-B72E-1DDB-60E0-D9292AA4C7E9}"/>
              </a:ext>
            </a:extLst>
          </p:cNvPr>
          <p:cNvSpPr txBox="1"/>
          <p:nvPr/>
        </p:nvSpPr>
        <p:spPr>
          <a:xfrm>
            <a:off x="838200" y="335846"/>
            <a:ext cx="10515600" cy="5432256"/>
          </a:xfrm>
          <a:prstGeom prst="rect">
            <a:avLst/>
          </a:prstGeom>
          <a:noFill/>
        </p:spPr>
        <p:txBody>
          <a:bodyPr wrap="square">
            <a:spAutoFit/>
          </a:bodyPr>
          <a:lstStyle/>
          <a:p>
            <a:r>
              <a:rPr lang="ro-RO" b="1" dirty="0">
                <a:solidFill>
                  <a:schemeClr val="bg2"/>
                </a:solidFill>
              </a:rPr>
              <a:t>2. </a:t>
            </a:r>
            <a:r>
              <a:rPr lang="ro-RO" b="1" u="sng" dirty="0">
                <a:solidFill>
                  <a:schemeClr val="bg2"/>
                </a:solidFill>
              </a:rPr>
              <a:t>Fixări mecanice</a:t>
            </a:r>
            <a:r>
              <a:rPr lang="ro-RO" b="1" dirty="0">
                <a:solidFill>
                  <a:schemeClr val="bg2"/>
                </a:solidFill>
              </a:rPr>
              <a:t> cu ancore și dibluri</a:t>
            </a:r>
          </a:p>
          <a:p>
            <a:pPr>
              <a:spcBef>
                <a:spcPts val="600"/>
              </a:spcBef>
            </a:pPr>
            <a:r>
              <a:rPr lang="ro-RO" b="1" dirty="0">
                <a:solidFill>
                  <a:schemeClr val="tx2"/>
                </a:solidFill>
              </a:rPr>
              <a:t>Tipuri de ancore mecanice:</a:t>
            </a:r>
          </a:p>
          <a:p>
            <a:pPr>
              <a:buFont typeface="+mj-lt"/>
              <a:buAutoNum type="arabicPeriod"/>
            </a:pPr>
            <a:r>
              <a:rPr lang="ro-RO" b="1" dirty="0"/>
              <a:t> Ancore cu expandare:</a:t>
            </a:r>
            <a:endParaRPr lang="ro-RO" dirty="0"/>
          </a:p>
          <a:p>
            <a:pPr marL="742950" lvl="1" indent="-285750">
              <a:buFont typeface="Arial" panose="020B0604020202020204" pitchFamily="34" charset="0"/>
              <a:buChar char="•"/>
            </a:pPr>
            <a:r>
              <a:rPr lang="ro-RO" dirty="0"/>
              <a:t>Ancorele se fixează prin expandare în interiorul găurii forate, pe măsură ce un con este tras în partea inferioară a ancorei.</a:t>
            </a:r>
          </a:p>
          <a:p>
            <a:pPr marL="742950" lvl="1" indent="-285750">
              <a:buFont typeface="Arial" panose="020B0604020202020204" pitchFamily="34" charset="0"/>
              <a:buChar char="•"/>
            </a:pPr>
            <a:r>
              <a:rPr lang="ro-RO" b="1" dirty="0"/>
              <a:t>Aplicații:</a:t>
            </a:r>
            <a:r>
              <a:rPr lang="ro-RO" dirty="0"/>
              <a:t> Montaj rapid pentru structuri ușoare sau medii în beton.</a:t>
            </a:r>
          </a:p>
          <a:p>
            <a:pPr marL="742950" lvl="1" indent="-285750">
              <a:buFont typeface="Arial" panose="020B0604020202020204" pitchFamily="34" charset="0"/>
              <a:buChar char="•"/>
            </a:pPr>
            <a:endParaRPr lang="ro-RO" dirty="0"/>
          </a:p>
          <a:p>
            <a:pPr>
              <a:buFont typeface="+mj-lt"/>
              <a:buAutoNum type="arabicPeriod"/>
            </a:pPr>
            <a:r>
              <a:rPr lang="ro-RO" b="1" dirty="0"/>
              <a:t> Dibluri metalice și din plastic:</a:t>
            </a:r>
            <a:endParaRPr lang="ro-RO" dirty="0"/>
          </a:p>
          <a:p>
            <a:pPr marL="742950" lvl="1" indent="-285750">
              <a:buFont typeface="Arial" panose="020B0604020202020204" pitchFamily="34" charset="0"/>
              <a:buChar char="•"/>
            </a:pPr>
            <a:r>
              <a:rPr lang="ro-RO" dirty="0"/>
              <a:t>Folosite pentru fixarea elementelor pe pereți din beton, zidărie sau </a:t>
            </a:r>
            <a:r>
              <a:rPr lang="ro-RO" dirty="0" err="1"/>
              <a:t>gips</a:t>
            </a:r>
            <a:r>
              <a:rPr lang="ro-RO" dirty="0"/>
              <a:t>-carton.</a:t>
            </a:r>
          </a:p>
          <a:p>
            <a:pPr marL="742950" lvl="1" indent="-285750">
              <a:buFont typeface="Arial" panose="020B0604020202020204" pitchFamily="34" charset="0"/>
              <a:buChar char="•"/>
            </a:pPr>
            <a:r>
              <a:rPr lang="ro-RO" dirty="0"/>
              <a:t>Ex.: Dibluri Fischer, ancore metalice pentru </a:t>
            </a:r>
            <a:r>
              <a:rPr lang="ro-RO" dirty="0" err="1"/>
              <a:t>gips</a:t>
            </a:r>
            <a:r>
              <a:rPr lang="ro-RO" dirty="0"/>
              <a:t>-carton.</a:t>
            </a:r>
          </a:p>
          <a:p>
            <a:pPr marL="742950" lvl="1" indent="-285750">
              <a:buFont typeface="Arial" panose="020B0604020202020204" pitchFamily="34" charset="0"/>
              <a:buChar char="•"/>
            </a:pPr>
            <a:endParaRPr lang="ro-RO" dirty="0"/>
          </a:p>
          <a:p>
            <a:pPr>
              <a:buFont typeface="+mj-lt"/>
              <a:buAutoNum type="arabicPeriod"/>
            </a:pPr>
            <a:r>
              <a:rPr lang="ro-RO" b="1" dirty="0"/>
              <a:t> Ancore cu </a:t>
            </a:r>
            <a:r>
              <a:rPr lang="ro-RO" b="1" dirty="0" err="1"/>
              <a:t>autoforare</a:t>
            </a:r>
            <a:r>
              <a:rPr lang="ro-RO" b="1" dirty="0"/>
              <a:t>:</a:t>
            </a:r>
            <a:endParaRPr lang="ro-RO" dirty="0"/>
          </a:p>
          <a:p>
            <a:pPr marL="742950" lvl="1" indent="-285750">
              <a:buFont typeface="Arial" panose="020B0604020202020204" pitchFamily="34" charset="0"/>
              <a:buChar char="•"/>
            </a:pPr>
            <a:r>
              <a:rPr lang="ro-RO" dirty="0"/>
              <a:t>Ancore care se fixează prin forare directă în material, eliminând etapa pregătirii găurii.</a:t>
            </a:r>
          </a:p>
          <a:p>
            <a:pPr marL="742950" lvl="1" indent="-285750">
              <a:buFont typeface="Arial" panose="020B0604020202020204" pitchFamily="34" charset="0"/>
              <a:buChar char="•"/>
            </a:pPr>
            <a:r>
              <a:rPr lang="ro-RO" b="1" dirty="0"/>
              <a:t>Avantaj:</a:t>
            </a:r>
            <a:r>
              <a:rPr lang="ro-RO" dirty="0"/>
              <a:t> Instalare rapidă în beton și zidărie.</a:t>
            </a:r>
          </a:p>
          <a:p>
            <a:pPr marL="742950" lvl="1" indent="-285750">
              <a:buFont typeface="Arial" panose="020B0604020202020204" pitchFamily="34" charset="0"/>
              <a:buChar char="•"/>
            </a:pPr>
            <a:endParaRPr lang="ro-RO" dirty="0"/>
          </a:p>
          <a:p>
            <a:r>
              <a:rPr lang="ro-RO" b="1" dirty="0">
                <a:solidFill>
                  <a:schemeClr val="tx2"/>
                </a:solidFill>
              </a:rPr>
              <a:t>Avantaje ale fixărilor mecanice:</a:t>
            </a:r>
          </a:p>
          <a:p>
            <a:pPr>
              <a:buFont typeface="Arial" panose="020B0604020202020204" pitchFamily="34" charset="0"/>
              <a:buChar char="•"/>
            </a:pPr>
            <a:r>
              <a:rPr lang="ro-RO" b="1" dirty="0"/>
              <a:t>Rapiditate:</a:t>
            </a:r>
            <a:r>
              <a:rPr lang="ro-RO" dirty="0"/>
              <a:t> Fixare imediată fără timpi de întărire.</a:t>
            </a:r>
          </a:p>
          <a:p>
            <a:pPr>
              <a:buFont typeface="Arial" panose="020B0604020202020204" pitchFamily="34" charset="0"/>
              <a:buChar char="•"/>
            </a:pPr>
            <a:r>
              <a:rPr lang="ro-RO" b="1" dirty="0"/>
              <a:t>Economie:</a:t>
            </a:r>
            <a:r>
              <a:rPr lang="ro-RO" dirty="0"/>
              <a:t> Costuri reduse comparativ cu ancorele chimice.</a:t>
            </a:r>
          </a:p>
          <a:p>
            <a:pPr>
              <a:buFont typeface="Arial" panose="020B0604020202020204" pitchFamily="34" charset="0"/>
              <a:buChar char="•"/>
            </a:pPr>
            <a:r>
              <a:rPr lang="ro-RO" b="1" dirty="0"/>
              <a:t>Versatilitate:</a:t>
            </a:r>
            <a:r>
              <a:rPr lang="ro-RO" dirty="0"/>
              <a:t> Pot fi utilizate pentru diverse materiale de construcție.</a:t>
            </a:r>
          </a:p>
        </p:txBody>
      </p:sp>
    </p:spTree>
    <p:extLst>
      <p:ext uri="{BB962C8B-B14F-4D97-AF65-F5344CB8AC3E}">
        <p14:creationId xmlns:p14="http://schemas.microsoft.com/office/powerpoint/2010/main" val="3676001816"/>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FBE14-BD69-AE78-E953-635CDBB73AA4}"/>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C67F60B3-F2F0-64D0-0C13-46303A027ED3}"/>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D85924E1-8C42-278E-C541-3989C12116DE}"/>
              </a:ext>
            </a:extLst>
          </p:cNvPr>
          <p:cNvSpPr>
            <a:spLocks noGrp="1"/>
          </p:cNvSpPr>
          <p:nvPr>
            <p:ph type="sldNum" sz="quarter" idx="12"/>
          </p:nvPr>
        </p:nvSpPr>
        <p:spPr/>
        <p:txBody>
          <a:bodyPr rtlCol="0"/>
          <a:lstStyle/>
          <a:p>
            <a:pPr rtl="0"/>
            <a:fld id="{8D581BC7-E183-40DB-AC97-C19EA4EB8894}" type="slidenum">
              <a:rPr lang="ro-RO" smtClean="0"/>
              <a:pPr rtl="0"/>
              <a:t>20</a:t>
            </a:fld>
            <a:endParaRPr lang="ro-RO" dirty="0"/>
          </a:p>
        </p:txBody>
      </p:sp>
      <p:sp>
        <p:nvSpPr>
          <p:cNvPr id="3" name="Substituent subsol 6">
            <a:extLst>
              <a:ext uri="{FF2B5EF4-FFF2-40B4-BE49-F238E27FC236}">
                <a16:creationId xmlns:a16="http://schemas.microsoft.com/office/drawing/2014/main" id="{F98B7558-55C0-0580-43CF-F2722A3B01CA}"/>
              </a:ext>
            </a:extLst>
          </p:cNvPr>
          <p:cNvSpPr>
            <a:spLocks noGrp="1"/>
          </p:cNvSpPr>
          <p:nvPr>
            <p:ph type="ftr" sz="quarter" idx="11"/>
          </p:nvPr>
        </p:nvSpPr>
        <p:spPr>
          <a:xfrm>
            <a:off x="1169961" y="5878720"/>
            <a:ext cx="2049894" cy="297307"/>
          </a:xfrm>
        </p:spPr>
        <p:txBody>
          <a:bodyPr rtlCol="0"/>
          <a:lstStyle/>
          <a:p>
            <a:pPr rtl="0"/>
            <a:r>
              <a:rPr lang="ro-RO" dirty="0"/>
              <a:t>Sisteme de fixare și ancorare</a:t>
            </a:r>
          </a:p>
        </p:txBody>
      </p:sp>
      <p:sp>
        <p:nvSpPr>
          <p:cNvPr id="2" name="CasetăText 1">
            <a:extLst>
              <a:ext uri="{FF2B5EF4-FFF2-40B4-BE49-F238E27FC236}">
                <a16:creationId xmlns:a16="http://schemas.microsoft.com/office/drawing/2014/main" id="{B629FC39-FA3B-48CC-0F28-A5C2D590B48F}"/>
              </a:ext>
            </a:extLst>
          </p:cNvPr>
          <p:cNvSpPr txBox="1"/>
          <p:nvPr/>
        </p:nvSpPr>
        <p:spPr>
          <a:xfrm>
            <a:off x="2810741" y="5806695"/>
            <a:ext cx="6570518" cy="369332"/>
          </a:xfrm>
          <a:prstGeom prst="rect">
            <a:avLst/>
          </a:prstGeom>
          <a:noFill/>
        </p:spPr>
        <p:txBody>
          <a:bodyPr wrap="square">
            <a:spAutoFit/>
          </a:bodyPr>
          <a:lstStyle/>
          <a:p>
            <a:pPr algn="ctr"/>
            <a:r>
              <a:rPr lang="ro-RO" b="1" dirty="0">
                <a:solidFill>
                  <a:schemeClr val="bg2"/>
                </a:solidFill>
                <a:ea typeface="Calibri" panose="020F0502020204030204" pitchFamily="34" charset="0"/>
                <a:cs typeface="Calibri" panose="020F0502020204030204" pitchFamily="34" charset="0"/>
              </a:rPr>
              <a:t>Video 7  </a:t>
            </a:r>
            <a:r>
              <a:rPr lang="ro-RO" b="1" dirty="0">
                <a:solidFill>
                  <a:schemeClr val="bg2"/>
                </a:solidFill>
              </a:rPr>
              <a:t>Metode de ancorare în beton </a:t>
            </a:r>
            <a:r>
              <a:rPr lang="ro-RO" b="1" dirty="0">
                <a:solidFill>
                  <a:schemeClr val="bg2"/>
                </a:solidFill>
                <a:ea typeface="Calibri" panose="020F0502020204030204" pitchFamily="34" charset="0"/>
                <a:cs typeface="Calibri" panose="020F0502020204030204" pitchFamily="34" charset="0"/>
              </a:rPr>
              <a:t>[</a:t>
            </a:r>
            <a:r>
              <a:rPr lang="ro-RO" b="1" dirty="0">
                <a:solidFill>
                  <a:schemeClr val="bg2"/>
                </a:solidFill>
                <a:ea typeface="Calibri" panose="020F0502020204030204" pitchFamily="34" charset="0"/>
                <a:cs typeface="Calibri" panose="020F0502020204030204" pitchFamily="34" charset="0"/>
                <a:hlinkClick r:id="rId4"/>
              </a:rPr>
              <a:t>www.youtube.com</a:t>
            </a:r>
            <a:r>
              <a:rPr lang="en-US" b="1" dirty="0">
                <a:solidFill>
                  <a:schemeClr val="bg2"/>
                </a:solidFill>
                <a:ea typeface="Calibri" panose="020F0502020204030204" pitchFamily="34" charset="0"/>
                <a:cs typeface="Calibri" panose="020F0502020204030204" pitchFamily="34" charset="0"/>
              </a:rPr>
              <a:t>]</a:t>
            </a:r>
            <a:endParaRPr lang="ro-RO" dirty="0">
              <a:solidFill>
                <a:schemeClr val="bg2"/>
              </a:solidFill>
            </a:endParaRPr>
          </a:p>
        </p:txBody>
      </p:sp>
      <p:pic>
        <p:nvPicPr>
          <p:cNvPr id="4" name="Media online 3" title="CONCRETE ANCHORS FIXINGS AND BOLTS - 8 DIFFERENT METHODS FOR FIXING INTO CONCRETE">
            <a:hlinkClick r:id="" action="ppaction://media"/>
            <a:extLst>
              <a:ext uri="{FF2B5EF4-FFF2-40B4-BE49-F238E27FC236}">
                <a16:creationId xmlns:a16="http://schemas.microsoft.com/office/drawing/2014/main" id="{5E77E7E8-62EA-BCE4-8AAA-8071F964E6F7}"/>
              </a:ext>
            </a:extLst>
          </p:cNvPr>
          <p:cNvPicPr>
            <a:picLocks noRot="1" noChangeAspect="1"/>
          </p:cNvPicPr>
          <p:nvPr>
            <a:videoFile r:link="rId1"/>
          </p:nvPr>
        </p:nvPicPr>
        <p:blipFill>
          <a:blip r:embed="rId5"/>
          <a:stretch>
            <a:fillRect/>
          </a:stretch>
        </p:blipFill>
        <p:spPr>
          <a:xfrm>
            <a:off x="1236000" y="283175"/>
            <a:ext cx="9720000" cy="5487507"/>
          </a:xfrm>
          <a:prstGeom prst="rect">
            <a:avLst/>
          </a:prstGeom>
        </p:spPr>
      </p:pic>
    </p:spTree>
    <p:extLst>
      <p:ext uri="{BB962C8B-B14F-4D97-AF65-F5344CB8AC3E}">
        <p14:creationId xmlns:p14="http://schemas.microsoft.com/office/powerpoint/2010/main" val="90682431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57934-7A51-B07A-7AF6-49CC9479FC11}"/>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1FEF7EE3-2893-3FEB-93F8-3DE8B970F8C8}"/>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07470A25-26D3-4CD4-6AF3-684A87319F3E}"/>
              </a:ext>
            </a:extLst>
          </p:cNvPr>
          <p:cNvSpPr>
            <a:spLocks noGrp="1"/>
          </p:cNvSpPr>
          <p:nvPr>
            <p:ph type="sldNum" sz="quarter" idx="12"/>
          </p:nvPr>
        </p:nvSpPr>
        <p:spPr/>
        <p:txBody>
          <a:bodyPr rtlCol="0"/>
          <a:lstStyle/>
          <a:p>
            <a:pPr rtl="0"/>
            <a:fld id="{8D581BC7-E183-40DB-AC97-C19EA4EB8894}" type="slidenum">
              <a:rPr lang="ro-RO" smtClean="0"/>
              <a:pPr rtl="0"/>
              <a:t>21</a:t>
            </a:fld>
            <a:endParaRPr lang="ro-RO" dirty="0"/>
          </a:p>
        </p:txBody>
      </p:sp>
      <p:sp>
        <p:nvSpPr>
          <p:cNvPr id="3" name="Substituent subsol 6">
            <a:extLst>
              <a:ext uri="{FF2B5EF4-FFF2-40B4-BE49-F238E27FC236}">
                <a16:creationId xmlns:a16="http://schemas.microsoft.com/office/drawing/2014/main" id="{4F74B1D6-E73E-5E07-8E40-615184C9933B}"/>
              </a:ext>
            </a:extLst>
          </p:cNvPr>
          <p:cNvSpPr>
            <a:spLocks noGrp="1"/>
          </p:cNvSpPr>
          <p:nvPr>
            <p:ph type="ftr" sz="quarter" idx="11"/>
          </p:nvPr>
        </p:nvSpPr>
        <p:spPr>
          <a:xfrm>
            <a:off x="1169961" y="5878720"/>
            <a:ext cx="2049894" cy="297307"/>
          </a:xfrm>
        </p:spPr>
        <p:txBody>
          <a:bodyPr rtlCol="0"/>
          <a:lstStyle/>
          <a:p>
            <a:pPr rtl="0"/>
            <a:r>
              <a:rPr lang="ro-RO" dirty="0"/>
              <a:t>Coliere și suporți pentru conducte</a:t>
            </a:r>
          </a:p>
        </p:txBody>
      </p:sp>
      <p:sp>
        <p:nvSpPr>
          <p:cNvPr id="5" name="CasetăText 4">
            <a:extLst>
              <a:ext uri="{FF2B5EF4-FFF2-40B4-BE49-F238E27FC236}">
                <a16:creationId xmlns:a16="http://schemas.microsoft.com/office/drawing/2014/main" id="{0EEAAB07-E628-E402-304A-026D6CA22EE4}"/>
              </a:ext>
            </a:extLst>
          </p:cNvPr>
          <p:cNvSpPr txBox="1"/>
          <p:nvPr/>
        </p:nvSpPr>
        <p:spPr>
          <a:xfrm>
            <a:off x="778643" y="419167"/>
            <a:ext cx="10690268" cy="1631216"/>
          </a:xfrm>
          <a:prstGeom prst="rect">
            <a:avLst/>
          </a:prstGeom>
          <a:noFill/>
        </p:spPr>
        <p:txBody>
          <a:bodyPr wrap="square">
            <a:spAutoFit/>
          </a:bodyPr>
          <a:lstStyle/>
          <a:p>
            <a:r>
              <a:rPr lang="ro-RO" b="1" dirty="0">
                <a:solidFill>
                  <a:schemeClr val="bg2"/>
                </a:solidFill>
              </a:rPr>
              <a:t>3. Coliere pentru conducte</a:t>
            </a:r>
          </a:p>
          <a:p>
            <a:endParaRPr lang="ro-RO" sz="1000" b="1" dirty="0">
              <a:solidFill>
                <a:schemeClr val="bg2"/>
              </a:solidFill>
            </a:endParaRPr>
          </a:p>
          <a:p>
            <a:pPr algn="just"/>
            <a:r>
              <a:rPr lang="ro-RO" b="1" dirty="0">
                <a:solidFill>
                  <a:schemeClr val="tx2"/>
                </a:solidFill>
              </a:rPr>
              <a:t>Descriere generală:</a:t>
            </a:r>
          </a:p>
          <a:p>
            <a:pPr algn="just">
              <a:buFont typeface="Arial" panose="020B0604020202020204" pitchFamily="34" charset="0"/>
              <a:buChar char="•"/>
            </a:pPr>
            <a:r>
              <a:rPr lang="ro-RO" b="1" dirty="0"/>
              <a:t>Colierele</a:t>
            </a:r>
            <a:r>
              <a:rPr lang="ro-RO" dirty="0"/>
              <a:t> sunt elemente de fixare utilizate pentru </a:t>
            </a:r>
            <a:r>
              <a:rPr lang="ro-RO" b="1" dirty="0"/>
              <a:t>prinderea și susținerea conductelor</a:t>
            </a:r>
            <a:r>
              <a:rPr lang="ro-RO" dirty="0"/>
              <a:t> pe suprafețe precum pereți, tavane sau pardoseli.</a:t>
            </a:r>
          </a:p>
          <a:p>
            <a:pPr algn="just">
              <a:buFont typeface="Arial" panose="020B0604020202020204" pitchFamily="34" charset="0"/>
              <a:buChar char="•"/>
            </a:pPr>
            <a:r>
              <a:rPr lang="ro-RO" dirty="0"/>
              <a:t>Sunt fabricate din </a:t>
            </a:r>
            <a:r>
              <a:rPr lang="ro-RO" b="1" dirty="0"/>
              <a:t>metal</a:t>
            </a:r>
            <a:r>
              <a:rPr lang="ro-RO" dirty="0"/>
              <a:t> (oțel galvanizat, inox) sau </a:t>
            </a:r>
            <a:r>
              <a:rPr lang="ro-RO" b="1" dirty="0"/>
              <a:t>plastic</a:t>
            </a:r>
            <a:r>
              <a:rPr lang="ro-RO" dirty="0"/>
              <a:t>, în funcție de destinație și tipul conductelor.</a:t>
            </a:r>
          </a:p>
        </p:txBody>
      </p:sp>
      <p:sp>
        <p:nvSpPr>
          <p:cNvPr id="9" name="CasetăText 8">
            <a:extLst>
              <a:ext uri="{FF2B5EF4-FFF2-40B4-BE49-F238E27FC236}">
                <a16:creationId xmlns:a16="http://schemas.microsoft.com/office/drawing/2014/main" id="{B6155280-8227-64AF-FBBB-9DEAAD997FC4}"/>
              </a:ext>
            </a:extLst>
          </p:cNvPr>
          <p:cNvSpPr txBox="1"/>
          <p:nvPr/>
        </p:nvSpPr>
        <p:spPr>
          <a:xfrm>
            <a:off x="778643" y="2178980"/>
            <a:ext cx="10575157" cy="3416320"/>
          </a:xfrm>
          <a:prstGeom prst="rect">
            <a:avLst/>
          </a:prstGeom>
          <a:noFill/>
        </p:spPr>
        <p:txBody>
          <a:bodyPr wrap="square">
            <a:spAutoFit/>
          </a:bodyPr>
          <a:lstStyle/>
          <a:p>
            <a:pPr algn="just"/>
            <a:r>
              <a:rPr lang="ro-RO" b="1" dirty="0">
                <a:solidFill>
                  <a:schemeClr val="tx2"/>
                </a:solidFill>
              </a:rPr>
              <a:t>Tipuri de coliere:</a:t>
            </a:r>
          </a:p>
          <a:p>
            <a:pPr algn="just">
              <a:buFont typeface="+mj-lt"/>
              <a:buAutoNum type="arabicPeriod"/>
            </a:pPr>
            <a:r>
              <a:rPr lang="ro-RO" b="1" dirty="0">
                <a:solidFill>
                  <a:schemeClr val="bg2"/>
                </a:solidFill>
              </a:rPr>
              <a:t> Coliere simple (fixe):</a:t>
            </a:r>
            <a:endParaRPr lang="ro-RO" dirty="0">
              <a:solidFill>
                <a:schemeClr val="bg2"/>
              </a:solidFill>
            </a:endParaRPr>
          </a:p>
          <a:p>
            <a:pPr marL="742950" lvl="1" indent="-285750" algn="just">
              <a:buFont typeface="Arial" panose="020B0604020202020204" pitchFamily="34" charset="0"/>
              <a:buChar char="•"/>
            </a:pPr>
            <a:r>
              <a:rPr lang="ro-RO" dirty="0"/>
              <a:t>Prind conductele în poziție fixă, fără a permite mișcări.</a:t>
            </a:r>
          </a:p>
          <a:p>
            <a:pPr marL="742950" lvl="1" indent="-285750" algn="just">
              <a:buFont typeface="Arial" panose="020B0604020202020204" pitchFamily="34" charset="0"/>
              <a:buChar char="•"/>
            </a:pPr>
            <a:r>
              <a:rPr lang="ro-RO" b="1" dirty="0"/>
              <a:t>Aplicații:</a:t>
            </a:r>
            <a:r>
              <a:rPr lang="ro-RO" dirty="0"/>
              <a:t> Fixarea conductelor pe pereți, în instalații sanitare sau de încălzire.</a:t>
            </a:r>
          </a:p>
          <a:p>
            <a:pPr algn="just">
              <a:buFont typeface="+mj-lt"/>
              <a:buAutoNum type="arabicPeriod"/>
            </a:pPr>
            <a:r>
              <a:rPr lang="ro-RO" b="1" dirty="0">
                <a:solidFill>
                  <a:schemeClr val="bg2"/>
                </a:solidFill>
              </a:rPr>
              <a:t> Coliere cu garnitură </a:t>
            </a:r>
            <a:r>
              <a:rPr lang="ro-RO" b="1" dirty="0" err="1">
                <a:solidFill>
                  <a:schemeClr val="bg2"/>
                </a:solidFill>
              </a:rPr>
              <a:t>elastomerică</a:t>
            </a:r>
            <a:r>
              <a:rPr lang="ro-RO" b="1" dirty="0">
                <a:solidFill>
                  <a:schemeClr val="bg2"/>
                </a:solidFill>
              </a:rPr>
              <a:t> (izolate fonic):</a:t>
            </a:r>
            <a:endParaRPr lang="ro-RO" dirty="0">
              <a:solidFill>
                <a:schemeClr val="bg2"/>
              </a:solidFill>
            </a:endParaRPr>
          </a:p>
          <a:p>
            <a:pPr marL="742950" lvl="1" indent="-285750" algn="just">
              <a:buFont typeface="Arial" panose="020B0604020202020204" pitchFamily="34" charset="0"/>
              <a:buChar char="•"/>
            </a:pPr>
            <a:r>
              <a:rPr lang="ro-RO" dirty="0"/>
              <a:t>Prevăzute cu o </a:t>
            </a:r>
            <a:r>
              <a:rPr lang="ro-RO" b="1" dirty="0"/>
              <a:t>garnitură din cauciuc</a:t>
            </a:r>
            <a:r>
              <a:rPr lang="ro-RO" dirty="0"/>
              <a:t> sau material </a:t>
            </a:r>
            <a:r>
              <a:rPr lang="ro-RO" dirty="0" err="1"/>
              <a:t>elastomeric</a:t>
            </a:r>
            <a:r>
              <a:rPr lang="ro-RO" dirty="0"/>
              <a:t> pentru </a:t>
            </a:r>
            <a:r>
              <a:rPr lang="ro-RO" b="1" dirty="0"/>
              <a:t>atenuarea vibrațiilor</a:t>
            </a:r>
            <a:r>
              <a:rPr lang="ro-RO" dirty="0"/>
              <a:t> și a zgomotului.</a:t>
            </a:r>
          </a:p>
          <a:p>
            <a:pPr marL="742950" lvl="1" indent="-285750" algn="just">
              <a:buFont typeface="Arial" panose="020B0604020202020204" pitchFamily="34" charset="0"/>
              <a:buChar char="•"/>
            </a:pPr>
            <a:r>
              <a:rPr lang="ro-RO" b="1" dirty="0"/>
              <a:t>Aplicații:</a:t>
            </a:r>
            <a:r>
              <a:rPr lang="ro-RO" dirty="0"/>
              <a:t> Conducte de apă caldă, rece sau conducte din sistemele de încălzire.</a:t>
            </a:r>
          </a:p>
          <a:p>
            <a:pPr marL="742950" lvl="1" indent="-285750" algn="just">
              <a:buFont typeface="Arial" panose="020B0604020202020204" pitchFamily="34" charset="0"/>
              <a:buChar char="•"/>
            </a:pPr>
            <a:r>
              <a:rPr lang="ro-RO" b="1" dirty="0"/>
              <a:t>Avantaje:</a:t>
            </a:r>
            <a:r>
              <a:rPr lang="ro-RO" dirty="0"/>
              <a:t> Reduc zgomotul și vibrațiile transmise prin pereți.</a:t>
            </a:r>
          </a:p>
          <a:p>
            <a:pPr algn="just">
              <a:buFont typeface="+mj-lt"/>
              <a:buAutoNum type="arabicPeriod"/>
            </a:pPr>
            <a:r>
              <a:rPr lang="ro-RO" b="1" dirty="0">
                <a:solidFill>
                  <a:schemeClr val="bg2"/>
                </a:solidFill>
              </a:rPr>
              <a:t> Coliere ajustabile:</a:t>
            </a:r>
            <a:endParaRPr lang="ro-RO" dirty="0">
              <a:solidFill>
                <a:schemeClr val="bg2"/>
              </a:solidFill>
            </a:endParaRPr>
          </a:p>
          <a:p>
            <a:pPr marL="742950" lvl="1" indent="-285750" algn="just">
              <a:buFont typeface="Arial" panose="020B0604020202020204" pitchFamily="34" charset="0"/>
              <a:buChar char="•"/>
            </a:pPr>
            <a:r>
              <a:rPr lang="ro-RO" dirty="0"/>
              <a:t>Permite ajustarea diametrului pentru conducte de diferite dimensiuni.</a:t>
            </a:r>
          </a:p>
          <a:p>
            <a:pPr marL="742950" lvl="1" indent="-285750" algn="just">
              <a:buFont typeface="Arial" panose="020B0604020202020204" pitchFamily="34" charset="0"/>
              <a:buChar char="•"/>
            </a:pPr>
            <a:r>
              <a:rPr lang="ro-RO" dirty="0"/>
              <a:t>Au sisteme de strângere rapide (șuruburi sau piulițe).</a:t>
            </a:r>
          </a:p>
        </p:txBody>
      </p:sp>
    </p:spTree>
    <p:extLst>
      <p:ext uri="{BB962C8B-B14F-4D97-AF65-F5344CB8AC3E}">
        <p14:creationId xmlns:p14="http://schemas.microsoft.com/office/powerpoint/2010/main" val="409625989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A7754-E411-DF73-64E8-6327D5428FA7}"/>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9884AF9A-0D67-2EB7-E69D-128DC5B3CD82}"/>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0946C00F-D3EB-E128-F189-8B6C7EE626BA}"/>
              </a:ext>
            </a:extLst>
          </p:cNvPr>
          <p:cNvSpPr>
            <a:spLocks noGrp="1"/>
          </p:cNvSpPr>
          <p:nvPr>
            <p:ph type="sldNum" sz="quarter" idx="12"/>
          </p:nvPr>
        </p:nvSpPr>
        <p:spPr/>
        <p:txBody>
          <a:bodyPr rtlCol="0"/>
          <a:lstStyle/>
          <a:p>
            <a:pPr rtl="0"/>
            <a:fld id="{8D581BC7-E183-40DB-AC97-C19EA4EB8894}" type="slidenum">
              <a:rPr lang="ro-RO" smtClean="0"/>
              <a:pPr rtl="0"/>
              <a:t>22</a:t>
            </a:fld>
            <a:endParaRPr lang="ro-RO" dirty="0"/>
          </a:p>
        </p:txBody>
      </p:sp>
      <p:sp>
        <p:nvSpPr>
          <p:cNvPr id="3" name="Substituent subsol 6">
            <a:extLst>
              <a:ext uri="{FF2B5EF4-FFF2-40B4-BE49-F238E27FC236}">
                <a16:creationId xmlns:a16="http://schemas.microsoft.com/office/drawing/2014/main" id="{1A65CBEE-A44B-1F1B-57D8-A893DCA51642}"/>
              </a:ext>
            </a:extLst>
          </p:cNvPr>
          <p:cNvSpPr>
            <a:spLocks noGrp="1"/>
          </p:cNvSpPr>
          <p:nvPr>
            <p:ph type="ftr" sz="quarter" idx="11"/>
          </p:nvPr>
        </p:nvSpPr>
        <p:spPr>
          <a:xfrm>
            <a:off x="1169961" y="5878720"/>
            <a:ext cx="2049894" cy="297307"/>
          </a:xfrm>
        </p:spPr>
        <p:txBody>
          <a:bodyPr rtlCol="0"/>
          <a:lstStyle/>
          <a:p>
            <a:pPr rtl="0"/>
            <a:r>
              <a:rPr lang="ro-RO" dirty="0"/>
              <a:t>Coliere și suporți pentru conducte</a:t>
            </a:r>
          </a:p>
        </p:txBody>
      </p:sp>
      <p:sp>
        <p:nvSpPr>
          <p:cNvPr id="4" name="CasetăText 3">
            <a:extLst>
              <a:ext uri="{FF2B5EF4-FFF2-40B4-BE49-F238E27FC236}">
                <a16:creationId xmlns:a16="http://schemas.microsoft.com/office/drawing/2014/main" id="{15335B37-E78B-DAE3-7E63-88872F9CA0D3}"/>
              </a:ext>
            </a:extLst>
          </p:cNvPr>
          <p:cNvSpPr txBox="1"/>
          <p:nvPr/>
        </p:nvSpPr>
        <p:spPr>
          <a:xfrm>
            <a:off x="778643" y="285218"/>
            <a:ext cx="10575156" cy="1477328"/>
          </a:xfrm>
          <a:prstGeom prst="rect">
            <a:avLst/>
          </a:prstGeom>
          <a:noFill/>
        </p:spPr>
        <p:txBody>
          <a:bodyPr wrap="square">
            <a:spAutoFit/>
          </a:bodyPr>
          <a:lstStyle/>
          <a:p>
            <a:r>
              <a:rPr lang="ro-RO" b="1" dirty="0">
                <a:solidFill>
                  <a:schemeClr val="bg2"/>
                </a:solidFill>
              </a:rPr>
              <a:t>4. Suporți pentru conducte</a:t>
            </a:r>
          </a:p>
          <a:p>
            <a:pPr algn="just"/>
            <a:r>
              <a:rPr lang="ro-RO" b="1" dirty="0">
                <a:solidFill>
                  <a:schemeClr val="tx2"/>
                </a:solidFill>
              </a:rPr>
              <a:t>Descriere generală:</a:t>
            </a:r>
          </a:p>
          <a:p>
            <a:pPr algn="just">
              <a:buFont typeface="Arial" panose="020B0604020202020204" pitchFamily="34" charset="0"/>
              <a:buChar char="•"/>
            </a:pPr>
            <a:r>
              <a:rPr lang="ro-RO" b="1" dirty="0" err="1"/>
              <a:t>Suporții</a:t>
            </a:r>
            <a:r>
              <a:rPr lang="ro-RO" dirty="0"/>
              <a:t> sunt sisteme de susținere a conductelor care permit montajul acestora la distanțe precise față de o suprafață.</a:t>
            </a:r>
          </a:p>
          <a:p>
            <a:pPr algn="just">
              <a:buFont typeface="Arial" panose="020B0604020202020204" pitchFamily="34" charset="0"/>
              <a:buChar char="•"/>
            </a:pPr>
            <a:r>
              <a:rPr lang="ro-RO" dirty="0"/>
              <a:t>Pot fi fixați pe structuri de beton, metal sau lemn.</a:t>
            </a:r>
          </a:p>
        </p:txBody>
      </p:sp>
      <p:sp>
        <p:nvSpPr>
          <p:cNvPr id="10" name="CasetăText 9">
            <a:extLst>
              <a:ext uri="{FF2B5EF4-FFF2-40B4-BE49-F238E27FC236}">
                <a16:creationId xmlns:a16="http://schemas.microsoft.com/office/drawing/2014/main" id="{FB94A203-2DD5-E249-C6BE-9217EF5BD486}"/>
              </a:ext>
            </a:extLst>
          </p:cNvPr>
          <p:cNvSpPr txBox="1"/>
          <p:nvPr/>
        </p:nvSpPr>
        <p:spPr>
          <a:xfrm>
            <a:off x="778643" y="1708074"/>
            <a:ext cx="10515599" cy="4247317"/>
          </a:xfrm>
          <a:prstGeom prst="rect">
            <a:avLst/>
          </a:prstGeom>
          <a:noFill/>
        </p:spPr>
        <p:txBody>
          <a:bodyPr wrap="square">
            <a:spAutoFit/>
          </a:bodyPr>
          <a:lstStyle/>
          <a:p>
            <a:pPr algn="just"/>
            <a:r>
              <a:rPr lang="ro-RO" b="1" dirty="0">
                <a:solidFill>
                  <a:schemeClr val="tx2"/>
                </a:solidFill>
              </a:rPr>
              <a:t>Tipuri de suporți pentru conducte:</a:t>
            </a:r>
          </a:p>
          <a:p>
            <a:pPr algn="just">
              <a:buFont typeface="+mj-lt"/>
              <a:buAutoNum type="arabicPeriod"/>
            </a:pPr>
            <a:r>
              <a:rPr lang="ro-RO" b="1" dirty="0">
                <a:solidFill>
                  <a:schemeClr val="bg2"/>
                </a:solidFill>
              </a:rPr>
              <a:t> Suporți simpli:</a:t>
            </a:r>
            <a:endParaRPr lang="ro-RO" dirty="0">
              <a:solidFill>
                <a:schemeClr val="bg2"/>
              </a:solidFill>
            </a:endParaRPr>
          </a:p>
          <a:p>
            <a:pPr marL="742950" lvl="1" indent="-285750" algn="just">
              <a:buFont typeface="Arial" panose="020B0604020202020204" pitchFamily="34" charset="0"/>
              <a:buChar char="•"/>
            </a:pPr>
            <a:r>
              <a:rPr lang="ro-RO" dirty="0"/>
              <a:t>Structuri liniare din </a:t>
            </a:r>
            <a:r>
              <a:rPr lang="ro-RO" b="1" dirty="0"/>
              <a:t>oțel galvanizat</a:t>
            </a:r>
            <a:r>
              <a:rPr lang="ro-RO" dirty="0"/>
              <a:t> sau </a:t>
            </a:r>
            <a:r>
              <a:rPr lang="ro-RO" b="1" dirty="0"/>
              <a:t>aluminiu</a:t>
            </a:r>
            <a:r>
              <a:rPr lang="ro-RO" dirty="0"/>
              <a:t> pe care se montează conductele.</a:t>
            </a:r>
          </a:p>
          <a:p>
            <a:pPr algn="just">
              <a:buFont typeface="+mj-lt"/>
              <a:buAutoNum type="arabicPeriod"/>
            </a:pPr>
            <a:r>
              <a:rPr lang="ro-RO" b="1" dirty="0">
                <a:solidFill>
                  <a:schemeClr val="bg2"/>
                </a:solidFill>
              </a:rPr>
              <a:t> Suporți </a:t>
            </a:r>
            <a:r>
              <a:rPr lang="ro-RO" b="1" dirty="0" err="1">
                <a:solidFill>
                  <a:schemeClr val="bg2"/>
                </a:solidFill>
              </a:rPr>
              <a:t>culisanți</a:t>
            </a:r>
            <a:r>
              <a:rPr lang="ro-RO" b="1" dirty="0">
                <a:solidFill>
                  <a:schemeClr val="bg2"/>
                </a:solidFill>
              </a:rPr>
              <a:t>:</a:t>
            </a:r>
            <a:endParaRPr lang="ro-RO" dirty="0">
              <a:solidFill>
                <a:schemeClr val="bg2"/>
              </a:solidFill>
            </a:endParaRPr>
          </a:p>
          <a:p>
            <a:pPr marL="742950" lvl="1" indent="-285750" algn="just">
              <a:buFont typeface="Arial" panose="020B0604020202020204" pitchFamily="34" charset="0"/>
              <a:buChar char="•"/>
            </a:pPr>
            <a:r>
              <a:rPr lang="ro-RO" dirty="0"/>
              <a:t>Permit </a:t>
            </a:r>
            <a:r>
              <a:rPr lang="ro-RO" b="1" dirty="0"/>
              <a:t>dilatarea și contracția conductelor</a:t>
            </a:r>
            <a:r>
              <a:rPr lang="ro-RO" dirty="0"/>
              <a:t> fără a afecta structura de susținere.</a:t>
            </a:r>
          </a:p>
          <a:p>
            <a:pPr marL="742950" lvl="1" indent="-285750" algn="just">
              <a:buFont typeface="Arial" panose="020B0604020202020204" pitchFamily="34" charset="0"/>
              <a:buChar char="•"/>
            </a:pPr>
            <a:r>
              <a:rPr lang="ro-RO" b="1" dirty="0"/>
              <a:t>Aplicații:</a:t>
            </a:r>
            <a:r>
              <a:rPr lang="ro-RO" dirty="0"/>
              <a:t> Sisteme de încălzire și răcire, unde conductele sunt expuse la variații de temperatură.</a:t>
            </a:r>
          </a:p>
          <a:p>
            <a:pPr algn="just">
              <a:buFont typeface="+mj-lt"/>
              <a:buAutoNum type="arabicPeriod"/>
            </a:pPr>
            <a:r>
              <a:rPr lang="ro-RO" b="1" dirty="0">
                <a:solidFill>
                  <a:schemeClr val="bg2"/>
                </a:solidFill>
              </a:rPr>
              <a:t> Suporți rigizi:</a:t>
            </a:r>
            <a:endParaRPr lang="ro-RO" dirty="0">
              <a:solidFill>
                <a:schemeClr val="bg2"/>
              </a:solidFill>
            </a:endParaRPr>
          </a:p>
          <a:p>
            <a:pPr marL="742950" lvl="1" indent="-285750" algn="just">
              <a:buFont typeface="Arial" panose="020B0604020202020204" pitchFamily="34" charset="0"/>
              <a:buChar char="•"/>
            </a:pPr>
            <a:r>
              <a:rPr lang="ro-RO" dirty="0"/>
              <a:t>Fixează ferm conductele în poziții exacte, prevenind mișcarea acestora.</a:t>
            </a:r>
          </a:p>
          <a:p>
            <a:pPr marL="742950" lvl="1" indent="-285750" algn="just">
              <a:buFont typeface="Arial" panose="020B0604020202020204" pitchFamily="34" charset="0"/>
              <a:buChar char="•"/>
            </a:pPr>
            <a:r>
              <a:rPr lang="ro-RO" b="1" dirty="0"/>
              <a:t>Aplicații:</a:t>
            </a:r>
            <a:r>
              <a:rPr lang="ro-RO" dirty="0"/>
              <a:t> Instalații cu presiuni mari sau conducte verticale.</a:t>
            </a:r>
          </a:p>
          <a:p>
            <a:pPr algn="just">
              <a:buFont typeface="+mj-lt"/>
              <a:buAutoNum type="arabicPeriod"/>
            </a:pPr>
            <a:r>
              <a:rPr lang="ro-RO" b="1" dirty="0">
                <a:solidFill>
                  <a:schemeClr val="bg2"/>
                </a:solidFill>
              </a:rPr>
              <a:t> Suporți prefabricați modulari:</a:t>
            </a:r>
            <a:endParaRPr lang="ro-RO" dirty="0">
              <a:solidFill>
                <a:schemeClr val="bg2"/>
              </a:solidFill>
            </a:endParaRPr>
          </a:p>
          <a:p>
            <a:pPr marL="742950" lvl="1" indent="-285750" algn="just">
              <a:buFont typeface="Arial" panose="020B0604020202020204" pitchFamily="34" charset="0"/>
              <a:buChar char="•"/>
            </a:pPr>
            <a:r>
              <a:rPr lang="ro-RO" dirty="0"/>
              <a:t>Structuri din componente prefabricate care permit configurarea rapidă a sistemelor de susținere.</a:t>
            </a:r>
          </a:p>
          <a:p>
            <a:pPr marL="742950" lvl="1" indent="-285750" algn="just">
              <a:buFont typeface="Arial" panose="020B0604020202020204" pitchFamily="34" charset="0"/>
              <a:buChar char="•"/>
            </a:pPr>
            <a:r>
              <a:rPr lang="ro-RO" b="1" dirty="0"/>
              <a:t>Avantaje:</a:t>
            </a:r>
            <a:r>
              <a:rPr lang="ro-RO" dirty="0"/>
              <a:t> Timp de montaj redus, flexibilitate în configurare.</a:t>
            </a:r>
          </a:p>
          <a:p>
            <a:pPr algn="just">
              <a:buFont typeface="+mj-lt"/>
              <a:buAutoNum type="arabicPeriod"/>
            </a:pPr>
            <a:r>
              <a:rPr lang="ro-RO" b="1" dirty="0">
                <a:solidFill>
                  <a:schemeClr val="bg2"/>
                </a:solidFill>
              </a:rPr>
              <a:t> Suporți suspendați pe tije filetate:</a:t>
            </a:r>
            <a:endParaRPr lang="ro-RO" dirty="0">
              <a:solidFill>
                <a:schemeClr val="bg2"/>
              </a:solidFill>
            </a:endParaRPr>
          </a:p>
          <a:p>
            <a:pPr marL="742950" lvl="1" indent="-285750" algn="just">
              <a:buFont typeface="Arial" panose="020B0604020202020204" pitchFamily="34" charset="0"/>
              <a:buChar char="•"/>
            </a:pPr>
            <a:r>
              <a:rPr lang="ro-RO" dirty="0"/>
              <a:t>Conductele sunt suspendate cu ajutorul tijelor și a traverselor metalice.</a:t>
            </a:r>
          </a:p>
          <a:p>
            <a:pPr marL="742950" lvl="1" indent="-285750" algn="just">
              <a:buFont typeface="Arial" panose="020B0604020202020204" pitchFamily="34" charset="0"/>
              <a:buChar char="•"/>
            </a:pPr>
            <a:r>
              <a:rPr lang="ro-RO" b="1" dirty="0"/>
              <a:t>Aplicații:</a:t>
            </a:r>
            <a:r>
              <a:rPr lang="ro-RO" dirty="0"/>
              <a:t> Sisteme HVAC, instalații în hale industriale.</a:t>
            </a:r>
          </a:p>
        </p:txBody>
      </p:sp>
    </p:spTree>
    <p:extLst>
      <p:ext uri="{BB962C8B-B14F-4D97-AF65-F5344CB8AC3E}">
        <p14:creationId xmlns:p14="http://schemas.microsoft.com/office/powerpoint/2010/main" val="223476353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FBE14-BD69-AE78-E953-635CDBB73AA4}"/>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C67F60B3-F2F0-64D0-0C13-46303A027ED3}"/>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D85924E1-8C42-278E-C541-3989C12116DE}"/>
              </a:ext>
            </a:extLst>
          </p:cNvPr>
          <p:cNvSpPr>
            <a:spLocks noGrp="1"/>
          </p:cNvSpPr>
          <p:nvPr>
            <p:ph type="sldNum" sz="quarter" idx="12"/>
          </p:nvPr>
        </p:nvSpPr>
        <p:spPr/>
        <p:txBody>
          <a:bodyPr rtlCol="0"/>
          <a:lstStyle/>
          <a:p>
            <a:pPr rtl="0"/>
            <a:fld id="{8D581BC7-E183-40DB-AC97-C19EA4EB8894}" type="slidenum">
              <a:rPr lang="ro-RO" smtClean="0"/>
              <a:pPr rtl="0"/>
              <a:t>23</a:t>
            </a:fld>
            <a:endParaRPr lang="ro-RO" dirty="0"/>
          </a:p>
        </p:txBody>
      </p:sp>
      <p:sp>
        <p:nvSpPr>
          <p:cNvPr id="3" name="Substituent subsol 6">
            <a:extLst>
              <a:ext uri="{FF2B5EF4-FFF2-40B4-BE49-F238E27FC236}">
                <a16:creationId xmlns:a16="http://schemas.microsoft.com/office/drawing/2014/main" id="{F98B7558-55C0-0580-43CF-F2722A3B01CA}"/>
              </a:ext>
            </a:extLst>
          </p:cNvPr>
          <p:cNvSpPr>
            <a:spLocks noGrp="1"/>
          </p:cNvSpPr>
          <p:nvPr>
            <p:ph type="ftr" sz="quarter" idx="11"/>
          </p:nvPr>
        </p:nvSpPr>
        <p:spPr>
          <a:xfrm>
            <a:off x="1169961" y="5878720"/>
            <a:ext cx="2049894" cy="297307"/>
          </a:xfrm>
        </p:spPr>
        <p:txBody>
          <a:bodyPr rtlCol="0"/>
          <a:lstStyle/>
          <a:p>
            <a:pPr rtl="0"/>
            <a:r>
              <a:rPr lang="ro-RO" dirty="0"/>
              <a:t>Sisteme de fixare și ancorare</a:t>
            </a:r>
          </a:p>
        </p:txBody>
      </p:sp>
      <p:sp>
        <p:nvSpPr>
          <p:cNvPr id="2" name="CasetăText 1">
            <a:extLst>
              <a:ext uri="{FF2B5EF4-FFF2-40B4-BE49-F238E27FC236}">
                <a16:creationId xmlns:a16="http://schemas.microsoft.com/office/drawing/2014/main" id="{B629FC39-FA3B-48CC-0F28-A5C2D590B48F}"/>
              </a:ext>
            </a:extLst>
          </p:cNvPr>
          <p:cNvSpPr txBox="1"/>
          <p:nvPr/>
        </p:nvSpPr>
        <p:spPr>
          <a:xfrm>
            <a:off x="2810741" y="5806695"/>
            <a:ext cx="6570518" cy="369332"/>
          </a:xfrm>
          <a:prstGeom prst="rect">
            <a:avLst/>
          </a:prstGeom>
          <a:noFill/>
        </p:spPr>
        <p:txBody>
          <a:bodyPr wrap="square">
            <a:spAutoFit/>
          </a:bodyPr>
          <a:lstStyle/>
          <a:p>
            <a:pPr algn="ctr"/>
            <a:r>
              <a:rPr lang="ro-RO" b="1" dirty="0">
                <a:solidFill>
                  <a:schemeClr val="bg2"/>
                </a:solidFill>
                <a:ea typeface="Calibri" panose="020F0502020204030204" pitchFamily="34" charset="0"/>
                <a:cs typeface="Calibri" panose="020F0502020204030204" pitchFamily="34" charset="0"/>
              </a:rPr>
              <a:t>Video 8  </a:t>
            </a:r>
            <a:r>
              <a:rPr lang="ro-RO" b="1" dirty="0">
                <a:solidFill>
                  <a:schemeClr val="bg2"/>
                </a:solidFill>
              </a:rPr>
              <a:t>Coliere și suporți pentru conducte </a:t>
            </a:r>
            <a:r>
              <a:rPr lang="ro-RO" b="1" dirty="0">
                <a:solidFill>
                  <a:schemeClr val="bg2"/>
                </a:solidFill>
                <a:ea typeface="Calibri" panose="020F0502020204030204" pitchFamily="34" charset="0"/>
                <a:cs typeface="Calibri" panose="020F0502020204030204" pitchFamily="34" charset="0"/>
              </a:rPr>
              <a:t>[</a:t>
            </a:r>
            <a:r>
              <a:rPr lang="ro-RO" b="1" dirty="0">
                <a:solidFill>
                  <a:schemeClr val="bg2"/>
                </a:solidFill>
                <a:ea typeface="Calibri" panose="020F0502020204030204" pitchFamily="34" charset="0"/>
                <a:cs typeface="Calibri" panose="020F0502020204030204" pitchFamily="34" charset="0"/>
                <a:hlinkClick r:id="rId4"/>
              </a:rPr>
              <a:t>www.youtube.com</a:t>
            </a:r>
            <a:r>
              <a:rPr lang="en-US" b="1" dirty="0">
                <a:solidFill>
                  <a:schemeClr val="bg2"/>
                </a:solidFill>
                <a:ea typeface="Calibri" panose="020F0502020204030204" pitchFamily="34" charset="0"/>
                <a:cs typeface="Calibri" panose="020F0502020204030204" pitchFamily="34" charset="0"/>
              </a:rPr>
              <a:t>]</a:t>
            </a:r>
            <a:endParaRPr lang="ro-RO" dirty="0">
              <a:solidFill>
                <a:schemeClr val="bg2"/>
              </a:solidFill>
            </a:endParaRPr>
          </a:p>
        </p:txBody>
      </p:sp>
      <p:pic>
        <p:nvPicPr>
          <p:cNvPr id="5" name="Media online 4" title="Different Pipe Supports and Hangers">
            <a:hlinkClick r:id="" action="ppaction://media"/>
            <a:extLst>
              <a:ext uri="{FF2B5EF4-FFF2-40B4-BE49-F238E27FC236}">
                <a16:creationId xmlns:a16="http://schemas.microsoft.com/office/drawing/2014/main" id="{52319C97-4103-7DF0-B8CE-7CDC6861326C}"/>
              </a:ext>
            </a:extLst>
          </p:cNvPr>
          <p:cNvPicPr>
            <a:picLocks noRot="1" noChangeAspect="1"/>
          </p:cNvPicPr>
          <p:nvPr>
            <a:videoFile r:link="rId1"/>
          </p:nvPr>
        </p:nvPicPr>
        <p:blipFill>
          <a:blip r:embed="rId5"/>
          <a:stretch>
            <a:fillRect/>
          </a:stretch>
        </p:blipFill>
        <p:spPr>
          <a:xfrm>
            <a:off x="1236000" y="283175"/>
            <a:ext cx="9720000" cy="5487507"/>
          </a:xfrm>
          <a:prstGeom prst="rect">
            <a:avLst/>
          </a:prstGeom>
        </p:spPr>
      </p:pic>
    </p:spTree>
    <p:extLst>
      <p:ext uri="{BB962C8B-B14F-4D97-AF65-F5344CB8AC3E}">
        <p14:creationId xmlns:p14="http://schemas.microsoft.com/office/powerpoint/2010/main" val="407030320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CCDA0-FFBB-628E-B341-B65690092EC2}"/>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4E55D74A-FC6F-1F26-7312-D585BC0D1F62}"/>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6D150177-94F1-7C44-C329-77DFF7D4B0E8}"/>
              </a:ext>
            </a:extLst>
          </p:cNvPr>
          <p:cNvSpPr>
            <a:spLocks noGrp="1"/>
          </p:cNvSpPr>
          <p:nvPr>
            <p:ph type="sldNum" sz="quarter" idx="12"/>
          </p:nvPr>
        </p:nvSpPr>
        <p:spPr/>
        <p:txBody>
          <a:bodyPr rtlCol="0"/>
          <a:lstStyle/>
          <a:p>
            <a:pPr rtl="0"/>
            <a:fld id="{8D581BC7-E183-40DB-AC97-C19EA4EB8894}" type="slidenum">
              <a:rPr lang="ro-RO" smtClean="0"/>
              <a:pPr rtl="0"/>
              <a:t>24</a:t>
            </a:fld>
            <a:endParaRPr lang="ro-RO" dirty="0"/>
          </a:p>
        </p:txBody>
      </p:sp>
      <p:sp>
        <p:nvSpPr>
          <p:cNvPr id="3" name="Substituent subsol 6">
            <a:extLst>
              <a:ext uri="{FF2B5EF4-FFF2-40B4-BE49-F238E27FC236}">
                <a16:creationId xmlns:a16="http://schemas.microsoft.com/office/drawing/2014/main" id="{3BC61109-347C-6913-450A-CBDD1D577701}"/>
              </a:ext>
            </a:extLst>
          </p:cNvPr>
          <p:cNvSpPr>
            <a:spLocks noGrp="1"/>
          </p:cNvSpPr>
          <p:nvPr>
            <p:ph type="ftr" sz="quarter" idx="11"/>
          </p:nvPr>
        </p:nvSpPr>
        <p:spPr>
          <a:xfrm>
            <a:off x="1169961" y="5878720"/>
            <a:ext cx="2049894" cy="297307"/>
          </a:xfrm>
        </p:spPr>
        <p:txBody>
          <a:bodyPr rtlCol="0"/>
          <a:lstStyle/>
          <a:p>
            <a:pPr rtl="0"/>
            <a:r>
              <a:rPr lang="ro-RO" dirty="0"/>
              <a:t>Coliere și suporți pentru conducte</a:t>
            </a:r>
          </a:p>
        </p:txBody>
      </p:sp>
      <p:sp>
        <p:nvSpPr>
          <p:cNvPr id="5" name="CasetăText 4">
            <a:extLst>
              <a:ext uri="{FF2B5EF4-FFF2-40B4-BE49-F238E27FC236}">
                <a16:creationId xmlns:a16="http://schemas.microsoft.com/office/drawing/2014/main" id="{FCF5860F-2C7D-8E56-A04D-14E569BBC688}"/>
              </a:ext>
            </a:extLst>
          </p:cNvPr>
          <p:cNvSpPr txBox="1"/>
          <p:nvPr/>
        </p:nvSpPr>
        <p:spPr>
          <a:xfrm>
            <a:off x="778643" y="320057"/>
            <a:ext cx="10575157" cy="2585323"/>
          </a:xfrm>
          <a:prstGeom prst="rect">
            <a:avLst/>
          </a:prstGeom>
          <a:noFill/>
        </p:spPr>
        <p:txBody>
          <a:bodyPr wrap="square">
            <a:spAutoFit/>
          </a:bodyPr>
          <a:lstStyle/>
          <a:p>
            <a:r>
              <a:rPr lang="ro-RO" b="1" dirty="0">
                <a:solidFill>
                  <a:schemeClr val="bg2"/>
                </a:solidFill>
              </a:rPr>
              <a:t>Funcțiile colierelor și </a:t>
            </a:r>
            <a:r>
              <a:rPr lang="ro-RO" b="1" dirty="0" err="1">
                <a:solidFill>
                  <a:schemeClr val="bg2"/>
                </a:solidFill>
              </a:rPr>
              <a:t>suporților</a:t>
            </a:r>
            <a:r>
              <a:rPr lang="ro-RO" b="1" dirty="0">
                <a:solidFill>
                  <a:schemeClr val="bg2"/>
                </a:solidFill>
              </a:rPr>
              <a:t> pentru conducte</a:t>
            </a:r>
          </a:p>
          <a:p>
            <a:pPr algn="just">
              <a:buFont typeface="Arial" panose="020B0604020202020204" pitchFamily="34" charset="0"/>
              <a:buChar char="•"/>
            </a:pPr>
            <a:r>
              <a:rPr lang="ro-RO" b="1" dirty="0"/>
              <a:t>Fixarea conductelor:</a:t>
            </a:r>
            <a:r>
              <a:rPr lang="ro-RO" dirty="0"/>
              <a:t> Asigură stabilitatea traseelor de conducte pe diferite suprafețe (pereți, tavane, podele).</a:t>
            </a:r>
          </a:p>
          <a:p>
            <a:pPr algn="just">
              <a:buFont typeface="Arial" panose="020B0604020202020204" pitchFamily="34" charset="0"/>
              <a:buChar char="•"/>
            </a:pPr>
            <a:r>
              <a:rPr lang="ro-RO" b="1" dirty="0"/>
              <a:t>Susținerea greutății:</a:t>
            </a:r>
            <a:r>
              <a:rPr lang="ro-RO" dirty="0"/>
              <a:t> Preiau greutatea conductelor, mai ales în cazul traseelor lungi sau al conductelor cu fluide grele.</a:t>
            </a:r>
          </a:p>
          <a:p>
            <a:pPr algn="just">
              <a:buFont typeface="Arial" panose="020B0604020202020204" pitchFamily="34" charset="0"/>
              <a:buChar char="•"/>
            </a:pPr>
            <a:r>
              <a:rPr lang="ro-RO" b="1" dirty="0"/>
              <a:t>Atenuarea vibrațiilor:</a:t>
            </a:r>
            <a:r>
              <a:rPr lang="ro-RO" dirty="0"/>
              <a:t> Colierele cu garnituri din cauciuc reduc vibrațiile produse de fluxul fluidelor sau de echipamentele asociate.</a:t>
            </a:r>
          </a:p>
          <a:p>
            <a:pPr algn="just">
              <a:buFont typeface="Arial" panose="020B0604020202020204" pitchFamily="34" charset="0"/>
              <a:buChar char="•"/>
            </a:pPr>
            <a:r>
              <a:rPr lang="ro-RO" b="1" dirty="0"/>
              <a:t>Permisiunea dilatării:</a:t>
            </a:r>
            <a:r>
              <a:rPr lang="ro-RO" dirty="0"/>
              <a:t> </a:t>
            </a:r>
            <a:r>
              <a:rPr lang="ro-RO" dirty="0" err="1"/>
              <a:t>Suporții</a:t>
            </a:r>
            <a:r>
              <a:rPr lang="ro-RO" dirty="0"/>
              <a:t> </a:t>
            </a:r>
            <a:r>
              <a:rPr lang="ro-RO" dirty="0" err="1"/>
              <a:t>culisanți</a:t>
            </a:r>
            <a:r>
              <a:rPr lang="ro-RO" dirty="0"/>
              <a:t> permit mișcarea conductelor din cauza dilatării termice.</a:t>
            </a:r>
          </a:p>
          <a:p>
            <a:pPr algn="just">
              <a:buFont typeface="Arial" panose="020B0604020202020204" pitchFamily="34" charset="0"/>
              <a:buChar char="•"/>
            </a:pPr>
            <a:r>
              <a:rPr lang="ro-RO" b="1" dirty="0"/>
              <a:t>Protejarea structurii:</a:t>
            </a:r>
            <a:r>
              <a:rPr lang="ro-RO" dirty="0"/>
              <a:t> Fixările corecte previn deteriorarea pereților sau tavanelor în urma solicitărilor mecanice.</a:t>
            </a:r>
          </a:p>
        </p:txBody>
      </p:sp>
      <p:sp>
        <p:nvSpPr>
          <p:cNvPr id="9" name="CasetăText 8">
            <a:extLst>
              <a:ext uri="{FF2B5EF4-FFF2-40B4-BE49-F238E27FC236}">
                <a16:creationId xmlns:a16="http://schemas.microsoft.com/office/drawing/2014/main" id="{129DEE9F-E0E3-12FE-D889-86609BDAC6F1}"/>
              </a:ext>
            </a:extLst>
          </p:cNvPr>
          <p:cNvSpPr txBox="1"/>
          <p:nvPr/>
        </p:nvSpPr>
        <p:spPr>
          <a:xfrm>
            <a:off x="778644" y="2905380"/>
            <a:ext cx="10634713" cy="1477328"/>
          </a:xfrm>
          <a:prstGeom prst="rect">
            <a:avLst/>
          </a:prstGeom>
          <a:noFill/>
        </p:spPr>
        <p:txBody>
          <a:bodyPr wrap="square">
            <a:spAutoFit/>
          </a:bodyPr>
          <a:lstStyle/>
          <a:p>
            <a:r>
              <a:rPr lang="ro-RO" b="1" dirty="0">
                <a:solidFill>
                  <a:schemeClr val="bg2"/>
                </a:solidFill>
              </a:rPr>
              <a:t>Aplicații practice ale colierelor și </a:t>
            </a:r>
            <a:r>
              <a:rPr lang="ro-RO" b="1" dirty="0" err="1">
                <a:solidFill>
                  <a:schemeClr val="bg2"/>
                </a:solidFill>
              </a:rPr>
              <a:t>suporților</a:t>
            </a:r>
            <a:endParaRPr lang="ro-RO" b="1" dirty="0">
              <a:solidFill>
                <a:schemeClr val="bg2"/>
              </a:solidFill>
            </a:endParaRPr>
          </a:p>
          <a:p>
            <a:pPr algn="just">
              <a:buFont typeface="Arial" panose="020B0604020202020204" pitchFamily="34" charset="0"/>
              <a:buChar char="•"/>
            </a:pPr>
            <a:r>
              <a:rPr lang="ro-RO" b="1" dirty="0"/>
              <a:t>Instalații de apă potabilă:</a:t>
            </a:r>
            <a:r>
              <a:rPr lang="ro-RO" dirty="0"/>
              <a:t> Fixarea conductelor PPR, PEX sau cupru pe pereți și tavane.</a:t>
            </a:r>
          </a:p>
          <a:p>
            <a:pPr algn="just">
              <a:buFont typeface="Arial" panose="020B0604020202020204" pitchFamily="34" charset="0"/>
              <a:buChar char="•"/>
            </a:pPr>
            <a:r>
              <a:rPr lang="ro-RO" b="1" dirty="0"/>
              <a:t>Sisteme de încălzire:</a:t>
            </a:r>
            <a:r>
              <a:rPr lang="ro-RO" dirty="0"/>
              <a:t> Montarea traseelor de conducte pentru radiatoare și încălzire în pardoseală.</a:t>
            </a:r>
          </a:p>
          <a:p>
            <a:pPr algn="just">
              <a:buFont typeface="Arial" panose="020B0604020202020204" pitchFamily="34" charset="0"/>
              <a:buChar char="•"/>
            </a:pPr>
            <a:r>
              <a:rPr lang="ro-RO" b="1" dirty="0"/>
              <a:t>Instalații HVAC:</a:t>
            </a:r>
            <a:r>
              <a:rPr lang="ro-RO" dirty="0"/>
              <a:t> Susținerea conductelor de aer condiționat și a tubulaturilor de ventilație.</a:t>
            </a:r>
          </a:p>
          <a:p>
            <a:pPr algn="just">
              <a:buFont typeface="Arial" panose="020B0604020202020204" pitchFamily="34" charset="0"/>
              <a:buChar char="•"/>
            </a:pPr>
            <a:r>
              <a:rPr lang="ro-RO" b="1" dirty="0"/>
              <a:t>Rețele de gaz:</a:t>
            </a:r>
            <a:r>
              <a:rPr lang="ro-RO" dirty="0"/>
              <a:t> Fixarea conductelor metalice pentru transportul gazelor.</a:t>
            </a:r>
          </a:p>
        </p:txBody>
      </p:sp>
      <p:sp>
        <p:nvSpPr>
          <p:cNvPr id="12" name="CasetăText 11">
            <a:extLst>
              <a:ext uri="{FF2B5EF4-FFF2-40B4-BE49-F238E27FC236}">
                <a16:creationId xmlns:a16="http://schemas.microsoft.com/office/drawing/2014/main" id="{791019C7-047C-41FF-EAEB-E2A653241569}"/>
              </a:ext>
            </a:extLst>
          </p:cNvPr>
          <p:cNvSpPr txBox="1"/>
          <p:nvPr/>
        </p:nvSpPr>
        <p:spPr>
          <a:xfrm>
            <a:off x="778643" y="4382708"/>
            <a:ext cx="10575157" cy="1477328"/>
          </a:xfrm>
          <a:prstGeom prst="rect">
            <a:avLst/>
          </a:prstGeom>
          <a:noFill/>
        </p:spPr>
        <p:txBody>
          <a:bodyPr wrap="square">
            <a:spAutoFit/>
          </a:bodyPr>
          <a:lstStyle/>
          <a:p>
            <a:r>
              <a:rPr lang="ro-RO" b="1" dirty="0">
                <a:solidFill>
                  <a:schemeClr val="bg2"/>
                </a:solidFill>
              </a:rPr>
              <a:t>Avantajele utilizării corecte a colierelor și </a:t>
            </a:r>
            <a:r>
              <a:rPr lang="ro-RO" b="1" dirty="0" err="1">
                <a:solidFill>
                  <a:schemeClr val="bg2"/>
                </a:solidFill>
              </a:rPr>
              <a:t>suporților</a:t>
            </a:r>
            <a:endParaRPr lang="ro-RO" b="1" dirty="0">
              <a:solidFill>
                <a:schemeClr val="bg2"/>
              </a:solidFill>
            </a:endParaRPr>
          </a:p>
          <a:p>
            <a:pPr>
              <a:buFont typeface="+mj-lt"/>
              <a:buAutoNum type="arabicPeriod"/>
            </a:pPr>
            <a:r>
              <a:rPr lang="ro-RO" b="1" dirty="0"/>
              <a:t>Siguranță:</a:t>
            </a:r>
            <a:r>
              <a:rPr lang="ro-RO" dirty="0"/>
              <a:t> Previne deplasarea sau căderea conductelor, asigurând stabilitate pe termen lung.</a:t>
            </a:r>
          </a:p>
          <a:p>
            <a:pPr>
              <a:buFont typeface="+mj-lt"/>
              <a:buAutoNum type="arabicPeriod"/>
            </a:pPr>
            <a:r>
              <a:rPr lang="ro-RO" b="1" dirty="0"/>
              <a:t>Eficiență:</a:t>
            </a:r>
            <a:r>
              <a:rPr lang="ro-RO" dirty="0"/>
              <a:t> Permite montajul rapid și precis al instalațiilor.</a:t>
            </a:r>
          </a:p>
          <a:p>
            <a:pPr>
              <a:buFont typeface="+mj-lt"/>
              <a:buAutoNum type="arabicPeriod"/>
            </a:pPr>
            <a:r>
              <a:rPr lang="ro-RO" b="1" dirty="0"/>
              <a:t>Durabilitate:</a:t>
            </a:r>
            <a:r>
              <a:rPr lang="ro-RO" dirty="0"/>
              <a:t> Fixarea corectă previne uzura prematură a conductelor și a structurilor de suport.</a:t>
            </a:r>
          </a:p>
          <a:p>
            <a:pPr>
              <a:buFont typeface="+mj-lt"/>
              <a:buAutoNum type="arabicPeriod"/>
            </a:pPr>
            <a:r>
              <a:rPr lang="ro-RO" b="1" dirty="0"/>
              <a:t>Confort:</a:t>
            </a:r>
            <a:r>
              <a:rPr lang="ro-RO" dirty="0"/>
              <a:t> Reduce zgomotele și vibrațiile prin folosirea colierelor izolate fonic.</a:t>
            </a:r>
          </a:p>
        </p:txBody>
      </p:sp>
    </p:spTree>
    <p:extLst>
      <p:ext uri="{BB962C8B-B14F-4D97-AF65-F5344CB8AC3E}">
        <p14:creationId xmlns:p14="http://schemas.microsoft.com/office/powerpoint/2010/main" val="3990100418"/>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4F37A-0E93-DB81-340C-AD1ED66C86E6}"/>
            </a:ext>
          </a:extLst>
        </p:cNvPr>
        <p:cNvGrpSpPr/>
        <p:nvPr/>
      </p:nvGrpSpPr>
      <p:grpSpPr>
        <a:xfrm>
          <a:off x="0" y="0"/>
          <a:ext cx="0" cy="0"/>
          <a:chOff x="0" y="0"/>
          <a:chExt cx="0" cy="0"/>
        </a:xfrm>
      </p:grpSpPr>
      <p:sp>
        <p:nvSpPr>
          <p:cNvPr id="6" name="Substituent dată 5">
            <a:extLst>
              <a:ext uri="{FF2B5EF4-FFF2-40B4-BE49-F238E27FC236}">
                <a16:creationId xmlns:a16="http://schemas.microsoft.com/office/drawing/2014/main" id="{DD0D303C-3B27-4AAE-F50C-8C7A0244F287}"/>
              </a:ext>
            </a:extLst>
          </p:cNvPr>
          <p:cNvSpPr>
            <a:spLocks noGrp="1"/>
          </p:cNvSpPr>
          <p:nvPr>
            <p:ph type="dt" sz="half" idx="10"/>
          </p:nvPr>
        </p:nvSpPr>
        <p:spPr/>
        <p:txBody>
          <a:bodyPr rtlCol="0"/>
          <a:lstStyle/>
          <a:p>
            <a:pPr rtl="0"/>
            <a:r>
              <a:rPr lang="ro-RO" dirty="0"/>
              <a:t>17.12.2025</a:t>
            </a:r>
          </a:p>
        </p:txBody>
      </p:sp>
      <p:sp>
        <p:nvSpPr>
          <p:cNvPr id="8" name="Substituent număr diapozitiv 7">
            <a:extLst>
              <a:ext uri="{FF2B5EF4-FFF2-40B4-BE49-F238E27FC236}">
                <a16:creationId xmlns:a16="http://schemas.microsoft.com/office/drawing/2014/main" id="{217AE6E1-1A14-61A0-0D4E-7748B0E3D2B0}"/>
              </a:ext>
            </a:extLst>
          </p:cNvPr>
          <p:cNvSpPr>
            <a:spLocks noGrp="1"/>
          </p:cNvSpPr>
          <p:nvPr>
            <p:ph type="sldNum" sz="quarter" idx="12"/>
          </p:nvPr>
        </p:nvSpPr>
        <p:spPr/>
        <p:txBody>
          <a:bodyPr rtlCol="0"/>
          <a:lstStyle/>
          <a:p>
            <a:pPr rtl="0"/>
            <a:fld id="{8D581BC7-E183-40DB-AC97-C19EA4EB8894}" type="slidenum">
              <a:rPr lang="ro-RO" smtClean="0"/>
              <a:pPr rtl="0"/>
              <a:t>25</a:t>
            </a:fld>
            <a:endParaRPr lang="ro-RO" dirty="0"/>
          </a:p>
        </p:txBody>
      </p:sp>
      <p:sp>
        <p:nvSpPr>
          <p:cNvPr id="4" name="Substituent subsol 6">
            <a:extLst>
              <a:ext uri="{FF2B5EF4-FFF2-40B4-BE49-F238E27FC236}">
                <a16:creationId xmlns:a16="http://schemas.microsoft.com/office/drawing/2014/main" id="{AE6E1516-ABD8-5E40-6CAA-417F921FE161}"/>
              </a:ext>
            </a:extLst>
          </p:cNvPr>
          <p:cNvSpPr>
            <a:spLocks noGrp="1"/>
          </p:cNvSpPr>
          <p:nvPr>
            <p:ph type="ftr" sz="quarter" idx="11"/>
          </p:nvPr>
        </p:nvSpPr>
        <p:spPr>
          <a:xfrm>
            <a:off x="1169961" y="5878720"/>
            <a:ext cx="2049894" cy="297307"/>
          </a:xfrm>
        </p:spPr>
        <p:txBody>
          <a:bodyPr rtlCol="0"/>
          <a:lstStyle/>
          <a:p>
            <a:pPr rtl="0"/>
            <a:r>
              <a:rPr lang="ro-RO" dirty="0"/>
              <a:t>Întrebări de sinteză</a:t>
            </a:r>
          </a:p>
        </p:txBody>
      </p:sp>
      <p:sp>
        <p:nvSpPr>
          <p:cNvPr id="5" name="CasetăText 4">
            <a:extLst>
              <a:ext uri="{FF2B5EF4-FFF2-40B4-BE49-F238E27FC236}">
                <a16:creationId xmlns:a16="http://schemas.microsoft.com/office/drawing/2014/main" id="{9986CE9D-F271-E39C-90AE-692E418D6E7F}"/>
              </a:ext>
            </a:extLst>
          </p:cNvPr>
          <p:cNvSpPr txBox="1"/>
          <p:nvPr/>
        </p:nvSpPr>
        <p:spPr>
          <a:xfrm>
            <a:off x="778643" y="369654"/>
            <a:ext cx="11001553" cy="5355312"/>
          </a:xfrm>
          <a:prstGeom prst="rect">
            <a:avLst/>
          </a:prstGeom>
          <a:noFill/>
        </p:spPr>
        <p:txBody>
          <a:bodyPr wrap="square">
            <a:spAutoFit/>
          </a:bodyPr>
          <a:lstStyle/>
          <a:p>
            <a:pPr rtl="0" fontAlgn="base">
              <a:buFont typeface="+mj-lt"/>
              <a:buAutoNum type="arabicPeriod"/>
            </a:pPr>
            <a:r>
              <a:rPr lang="ro-RO"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Care dintre următoarele caracteristici sunt specifice mașinilor de găurit portabile?</a:t>
            </a:r>
          </a:p>
          <a:p>
            <a:pPr marL="449580" rtl="0">
              <a:buNone/>
            </a:pPr>
            <a: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 Pot fi alimentate cu aer comprimat</a:t>
            </a:r>
            <a:b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b) Sunt ideale pentru lucrări rapide și mobile</a:t>
            </a:r>
            <a:b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 Se folosesc pentru perforații de mare precizie</a:t>
            </a:r>
            <a:b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 Sunt alimentate electric sau cu acumulatori</a:t>
            </a:r>
            <a:b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a:t>
            </a:r>
            <a:endParaRPr lang="ro-RO" b="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p>
            <a:pPr rtl="0" fontAlgn="base">
              <a:buFont typeface="+mj-lt"/>
              <a:buAutoNum type="arabicPeriod" startAt="2"/>
            </a:pPr>
            <a:r>
              <a:rPr lang="ro-RO"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Care sunt principalele avantaje ale tehnicii de carotare diamantată?</a:t>
            </a:r>
          </a:p>
          <a:p>
            <a:pPr marL="449580" rtl="0">
              <a:buNone/>
            </a:pPr>
            <a: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 Realizează perforații precise și netede</a:t>
            </a:r>
            <a:b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b) Permite perforarea materialelor moi precum lemnul</a:t>
            </a:r>
            <a:b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 Nu produce vibrații, ceea ce duce la un proces de găurire mai stabil</a:t>
            </a:r>
            <a:b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 Permite perforarea rapidă a materialelor de construcție ușoare</a:t>
            </a:r>
            <a:b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br>
            <a:r>
              <a:rPr lang="ro-RO"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e) Poate fi utilizată pentru perforații de mari dimensiuni în materialele dure</a:t>
            </a:r>
            <a:endParaRPr lang="ro-RO" b="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p>
            <a:pPr indent="449580" rtl="0">
              <a:buNone/>
            </a:pPr>
            <a:r>
              <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a:t>
            </a:r>
            <a:endParaRPr lang="ro-RO" b="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p>
            <a:pPr fontAlgn="base"/>
            <a: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t>3. </a:t>
            </a:r>
            <a:r>
              <a:rPr lang="ro-RO" dirty="0">
                <a:solidFill>
                  <a:schemeClr val="bg2"/>
                </a:solidFill>
                <a:latin typeface="Calibri" panose="020F0502020204030204" pitchFamily="34" charset="0"/>
                <a:ea typeface="Calibri" panose="020F0502020204030204" pitchFamily="34" charset="0"/>
                <a:cs typeface="Calibri" panose="020F0502020204030204" pitchFamily="34" charset="0"/>
              </a:rPr>
              <a:t>Cum funcționează un ciocan rotopercutor în comparație cu o mașină de găurit standard?</a:t>
            </a:r>
          </a:p>
          <a:p>
            <a:pPr marL="447675"/>
            <a:r>
              <a:rPr lang="ro-RO" dirty="0">
                <a:solidFill>
                  <a:schemeClr val="bg2"/>
                </a:solidFill>
                <a:latin typeface="Calibri" panose="020F0502020204030204" pitchFamily="34" charset="0"/>
                <a:ea typeface="Calibri" panose="020F0502020204030204" pitchFamily="34" charset="0"/>
                <a:cs typeface="Calibri" panose="020F0502020204030204" pitchFamily="34" charset="0"/>
              </a:rPr>
              <a:t>a) Folosește un mecanism de percuție pentru a ajuta la găurirea materialelor dure, precum betonul</a:t>
            </a:r>
            <a:br>
              <a:rPr lang="ro-RO" dirty="0">
                <a:solidFill>
                  <a:schemeClr val="bg2"/>
                </a:solidFill>
                <a:latin typeface="Calibri" panose="020F0502020204030204" pitchFamily="34" charset="0"/>
                <a:ea typeface="Calibri" panose="020F0502020204030204" pitchFamily="34" charset="0"/>
                <a:cs typeface="Calibri" panose="020F0502020204030204" pitchFamily="34" charset="0"/>
              </a:rPr>
            </a:br>
            <a:r>
              <a:rPr lang="ro-RO" dirty="0">
                <a:solidFill>
                  <a:schemeClr val="bg2"/>
                </a:solidFill>
                <a:latin typeface="Calibri" panose="020F0502020204030204" pitchFamily="34" charset="0"/>
                <a:ea typeface="Calibri" panose="020F0502020204030204" pitchFamily="34" charset="0"/>
                <a:cs typeface="Calibri" panose="020F0502020204030204" pitchFamily="34" charset="0"/>
              </a:rPr>
              <a:t>b) Are o viteză de găurire mult mai mare decât mașinile standard</a:t>
            </a:r>
            <a:br>
              <a:rPr lang="ro-RO" dirty="0">
                <a:solidFill>
                  <a:schemeClr val="bg2"/>
                </a:solidFill>
                <a:latin typeface="Calibri" panose="020F0502020204030204" pitchFamily="34" charset="0"/>
                <a:ea typeface="Calibri" panose="020F0502020204030204" pitchFamily="34" charset="0"/>
                <a:cs typeface="Calibri" panose="020F0502020204030204" pitchFamily="34" charset="0"/>
              </a:rPr>
            </a:br>
            <a:r>
              <a:rPr lang="ro-RO" dirty="0">
                <a:solidFill>
                  <a:schemeClr val="bg2"/>
                </a:solidFill>
                <a:latin typeface="Calibri" panose="020F0502020204030204" pitchFamily="34" charset="0"/>
                <a:ea typeface="Calibri" panose="020F0502020204030204" pitchFamily="34" charset="0"/>
                <a:cs typeface="Calibri" panose="020F0502020204030204" pitchFamily="34" charset="0"/>
              </a:rPr>
              <a:t>c) Permite utilizarea de burghie SDS pentru a spori forța de perforare</a:t>
            </a:r>
            <a:br>
              <a:rPr lang="ro-RO" dirty="0">
                <a:solidFill>
                  <a:schemeClr val="bg2"/>
                </a:solidFill>
                <a:latin typeface="Calibri" panose="020F0502020204030204" pitchFamily="34" charset="0"/>
                <a:ea typeface="Calibri" panose="020F0502020204030204" pitchFamily="34" charset="0"/>
                <a:cs typeface="Calibri" panose="020F0502020204030204" pitchFamily="34" charset="0"/>
              </a:rPr>
            </a:br>
            <a:r>
              <a:rPr lang="ro-RO" dirty="0">
                <a:solidFill>
                  <a:schemeClr val="bg2"/>
                </a:solidFill>
                <a:latin typeface="Calibri" panose="020F0502020204030204" pitchFamily="34" charset="0"/>
                <a:ea typeface="Calibri" panose="020F0502020204030204" pitchFamily="34" charset="0"/>
                <a:cs typeface="Calibri" panose="020F0502020204030204" pitchFamily="34" charset="0"/>
              </a:rPr>
              <a:t>d) Este mai eficient în realizarea de găuri adânci în metal</a:t>
            </a:r>
            <a:br>
              <a:rPr lang="ro-RO" dirty="0">
                <a:solidFill>
                  <a:schemeClr val="bg2"/>
                </a:solidFill>
                <a:latin typeface="Calibri" panose="020F0502020204030204" pitchFamily="34" charset="0"/>
                <a:ea typeface="Calibri" panose="020F0502020204030204" pitchFamily="34" charset="0"/>
                <a:cs typeface="Calibri" panose="020F0502020204030204" pitchFamily="34" charset="0"/>
              </a:rPr>
            </a:br>
            <a:r>
              <a:rPr lang="ro-RO" dirty="0">
                <a:solidFill>
                  <a:schemeClr val="bg2"/>
                </a:solidFill>
                <a:latin typeface="Calibri" panose="020F0502020204030204" pitchFamily="34" charset="0"/>
                <a:ea typeface="Calibri" panose="020F0502020204030204" pitchFamily="34" charset="0"/>
                <a:cs typeface="Calibri" panose="020F0502020204030204" pitchFamily="34" charset="0"/>
              </a:rPr>
              <a:t>e) Este exclusiv utilizat pentru lucrări de găurire în lemn</a:t>
            </a:r>
          </a:p>
        </p:txBody>
      </p:sp>
      <p:sp>
        <p:nvSpPr>
          <p:cNvPr id="7" name="Dreptunghi 6">
            <a:extLst>
              <a:ext uri="{FF2B5EF4-FFF2-40B4-BE49-F238E27FC236}">
                <a16:creationId xmlns:a16="http://schemas.microsoft.com/office/drawing/2014/main" id="{092D1CAB-E97C-A144-CCA7-8D2D16850899}"/>
              </a:ext>
            </a:extLst>
          </p:cNvPr>
          <p:cNvSpPr/>
          <p:nvPr/>
        </p:nvSpPr>
        <p:spPr>
          <a:xfrm>
            <a:off x="846736" y="379382"/>
            <a:ext cx="7956795" cy="311383"/>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o-RO" sz="1800" b="0" i="0" u="none" strike="noStrike" kern="1200" cap="none" spc="0" normalizeH="0" baseline="0" noProof="0">
              <a:ln>
                <a:noFill/>
              </a:ln>
              <a:solidFill>
                <a:srgbClr val="000000"/>
              </a:solidFill>
              <a:effectLst/>
              <a:uLnTx/>
              <a:uFillTx/>
              <a:latin typeface="Segoe UI Light"/>
              <a:ea typeface="+mn-ea"/>
              <a:cs typeface="+mn-cs"/>
            </a:endParaRPr>
          </a:p>
        </p:txBody>
      </p:sp>
      <p:sp>
        <p:nvSpPr>
          <p:cNvPr id="9" name="Săgeată: dreapta 8">
            <a:extLst>
              <a:ext uri="{FF2B5EF4-FFF2-40B4-BE49-F238E27FC236}">
                <a16:creationId xmlns:a16="http://schemas.microsoft.com/office/drawing/2014/main" id="{5C5428B2-0D59-58B0-D2DB-4ECAA227C793}"/>
              </a:ext>
            </a:extLst>
          </p:cNvPr>
          <p:cNvSpPr/>
          <p:nvPr/>
        </p:nvSpPr>
        <p:spPr>
          <a:xfrm>
            <a:off x="965850" y="995922"/>
            <a:ext cx="294935" cy="214487"/>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o-RO" sz="1800" b="0" i="0" u="none" strike="noStrike" kern="1200" cap="none" spc="0" normalizeH="0" baseline="0" noProof="0">
              <a:ln>
                <a:noFill/>
              </a:ln>
              <a:solidFill>
                <a:srgbClr val="000000"/>
              </a:solidFill>
              <a:effectLst/>
              <a:uLnTx/>
              <a:uFillTx/>
              <a:latin typeface="Segoe UI Light"/>
              <a:ea typeface="+mn-ea"/>
              <a:cs typeface="+mn-cs"/>
            </a:endParaRPr>
          </a:p>
        </p:txBody>
      </p:sp>
      <p:sp>
        <p:nvSpPr>
          <p:cNvPr id="10" name="Săgeată: dreapta 9">
            <a:extLst>
              <a:ext uri="{FF2B5EF4-FFF2-40B4-BE49-F238E27FC236}">
                <a16:creationId xmlns:a16="http://schemas.microsoft.com/office/drawing/2014/main" id="{08D0DA4F-739E-19B7-8A84-ECC854BBFBE0}"/>
              </a:ext>
            </a:extLst>
          </p:cNvPr>
          <p:cNvSpPr/>
          <p:nvPr/>
        </p:nvSpPr>
        <p:spPr>
          <a:xfrm>
            <a:off x="965850" y="1544750"/>
            <a:ext cx="294935" cy="214487"/>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o-RO" sz="1800" b="0" i="0" u="none" strike="noStrike" kern="1200" cap="none" spc="0" normalizeH="0" baseline="0" noProof="0">
              <a:ln>
                <a:noFill/>
              </a:ln>
              <a:solidFill>
                <a:srgbClr val="000000"/>
              </a:solidFill>
              <a:effectLst/>
              <a:uLnTx/>
              <a:uFillTx/>
              <a:latin typeface="Segoe UI Light"/>
              <a:ea typeface="+mn-ea"/>
              <a:cs typeface="+mn-cs"/>
            </a:endParaRPr>
          </a:p>
        </p:txBody>
      </p:sp>
      <p:sp>
        <p:nvSpPr>
          <p:cNvPr id="11" name="Dreptunghi 10">
            <a:extLst>
              <a:ext uri="{FF2B5EF4-FFF2-40B4-BE49-F238E27FC236}">
                <a16:creationId xmlns:a16="http://schemas.microsoft.com/office/drawing/2014/main" id="{52977AE8-6BB0-625B-7138-6FED4C83B552}"/>
              </a:ext>
            </a:extLst>
          </p:cNvPr>
          <p:cNvSpPr/>
          <p:nvPr/>
        </p:nvSpPr>
        <p:spPr>
          <a:xfrm>
            <a:off x="846737" y="2076262"/>
            <a:ext cx="6643562" cy="253399"/>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o-RO" sz="1800" b="0" i="0" u="none" strike="noStrike" kern="1200" cap="none" spc="0" normalizeH="0" baseline="0" noProof="0">
              <a:ln>
                <a:noFill/>
              </a:ln>
              <a:solidFill>
                <a:srgbClr val="000000"/>
              </a:solidFill>
              <a:effectLst/>
              <a:uLnTx/>
              <a:uFillTx/>
              <a:latin typeface="Segoe UI Light"/>
              <a:ea typeface="+mn-ea"/>
              <a:cs typeface="+mn-cs"/>
            </a:endParaRPr>
          </a:p>
        </p:txBody>
      </p:sp>
      <p:sp>
        <p:nvSpPr>
          <p:cNvPr id="12" name="Săgeată: dreapta 11">
            <a:extLst>
              <a:ext uri="{FF2B5EF4-FFF2-40B4-BE49-F238E27FC236}">
                <a16:creationId xmlns:a16="http://schemas.microsoft.com/office/drawing/2014/main" id="{184FF2F3-E11A-8452-A0C1-4F8D756DE08F}"/>
              </a:ext>
            </a:extLst>
          </p:cNvPr>
          <p:cNvSpPr/>
          <p:nvPr/>
        </p:nvSpPr>
        <p:spPr>
          <a:xfrm>
            <a:off x="955889" y="2381419"/>
            <a:ext cx="294935" cy="214487"/>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o-RO" sz="1800" b="0" i="0" u="none" strike="noStrike" kern="1200" cap="none" spc="0" normalizeH="0" baseline="0" noProof="0">
              <a:ln>
                <a:noFill/>
              </a:ln>
              <a:solidFill>
                <a:srgbClr val="000000"/>
              </a:solidFill>
              <a:effectLst/>
              <a:uLnTx/>
              <a:uFillTx/>
              <a:latin typeface="Segoe UI Light"/>
              <a:ea typeface="+mn-ea"/>
              <a:cs typeface="+mn-cs"/>
            </a:endParaRPr>
          </a:p>
        </p:txBody>
      </p:sp>
      <p:sp>
        <p:nvSpPr>
          <p:cNvPr id="13" name="Săgeată: dreapta 12">
            <a:extLst>
              <a:ext uri="{FF2B5EF4-FFF2-40B4-BE49-F238E27FC236}">
                <a16:creationId xmlns:a16="http://schemas.microsoft.com/office/drawing/2014/main" id="{A79A0238-C5C6-5CB7-F652-089E500061BB}"/>
              </a:ext>
            </a:extLst>
          </p:cNvPr>
          <p:cNvSpPr/>
          <p:nvPr/>
        </p:nvSpPr>
        <p:spPr>
          <a:xfrm>
            <a:off x="961573" y="2928688"/>
            <a:ext cx="294935" cy="214487"/>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o-RO" sz="1800" b="0" i="0" u="none" strike="noStrike" kern="1200" cap="none" spc="0" normalizeH="0" baseline="0" noProof="0">
              <a:ln>
                <a:noFill/>
              </a:ln>
              <a:solidFill>
                <a:srgbClr val="000000"/>
              </a:solidFill>
              <a:effectLst/>
              <a:uLnTx/>
              <a:uFillTx/>
              <a:latin typeface="Segoe UI Light"/>
              <a:ea typeface="+mn-ea"/>
              <a:cs typeface="+mn-cs"/>
            </a:endParaRPr>
          </a:p>
        </p:txBody>
      </p:sp>
      <p:sp>
        <p:nvSpPr>
          <p:cNvPr id="14" name="Săgeată: dreapta 13">
            <a:extLst>
              <a:ext uri="{FF2B5EF4-FFF2-40B4-BE49-F238E27FC236}">
                <a16:creationId xmlns:a16="http://schemas.microsoft.com/office/drawing/2014/main" id="{F5AACBBB-A8F9-8AF5-9785-05C899D39FB1}"/>
              </a:ext>
            </a:extLst>
          </p:cNvPr>
          <p:cNvSpPr/>
          <p:nvPr/>
        </p:nvSpPr>
        <p:spPr>
          <a:xfrm>
            <a:off x="965850" y="3479075"/>
            <a:ext cx="294935" cy="214487"/>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o-RO" sz="1800" b="0" i="0" u="none" strike="noStrike" kern="1200" cap="none" spc="0" normalizeH="0" baseline="0" noProof="0">
              <a:ln>
                <a:noFill/>
              </a:ln>
              <a:solidFill>
                <a:srgbClr val="000000"/>
              </a:solidFill>
              <a:effectLst/>
              <a:uLnTx/>
              <a:uFillTx/>
              <a:latin typeface="Segoe UI Light"/>
              <a:ea typeface="+mn-ea"/>
              <a:cs typeface="+mn-cs"/>
            </a:endParaRPr>
          </a:p>
        </p:txBody>
      </p:sp>
      <p:sp>
        <p:nvSpPr>
          <p:cNvPr id="15" name="Dreptunghi 14">
            <a:extLst>
              <a:ext uri="{FF2B5EF4-FFF2-40B4-BE49-F238E27FC236}">
                <a16:creationId xmlns:a16="http://schemas.microsoft.com/office/drawing/2014/main" id="{4CA700CD-F68E-C1C5-7C93-5E7FD81D1564}"/>
              </a:ext>
            </a:extLst>
          </p:cNvPr>
          <p:cNvSpPr/>
          <p:nvPr/>
        </p:nvSpPr>
        <p:spPr>
          <a:xfrm>
            <a:off x="846735" y="3954123"/>
            <a:ext cx="8511273" cy="314273"/>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o-RO" sz="1800" b="0" i="0" u="none" strike="noStrike" kern="1200" cap="none" spc="0" normalizeH="0" baseline="0" noProof="0">
              <a:ln>
                <a:noFill/>
              </a:ln>
              <a:solidFill>
                <a:srgbClr val="000000"/>
              </a:solidFill>
              <a:effectLst/>
              <a:uLnTx/>
              <a:uFillTx/>
              <a:latin typeface="Segoe UI Light"/>
              <a:ea typeface="+mn-ea"/>
              <a:cs typeface="+mn-cs"/>
            </a:endParaRPr>
          </a:p>
        </p:txBody>
      </p:sp>
      <p:sp>
        <p:nvSpPr>
          <p:cNvPr id="16" name="Săgeată: dreapta 15">
            <a:extLst>
              <a:ext uri="{FF2B5EF4-FFF2-40B4-BE49-F238E27FC236}">
                <a16:creationId xmlns:a16="http://schemas.microsoft.com/office/drawing/2014/main" id="{0CC10A4C-DF34-80A1-28D7-C53DAD48D99C}"/>
              </a:ext>
            </a:extLst>
          </p:cNvPr>
          <p:cNvSpPr/>
          <p:nvPr/>
        </p:nvSpPr>
        <p:spPr>
          <a:xfrm>
            <a:off x="955888" y="4304161"/>
            <a:ext cx="294935" cy="214487"/>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o-RO" sz="1800" b="0" i="0" u="none" strike="noStrike" kern="1200" cap="none" spc="0" normalizeH="0" baseline="0" noProof="0">
              <a:ln>
                <a:noFill/>
              </a:ln>
              <a:solidFill>
                <a:srgbClr val="000000"/>
              </a:solidFill>
              <a:effectLst/>
              <a:uLnTx/>
              <a:uFillTx/>
              <a:latin typeface="Segoe UI Light"/>
              <a:ea typeface="+mn-ea"/>
              <a:cs typeface="+mn-cs"/>
            </a:endParaRPr>
          </a:p>
        </p:txBody>
      </p:sp>
      <p:sp>
        <p:nvSpPr>
          <p:cNvPr id="17" name="Săgeată: dreapta 16">
            <a:extLst>
              <a:ext uri="{FF2B5EF4-FFF2-40B4-BE49-F238E27FC236}">
                <a16:creationId xmlns:a16="http://schemas.microsoft.com/office/drawing/2014/main" id="{CDBF63E4-FC89-3F13-1CA4-593265D4F0A7}"/>
              </a:ext>
            </a:extLst>
          </p:cNvPr>
          <p:cNvSpPr/>
          <p:nvPr/>
        </p:nvSpPr>
        <p:spPr>
          <a:xfrm>
            <a:off x="955887" y="4846052"/>
            <a:ext cx="294935" cy="214487"/>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o-RO" sz="1800" b="0" i="0" u="none" strike="noStrike" kern="1200" cap="none" spc="0" normalizeH="0" baseline="0" noProof="0">
              <a:ln>
                <a:noFill/>
              </a:ln>
              <a:solidFill>
                <a:srgbClr val="000000"/>
              </a:solidFill>
              <a:effectLst/>
              <a:uLnTx/>
              <a:uFillTx/>
              <a:latin typeface="Segoe UI Light"/>
              <a:ea typeface="+mn-ea"/>
              <a:cs typeface="+mn-cs"/>
            </a:endParaRPr>
          </a:p>
        </p:txBody>
      </p:sp>
    </p:spTree>
    <p:extLst>
      <p:ext uri="{BB962C8B-B14F-4D97-AF65-F5344CB8AC3E}">
        <p14:creationId xmlns:p14="http://schemas.microsoft.com/office/powerpoint/2010/main" val="3155062703"/>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arn(inVertical)">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arn(inVertical)">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arn(inVertical)">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arn(inVertical)">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500" fill="hold"/>
                                        <p:tgtEl>
                                          <p:spTgt spid="15"/>
                                        </p:tgtEl>
                                        <p:attrNameLst>
                                          <p:attrName>ppt_x</p:attrName>
                                        </p:attrNameLst>
                                      </p:cBhvr>
                                      <p:tavLst>
                                        <p:tav tm="0">
                                          <p:val>
                                            <p:strVal val="#ppt_x"/>
                                          </p:val>
                                        </p:tav>
                                        <p:tav tm="100000">
                                          <p:val>
                                            <p:strVal val="#ppt_x"/>
                                          </p:val>
                                        </p:tav>
                                      </p:tavLst>
                                    </p:anim>
                                    <p:anim calcmode="lin" valueType="num">
                                      <p:cBhvr additive="base">
                                        <p:cTn id="4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barn(inVertical)">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barn(inVertical)">
                                      <p:cBhvr>
                                        <p:cTn id="5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ubstituent imagine 10" descr="Fundal abstract">
            <a:extLst>
              <a:ext uri="{FF2B5EF4-FFF2-40B4-BE49-F238E27FC236}">
                <a16:creationId xmlns:a16="http://schemas.microsoft.com/office/drawing/2014/main" id="{1AFB289C-7992-E904-3106-E3E6A45D4E5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6032" y="1682496"/>
            <a:ext cx="12185968" cy="3493008"/>
          </a:xfrm>
          <a:prstGeom prst="rect">
            <a:avLst/>
          </a:prstGeom>
        </p:spPr>
      </p:pic>
      <p:sp>
        <p:nvSpPr>
          <p:cNvPr id="4" name="Titlu 3">
            <a:extLst>
              <a:ext uri="{FF2B5EF4-FFF2-40B4-BE49-F238E27FC236}">
                <a16:creationId xmlns:a16="http://schemas.microsoft.com/office/drawing/2014/main" id="{E98DCA46-603B-4178-8707-30E192CE6B8D}"/>
              </a:ext>
            </a:extLst>
          </p:cNvPr>
          <p:cNvSpPr>
            <a:spLocks noGrp="1"/>
          </p:cNvSpPr>
          <p:nvPr>
            <p:ph type="title"/>
          </p:nvPr>
        </p:nvSpPr>
        <p:spPr>
          <a:xfrm>
            <a:off x="1325393" y="2118367"/>
            <a:ext cx="9541213" cy="2621265"/>
          </a:xfrm>
        </p:spPr>
        <p:txBody>
          <a:bodyPr rtlCol="0">
            <a:noAutofit/>
          </a:bodyPr>
          <a:lstStyle/>
          <a:p>
            <a:pPr algn="ctr" rtl="0"/>
            <a:r>
              <a:rPr lang="ro-RO" sz="6000" dirty="0"/>
              <a:t>Vă mulțumesc </a:t>
            </a:r>
            <a:br>
              <a:rPr lang="ro-RO" sz="6000" dirty="0"/>
            </a:br>
            <a:r>
              <a:rPr lang="ro-RO" sz="6000" dirty="0"/>
              <a:t>pentru atenția acordată!</a:t>
            </a:r>
          </a:p>
        </p:txBody>
      </p:sp>
    </p:spTree>
    <p:extLst>
      <p:ext uri="{BB962C8B-B14F-4D97-AF65-F5344CB8AC3E}">
        <p14:creationId xmlns:p14="http://schemas.microsoft.com/office/powerpoint/2010/main" val="5958238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theme/theme1.xml><?xml version="1.0" encoding="utf-8"?>
<a:theme xmlns:a="http://schemas.openxmlformats.org/drawingml/2006/main" name="Temă Office">
  <a:themeElements>
    <a:clrScheme name="Custom 12">
      <a:dk1>
        <a:srgbClr val="00BBBB"/>
      </a:dk1>
      <a:lt1>
        <a:srgbClr val="000000"/>
      </a:lt1>
      <a:dk2>
        <a:srgbClr val="999999"/>
      </a:dk2>
      <a:lt2>
        <a:srgbClr val="FFFFFF"/>
      </a:lt2>
      <a:accent1>
        <a:srgbClr val="004448"/>
      </a:accent1>
      <a:accent2>
        <a:srgbClr val="482845"/>
      </a:accent2>
      <a:accent3>
        <a:srgbClr val="7A0000"/>
      </a:accent3>
      <a:accent4>
        <a:srgbClr val="969959"/>
      </a:accent4>
      <a:accent5>
        <a:srgbClr val="225B5F"/>
      </a:accent5>
      <a:accent6>
        <a:srgbClr val="3D8C41"/>
      </a:accent6>
      <a:hlink>
        <a:srgbClr val="7F7F7F"/>
      </a:hlink>
      <a:folHlink>
        <a:srgbClr val="7F7F7F"/>
      </a:folHlink>
    </a:clrScheme>
    <a:fontScheme name="Custom 13">
      <a:majorFont>
        <a:latin typeface="Gill Sans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2"/>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35055251_TF56488565" id="{99AE117C-5766-41E4-BBEA-BD27838E8496}" vid="{B43D1C15-DF83-40B2-8395-3FBA03A95F78}"/>
    </a:ext>
  </a:extLst>
</a:theme>
</file>

<file path=ppt/theme/theme2.xml><?xml version="1.0" encoding="utf-8"?>
<a:theme xmlns:a="http://schemas.openxmlformats.org/drawingml/2006/main" name="Temă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ă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DE2CC379442A4D8483D9D7B1BA3E35" ma:contentTypeVersion="3" ma:contentTypeDescription="Create a new document." ma:contentTypeScope="" ma:versionID="efbadc1e845542c3f471c9fc6745ae9c">
  <xsd:schema xmlns:xsd="http://www.w3.org/2001/XMLSchema" xmlns:xs="http://www.w3.org/2001/XMLSchema" xmlns:p="http://schemas.microsoft.com/office/2006/metadata/properties" xmlns:ns2="a1b380a0-b262-4a13-9203-497a21b8eee5" targetNamespace="http://schemas.microsoft.com/office/2006/metadata/properties" ma:root="true" ma:fieldsID="335cff0a66f7d2eed3ff4df6b121d909" ns2:_="">
    <xsd:import namespace="a1b380a0-b262-4a13-9203-497a21b8eee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b380a0-b262-4a13-9203-497a21b8ee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BA18D07-C258-4048-B5B1-E394AE96CCC5}"/>
</file>

<file path=customXml/itemProps2.xml><?xml version="1.0" encoding="utf-8"?>
<ds:datastoreItem xmlns:ds="http://schemas.openxmlformats.org/officeDocument/2006/customXml" ds:itemID="{4A1E8AE2-F99B-4B29-BEC8-E22FE93A9DAB}">
  <ds:schemaRefs>
    <ds:schemaRef ds:uri="http://schemas.microsoft.com/sharepoint/v3/contenttype/forms"/>
  </ds:schemaRefs>
</ds:datastoreItem>
</file>

<file path=customXml/itemProps3.xml><?xml version="1.0" encoding="utf-8"?>
<ds:datastoreItem xmlns:ds="http://schemas.openxmlformats.org/officeDocument/2006/customXml" ds:itemID="{E9F30836-A3F3-46C8-AB2A-DACE6CAC326E}"/>
</file>

<file path=docProps/app.xml><?xml version="1.0" encoding="utf-8"?>
<Properties xmlns="http://schemas.openxmlformats.org/officeDocument/2006/extended-properties" xmlns:vt="http://schemas.openxmlformats.org/officeDocument/2006/docPropsVTypes">
  <Template>Prezentare futuristă</Template>
  <TotalTime>27088</TotalTime>
  <Words>2779</Words>
  <Application>Microsoft Office PowerPoint</Application>
  <PresentationFormat>Ecran lat</PresentationFormat>
  <Paragraphs>336</Paragraphs>
  <Slides>26</Slides>
  <Notes>26</Notes>
  <HiddenSlides>0</HiddenSlides>
  <MMClips>8</MMClips>
  <ScaleCrop>false</ScaleCrop>
  <HeadingPairs>
    <vt:vector size="6" baseType="variant">
      <vt:variant>
        <vt:lpstr>Fonturi utilizate</vt:lpstr>
      </vt:variant>
      <vt:variant>
        <vt:i4>5</vt:i4>
      </vt:variant>
      <vt:variant>
        <vt:lpstr>Temă</vt:lpstr>
      </vt:variant>
      <vt:variant>
        <vt:i4>1</vt:i4>
      </vt:variant>
      <vt:variant>
        <vt:lpstr>Titluri diapozitive</vt:lpstr>
      </vt:variant>
      <vt:variant>
        <vt:i4>26</vt:i4>
      </vt:variant>
    </vt:vector>
  </HeadingPairs>
  <TitlesOfParts>
    <vt:vector size="32" baseType="lpstr">
      <vt:lpstr>Arial</vt:lpstr>
      <vt:lpstr>Calibri</vt:lpstr>
      <vt:lpstr>Courier New</vt:lpstr>
      <vt:lpstr>Segoe UI Light</vt:lpstr>
      <vt:lpstr>Tahoma</vt:lpstr>
      <vt:lpstr>Temă Office</vt:lpstr>
      <vt:lpstr>ORGANE DE MAȘINI ȘI TEHNOLOGIE MECANICĂ PENTRU INSTALAȚII</vt:lpstr>
      <vt:lpstr>Tehnologii utilizate la execuția instalațiilor în interiorul clădirilor</vt:lpstr>
      <vt:lpstr>Operațiune tehnologică</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Vă mulțumesc  pentru atenția acordată!</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ORGANE DE MAȘINI ȘI TEHNOLOGIE MECANICĂ PENTRU INSTALAȚII</dc:title>
  <dc:creator>Constantin Cilibiu</dc:creator>
  <cp:lastModifiedBy>Constantin Cilibiu</cp:lastModifiedBy>
  <cp:revision>402</cp:revision>
  <dcterms:created xsi:type="dcterms:W3CDTF">2024-09-29T10:19:39Z</dcterms:created>
  <dcterms:modified xsi:type="dcterms:W3CDTF">2025-12-16T21:39:35Z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2024-09-29T10:21:23Z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35f8927b-c84f-4324-8e5c-3956ce67426c</vt:lpwstr>
  </property>
  <property fmtid="{D5CDD505-2E9C-101B-9397-08002B2CF9AE}" pid="8" name="MSIP_Label_5b58b62f-6f94-46bd-8089-18e64b0a9abb_ContentBits">
    <vt:lpwstr>0</vt:lpwstr>
  </property>
  <property fmtid="{D5CDD505-2E9C-101B-9397-08002B2CF9AE}" pid="9" name="ContentTypeId">
    <vt:lpwstr>0x010100E4DE2CC379442A4D8483D9D7B1BA3E35</vt:lpwstr>
  </property>
</Properties>
</file>