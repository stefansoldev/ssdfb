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35"/>
  </p:notesMasterIdLst>
  <p:handoutMasterIdLst>
    <p:handoutMasterId r:id="rId36"/>
  </p:handoutMasterIdLst>
  <p:sldIdLst>
    <p:sldId id="256" r:id="rId5"/>
    <p:sldId id="257" r:id="rId6"/>
    <p:sldId id="258" r:id="rId7"/>
    <p:sldId id="259" r:id="rId8"/>
    <p:sldId id="283" r:id="rId9"/>
    <p:sldId id="260" r:id="rId10"/>
    <p:sldId id="288" r:id="rId11"/>
    <p:sldId id="284" r:id="rId12"/>
    <p:sldId id="289" r:id="rId13"/>
    <p:sldId id="265" r:id="rId14"/>
    <p:sldId id="285" r:id="rId15"/>
    <p:sldId id="261" r:id="rId16"/>
    <p:sldId id="303" r:id="rId17"/>
    <p:sldId id="290" r:id="rId18"/>
    <p:sldId id="292" r:id="rId19"/>
    <p:sldId id="293" r:id="rId20"/>
    <p:sldId id="294" r:id="rId21"/>
    <p:sldId id="296" r:id="rId22"/>
    <p:sldId id="295" r:id="rId23"/>
    <p:sldId id="291" r:id="rId24"/>
    <p:sldId id="297" r:id="rId25"/>
    <p:sldId id="298" r:id="rId26"/>
    <p:sldId id="267" r:id="rId27"/>
    <p:sldId id="302" r:id="rId28"/>
    <p:sldId id="299" r:id="rId29"/>
    <p:sldId id="300" r:id="rId30"/>
    <p:sldId id="301" r:id="rId31"/>
    <p:sldId id="304" r:id="rId32"/>
    <p:sldId id="272" r:id="rId33"/>
    <p:sldId id="282" r:id="rId34"/>
  </p:sldIdLst>
  <p:sldSz cx="12192000" cy="6858000"/>
  <p:notesSz cx="6858000" cy="9144000"/>
  <p:defaultTextStyle>
    <a:defPPr rtl="0">
      <a:defRPr lang="ro-r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3113"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53164"/>
    <a:srgbClr val="225B5F"/>
    <a:srgbClr val="E6E6E6"/>
    <a:srgbClr val="0F1722"/>
    <a:srgbClr val="348151"/>
    <a:srgbClr val="1B243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E25D90C-3CB8-55FA-FA25-93C5ADA92637}" v="2" dt="2025-11-03T12:48:21.605"/>
  </p1510:revLst>
</p1510:revInfo>
</file>

<file path=ppt/tableStyles.xml><?xml version="1.0" encoding="utf-8"?>
<a:tblStyleLst xmlns:a="http://schemas.openxmlformats.org/drawingml/2006/main" def="{B301B821-A1FF-4177-AEE7-76D212191A0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 orient="horz" pos="3113"/>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slide" Target="slides/slide30.xml"/><Relationship Id="rId42"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vid Rotaru" userId="2fc1f323-43ae-4141-badf-0e557e159e99" providerId="ADAL" clId="{EE585529-A9AB-475D-AC70-2A7778F52609}"/>
    <pc:docChg chg="undo custSel addSld delSld modSld">
      <pc:chgData name="David Rotaru" userId="2fc1f323-43ae-4141-badf-0e557e159e99" providerId="ADAL" clId="{EE585529-A9AB-475D-AC70-2A7778F52609}" dt="2025-10-18T13:44:59.198" v="3" actId="21"/>
      <pc:docMkLst>
        <pc:docMk/>
      </pc:docMkLst>
      <pc:sldChg chg="addSp delSp mod">
        <pc:chgData name="David Rotaru" userId="2fc1f323-43ae-4141-badf-0e557e159e99" providerId="ADAL" clId="{EE585529-A9AB-475D-AC70-2A7778F52609}" dt="2025-10-18T13:44:59.198" v="3" actId="21"/>
        <pc:sldMkLst>
          <pc:docMk/>
          <pc:sldMk cId="2149445884" sldId="260"/>
        </pc:sldMkLst>
        <pc:picChg chg="add del">
          <ac:chgData name="David Rotaru" userId="2fc1f323-43ae-4141-badf-0e557e159e99" providerId="ADAL" clId="{EE585529-A9AB-475D-AC70-2A7778F52609}" dt="2025-10-18T13:44:59.198" v="3" actId="21"/>
          <ac:picMkLst>
            <pc:docMk/>
            <pc:sldMk cId="2149445884" sldId="260"/>
            <ac:picMk id="3078" creationId="{9AC3E9AB-1784-EE8F-DD82-196B9E4F022B}"/>
          </ac:picMkLst>
        </pc:picChg>
      </pc:sldChg>
    </pc:docChg>
  </pc:docChgLst>
  <pc:docChgLst>
    <pc:chgData name="David Rotaru" userId="S::rotaru.fl.david@student.utcluj.ro::2fc1f323-43ae-4141-badf-0e557e159e99" providerId="AD" clId="Web-{10A6CA96-EABC-8FB1-1CEB-4829BA6B707C}"/>
    <pc:docChg chg="modSld">
      <pc:chgData name="David Rotaru" userId="S::rotaru.fl.david@student.utcluj.ro::2fc1f323-43ae-4141-badf-0e557e159e99" providerId="AD" clId="Web-{10A6CA96-EABC-8FB1-1CEB-4829BA6B707C}" dt="2025-10-18T15:30:23" v="0" actId="14100"/>
      <pc:docMkLst>
        <pc:docMk/>
      </pc:docMkLst>
      <pc:sldChg chg="modSp">
        <pc:chgData name="David Rotaru" userId="S::rotaru.fl.david@student.utcluj.ro::2fc1f323-43ae-4141-badf-0e557e159e99" providerId="AD" clId="Web-{10A6CA96-EABC-8FB1-1CEB-4829BA6B707C}" dt="2025-10-18T15:30:23" v="0" actId="14100"/>
        <pc:sldMkLst>
          <pc:docMk/>
          <pc:sldMk cId="3194185891" sldId="296"/>
        </pc:sldMkLst>
        <pc:picChg chg="mod">
          <ac:chgData name="David Rotaru" userId="S::rotaru.fl.david@student.utcluj.ro::2fc1f323-43ae-4141-badf-0e557e159e99" providerId="AD" clId="Web-{10A6CA96-EABC-8FB1-1CEB-4829BA6B707C}" dt="2025-10-18T15:30:23" v="0" actId="14100"/>
          <ac:picMkLst>
            <pc:docMk/>
            <pc:sldMk cId="3194185891" sldId="296"/>
            <ac:picMk id="9" creationId="{BC42F990-B010-93C5-3FA8-6DB500E0DB1F}"/>
          </ac:picMkLst>
        </pc:picChg>
      </pc:sldChg>
    </pc:docChg>
  </pc:docChgLst>
  <pc:docChgLst>
    <pc:chgData name="Constantin Cilibiu" userId="S::constantin.cilibiu@campus.utcluj.ro::f24fe8f6-3d43-4b88-a891-725e848da1c4" providerId="AD" clId="Web-{DE25D90C-3CB8-55FA-FA25-93C5ADA92637}"/>
    <pc:docChg chg="modSld">
      <pc:chgData name="Constantin Cilibiu" userId="S::constantin.cilibiu@campus.utcluj.ro::f24fe8f6-3d43-4b88-a891-725e848da1c4" providerId="AD" clId="Web-{DE25D90C-3CB8-55FA-FA25-93C5ADA92637}" dt="2025-11-03T12:48:19.620" v="0" actId="20577"/>
      <pc:docMkLst>
        <pc:docMk/>
      </pc:docMkLst>
      <pc:sldChg chg="modSp">
        <pc:chgData name="Constantin Cilibiu" userId="S::constantin.cilibiu@campus.utcluj.ro::f24fe8f6-3d43-4b88-a891-725e848da1c4" providerId="AD" clId="Web-{DE25D90C-3CB8-55FA-FA25-93C5ADA92637}" dt="2025-11-03T12:48:19.620" v="0" actId="20577"/>
        <pc:sldMkLst>
          <pc:docMk/>
          <pc:sldMk cId="2982231551" sldId="257"/>
        </pc:sldMkLst>
        <pc:spChg chg="mod">
          <ac:chgData name="Constantin Cilibiu" userId="S::constantin.cilibiu@campus.utcluj.ro::f24fe8f6-3d43-4b88-a891-725e848da1c4" providerId="AD" clId="Web-{DE25D90C-3CB8-55FA-FA25-93C5ADA92637}" dt="2025-11-03T12:48:19.620" v="0" actId="20577"/>
          <ac:spMkLst>
            <pc:docMk/>
            <pc:sldMk cId="2982231551" sldId="257"/>
            <ac:spMk id="3" creationId="{FDFD3B61-D7B5-4C7A-80FB-02A3436F88E1}"/>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ubstituent antet 1">
            <a:extLst>
              <a:ext uri="{FF2B5EF4-FFF2-40B4-BE49-F238E27FC236}">
                <a16:creationId xmlns:a16="http://schemas.microsoft.com/office/drawing/2014/main" id="{5E4FC509-A25D-4AC1-956B-244FAC61AF2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ro-RO"/>
          </a:p>
        </p:txBody>
      </p:sp>
      <p:sp>
        <p:nvSpPr>
          <p:cNvPr id="3" name="Substituent dată 2">
            <a:extLst>
              <a:ext uri="{FF2B5EF4-FFF2-40B4-BE49-F238E27FC236}">
                <a16:creationId xmlns:a16="http://schemas.microsoft.com/office/drawing/2014/main" id="{F1EDCBDF-04F2-4646-A118-9A2CBABEDF9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D155A0F4-67A8-4DDF-B72F-F078B64BFF36}" type="datetime1">
              <a:rPr lang="ro-RO" smtClean="0"/>
              <a:t>03.11.2025</a:t>
            </a:fld>
            <a:endParaRPr lang="ro-RO"/>
          </a:p>
        </p:txBody>
      </p:sp>
      <p:sp>
        <p:nvSpPr>
          <p:cNvPr id="4" name="Substituent subsol 3">
            <a:extLst>
              <a:ext uri="{FF2B5EF4-FFF2-40B4-BE49-F238E27FC236}">
                <a16:creationId xmlns:a16="http://schemas.microsoft.com/office/drawing/2014/main" id="{95BD4EF4-9023-4CAF-937E-F78CF009DBD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ro-RO"/>
          </a:p>
        </p:txBody>
      </p:sp>
      <p:sp>
        <p:nvSpPr>
          <p:cNvPr id="5" name="Substituent număr diapozitiv 4">
            <a:extLst>
              <a:ext uri="{FF2B5EF4-FFF2-40B4-BE49-F238E27FC236}">
                <a16:creationId xmlns:a16="http://schemas.microsoft.com/office/drawing/2014/main" id="{C0300887-CA61-4CEF-BD28-E51D6F957D7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CA00C303-0EDA-42E1-9745-6C6A39A7B5C4}" type="slidenum">
              <a:rPr lang="ro-RO" smtClean="0"/>
              <a:t>‹#›</a:t>
            </a:fld>
            <a:endParaRPr lang="ro-RO"/>
          </a:p>
        </p:txBody>
      </p:sp>
    </p:spTree>
    <p:extLst>
      <p:ext uri="{BB962C8B-B14F-4D97-AF65-F5344CB8AC3E}">
        <p14:creationId xmlns:p14="http://schemas.microsoft.com/office/powerpoint/2010/main" val="301676646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ubstituent ante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ro-RO" noProof="0"/>
          </a:p>
        </p:txBody>
      </p:sp>
      <p:sp>
        <p:nvSpPr>
          <p:cNvPr id="3" name="Substituent dată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873D40-B89D-443E-A396-B604801B68BE}" type="datetime1">
              <a:rPr lang="ro-RO" noProof="0" smtClean="0"/>
              <a:pPr/>
              <a:t>03.11.2025</a:t>
            </a:fld>
            <a:endParaRPr lang="ro-RO" noProof="0"/>
          </a:p>
        </p:txBody>
      </p:sp>
      <p:sp>
        <p:nvSpPr>
          <p:cNvPr id="4" name="Substituent imagine diapozitiv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ro-RO" noProof="0"/>
          </a:p>
        </p:txBody>
      </p:sp>
      <p:sp>
        <p:nvSpPr>
          <p:cNvPr id="5" name="Substituent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ro-RO" noProof="0"/>
              <a:t>Editați stilurile de text coordonator</a:t>
            </a:r>
          </a:p>
          <a:p>
            <a:pPr lvl="1" rtl="0"/>
            <a:r>
              <a:rPr lang="ro-RO" noProof="0"/>
              <a:t>Al doilea nivel</a:t>
            </a:r>
          </a:p>
          <a:p>
            <a:pPr lvl="2" rtl="0"/>
            <a:r>
              <a:rPr lang="ro-RO" noProof="0"/>
              <a:t>Al treilea nivel</a:t>
            </a:r>
          </a:p>
          <a:p>
            <a:pPr lvl="3" rtl="0"/>
            <a:r>
              <a:rPr lang="ro-RO" noProof="0"/>
              <a:t>Al patrulea nivel</a:t>
            </a:r>
          </a:p>
          <a:p>
            <a:pPr lvl="4" rtl="0"/>
            <a:r>
              <a:rPr lang="ro-RO" noProof="0"/>
              <a:t>Al cincilea nivel</a:t>
            </a:r>
          </a:p>
        </p:txBody>
      </p:sp>
      <p:sp>
        <p:nvSpPr>
          <p:cNvPr id="6" name="Substituent subsol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ro-RO" noProof="0"/>
          </a:p>
        </p:txBody>
      </p:sp>
      <p:sp>
        <p:nvSpPr>
          <p:cNvPr id="7" name="Substituent număr diapozitiv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6FC40A10-6036-4879-816D-55C01FC94846}" type="slidenum">
              <a:rPr lang="ro-RO" noProof="0" smtClean="0"/>
              <a:t>‹#›</a:t>
            </a:fld>
            <a:endParaRPr lang="ro-RO" noProof="0"/>
          </a:p>
        </p:txBody>
      </p:sp>
    </p:spTree>
    <p:extLst>
      <p:ext uri="{BB962C8B-B14F-4D97-AF65-F5344CB8AC3E}">
        <p14:creationId xmlns:p14="http://schemas.microsoft.com/office/powerpoint/2010/main" val="76573961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stituent imagine diapozitiv 1"/>
          <p:cNvSpPr>
            <a:spLocks noGrp="1" noRot="1" noChangeAspect="1"/>
          </p:cNvSpPr>
          <p:nvPr>
            <p:ph type="sldImg"/>
          </p:nvPr>
        </p:nvSpPr>
        <p:spPr/>
      </p:sp>
      <p:sp>
        <p:nvSpPr>
          <p:cNvPr id="3" name="Substituent note 2"/>
          <p:cNvSpPr>
            <a:spLocks noGrp="1"/>
          </p:cNvSpPr>
          <p:nvPr>
            <p:ph type="body" idx="1"/>
          </p:nvPr>
        </p:nvSpPr>
        <p:spPr/>
        <p:txBody>
          <a:bodyPr rtlCol="0"/>
          <a:lstStyle/>
          <a:p>
            <a:pPr rtl="0"/>
            <a:endParaRPr lang="ro-RO"/>
          </a:p>
        </p:txBody>
      </p:sp>
      <p:sp>
        <p:nvSpPr>
          <p:cNvPr id="4" name="Substituent număr diapozitiv 3"/>
          <p:cNvSpPr>
            <a:spLocks noGrp="1"/>
          </p:cNvSpPr>
          <p:nvPr>
            <p:ph type="sldNum" sz="quarter" idx="10"/>
          </p:nvPr>
        </p:nvSpPr>
        <p:spPr/>
        <p:txBody>
          <a:bodyPr rtlCol="0"/>
          <a:lstStyle/>
          <a:p>
            <a:pPr rtl="0"/>
            <a:fld id="{6FC40A10-6036-4879-816D-55C01FC94846}" type="slidenum">
              <a:rPr lang="ro-RO" smtClean="0"/>
              <a:t>1</a:t>
            </a:fld>
            <a:endParaRPr lang="ro-RO"/>
          </a:p>
        </p:txBody>
      </p:sp>
    </p:spTree>
    <p:extLst>
      <p:ext uri="{BB962C8B-B14F-4D97-AF65-F5344CB8AC3E}">
        <p14:creationId xmlns:p14="http://schemas.microsoft.com/office/powerpoint/2010/main" val="38483395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stituent imagine diapozitiv 1"/>
          <p:cNvSpPr>
            <a:spLocks noGrp="1" noRot="1" noChangeAspect="1"/>
          </p:cNvSpPr>
          <p:nvPr>
            <p:ph type="sldImg"/>
          </p:nvPr>
        </p:nvSpPr>
        <p:spPr/>
      </p:sp>
      <p:sp>
        <p:nvSpPr>
          <p:cNvPr id="3" name="Substituent note 2"/>
          <p:cNvSpPr>
            <a:spLocks noGrp="1"/>
          </p:cNvSpPr>
          <p:nvPr>
            <p:ph type="body" idx="1"/>
          </p:nvPr>
        </p:nvSpPr>
        <p:spPr/>
        <p:txBody>
          <a:bodyPr rtlCol="0"/>
          <a:lstStyle/>
          <a:p>
            <a:pPr rtl="0"/>
            <a:endParaRPr lang="ro-RO"/>
          </a:p>
        </p:txBody>
      </p:sp>
      <p:sp>
        <p:nvSpPr>
          <p:cNvPr id="4" name="Substituent număr diapozitiv 3"/>
          <p:cNvSpPr>
            <a:spLocks noGrp="1"/>
          </p:cNvSpPr>
          <p:nvPr>
            <p:ph type="sldNum" sz="quarter" idx="10"/>
          </p:nvPr>
        </p:nvSpPr>
        <p:spPr/>
        <p:txBody>
          <a:bodyPr rtlCol="0"/>
          <a:lstStyle/>
          <a:p>
            <a:pPr rtl="0"/>
            <a:fld id="{6FC40A10-6036-4879-816D-55C01FC94846}" type="slidenum">
              <a:rPr lang="ro-RO" smtClean="0"/>
              <a:t>2</a:t>
            </a:fld>
            <a:endParaRPr lang="ro-RO"/>
          </a:p>
        </p:txBody>
      </p:sp>
    </p:spTree>
    <p:extLst>
      <p:ext uri="{BB962C8B-B14F-4D97-AF65-F5344CB8AC3E}">
        <p14:creationId xmlns:p14="http://schemas.microsoft.com/office/powerpoint/2010/main" val="29018113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stituent imagine diapozitiv 1"/>
          <p:cNvSpPr>
            <a:spLocks noGrp="1" noRot="1" noChangeAspect="1"/>
          </p:cNvSpPr>
          <p:nvPr>
            <p:ph type="sldImg"/>
          </p:nvPr>
        </p:nvSpPr>
        <p:spPr/>
      </p:sp>
      <p:sp>
        <p:nvSpPr>
          <p:cNvPr id="3" name="Substituent note 2"/>
          <p:cNvSpPr>
            <a:spLocks noGrp="1"/>
          </p:cNvSpPr>
          <p:nvPr>
            <p:ph type="body" idx="1"/>
          </p:nvPr>
        </p:nvSpPr>
        <p:spPr/>
        <p:txBody>
          <a:bodyPr rtlCol="0"/>
          <a:lstStyle/>
          <a:p>
            <a:pPr rtl="0"/>
            <a:endParaRPr lang="ro-RO"/>
          </a:p>
        </p:txBody>
      </p:sp>
      <p:sp>
        <p:nvSpPr>
          <p:cNvPr id="4" name="Substituent număr diapozitiv 3"/>
          <p:cNvSpPr>
            <a:spLocks noGrp="1"/>
          </p:cNvSpPr>
          <p:nvPr>
            <p:ph type="sldNum" sz="quarter" idx="10"/>
          </p:nvPr>
        </p:nvSpPr>
        <p:spPr/>
        <p:txBody>
          <a:bodyPr rtlCol="0"/>
          <a:lstStyle/>
          <a:p>
            <a:pPr rtl="0"/>
            <a:fld id="{6FC40A10-6036-4879-816D-55C01FC94846}" type="slidenum">
              <a:rPr lang="ro-RO" smtClean="0"/>
              <a:t>3</a:t>
            </a:fld>
            <a:endParaRPr lang="ro-RO"/>
          </a:p>
        </p:txBody>
      </p:sp>
    </p:spTree>
    <p:extLst>
      <p:ext uri="{BB962C8B-B14F-4D97-AF65-F5344CB8AC3E}">
        <p14:creationId xmlns:p14="http://schemas.microsoft.com/office/powerpoint/2010/main" val="17871548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stituent imagine diapozitiv 1"/>
          <p:cNvSpPr>
            <a:spLocks noGrp="1" noRot="1" noChangeAspect="1"/>
          </p:cNvSpPr>
          <p:nvPr>
            <p:ph type="sldImg"/>
          </p:nvPr>
        </p:nvSpPr>
        <p:spPr/>
      </p:sp>
      <p:sp>
        <p:nvSpPr>
          <p:cNvPr id="3" name="Substituent note 2"/>
          <p:cNvSpPr>
            <a:spLocks noGrp="1"/>
          </p:cNvSpPr>
          <p:nvPr>
            <p:ph type="body" idx="1"/>
          </p:nvPr>
        </p:nvSpPr>
        <p:spPr/>
        <p:txBody>
          <a:bodyPr rtlCol="0"/>
          <a:lstStyle/>
          <a:p>
            <a:pPr rtl="0"/>
            <a:endParaRPr lang="ro-RO"/>
          </a:p>
        </p:txBody>
      </p:sp>
      <p:sp>
        <p:nvSpPr>
          <p:cNvPr id="4" name="Substituent număr diapozitiv 3"/>
          <p:cNvSpPr>
            <a:spLocks noGrp="1"/>
          </p:cNvSpPr>
          <p:nvPr>
            <p:ph type="sldNum" sz="quarter" idx="10"/>
          </p:nvPr>
        </p:nvSpPr>
        <p:spPr/>
        <p:txBody>
          <a:bodyPr rtlCol="0"/>
          <a:lstStyle/>
          <a:p>
            <a:pPr rtl="0"/>
            <a:fld id="{6FC40A10-6036-4879-816D-55C01FC94846}" type="slidenum">
              <a:rPr lang="ro-RO" smtClean="0"/>
              <a:t>4</a:t>
            </a:fld>
            <a:endParaRPr lang="ro-RO"/>
          </a:p>
        </p:txBody>
      </p:sp>
    </p:spTree>
    <p:extLst>
      <p:ext uri="{BB962C8B-B14F-4D97-AF65-F5344CB8AC3E}">
        <p14:creationId xmlns:p14="http://schemas.microsoft.com/office/powerpoint/2010/main" val="4424131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stituent imagine diapozitiv 1"/>
          <p:cNvSpPr>
            <a:spLocks noGrp="1" noRot="1" noChangeAspect="1"/>
          </p:cNvSpPr>
          <p:nvPr>
            <p:ph type="sldImg"/>
          </p:nvPr>
        </p:nvSpPr>
        <p:spPr/>
      </p:sp>
      <p:sp>
        <p:nvSpPr>
          <p:cNvPr id="3" name="Substituent note 2"/>
          <p:cNvSpPr>
            <a:spLocks noGrp="1"/>
          </p:cNvSpPr>
          <p:nvPr>
            <p:ph type="body" idx="1"/>
          </p:nvPr>
        </p:nvSpPr>
        <p:spPr/>
        <p:txBody>
          <a:bodyPr rtlCol="0"/>
          <a:lstStyle/>
          <a:p>
            <a:pPr rtl="0"/>
            <a:endParaRPr lang="ro-RO"/>
          </a:p>
        </p:txBody>
      </p:sp>
      <p:sp>
        <p:nvSpPr>
          <p:cNvPr id="4" name="Substituent număr diapozitiv 3"/>
          <p:cNvSpPr>
            <a:spLocks noGrp="1"/>
          </p:cNvSpPr>
          <p:nvPr>
            <p:ph type="sldNum" sz="quarter" idx="10"/>
          </p:nvPr>
        </p:nvSpPr>
        <p:spPr/>
        <p:txBody>
          <a:bodyPr rtlCol="0"/>
          <a:lstStyle/>
          <a:p>
            <a:pPr rtl="0"/>
            <a:fld id="{6FC40A10-6036-4879-816D-55C01FC94846}" type="slidenum">
              <a:rPr lang="ro-RO" smtClean="0"/>
              <a:t>5</a:t>
            </a:fld>
            <a:endParaRPr lang="ro-RO"/>
          </a:p>
        </p:txBody>
      </p:sp>
    </p:spTree>
    <p:extLst>
      <p:ext uri="{BB962C8B-B14F-4D97-AF65-F5344CB8AC3E}">
        <p14:creationId xmlns:p14="http://schemas.microsoft.com/office/powerpoint/2010/main" val="29261530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stituent imagine diapozitiv 1"/>
          <p:cNvSpPr>
            <a:spLocks noGrp="1" noRot="1" noChangeAspect="1"/>
          </p:cNvSpPr>
          <p:nvPr>
            <p:ph type="sldImg"/>
          </p:nvPr>
        </p:nvSpPr>
        <p:spPr/>
      </p:sp>
      <p:sp>
        <p:nvSpPr>
          <p:cNvPr id="3" name="Substituent note 2"/>
          <p:cNvSpPr>
            <a:spLocks noGrp="1"/>
          </p:cNvSpPr>
          <p:nvPr>
            <p:ph type="body" idx="1"/>
          </p:nvPr>
        </p:nvSpPr>
        <p:spPr/>
        <p:txBody>
          <a:bodyPr rtlCol="0"/>
          <a:lstStyle/>
          <a:p>
            <a:pPr rtl="0"/>
            <a:endParaRPr lang="ro-RO"/>
          </a:p>
        </p:txBody>
      </p:sp>
      <p:sp>
        <p:nvSpPr>
          <p:cNvPr id="4" name="Substituent număr diapozitiv 3"/>
          <p:cNvSpPr>
            <a:spLocks noGrp="1"/>
          </p:cNvSpPr>
          <p:nvPr>
            <p:ph type="sldNum" sz="quarter" idx="10"/>
          </p:nvPr>
        </p:nvSpPr>
        <p:spPr/>
        <p:txBody>
          <a:bodyPr rtlCol="0"/>
          <a:lstStyle/>
          <a:p>
            <a:pPr rtl="0"/>
            <a:fld id="{6FC40A10-6036-4879-816D-55C01FC94846}" type="slidenum">
              <a:rPr lang="ro-RO" smtClean="0"/>
              <a:t>6</a:t>
            </a:fld>
            <a:endParaRPr lang="ro-RO"/>
          </a:p>
        </p:txBody>
      </p:sp>
    </p:spTree>
    <p:extLst>
      <p:ext uri="{BB962C8B-B14F-4D97-AF65-F5344CB8AC3E}">
        <p14:creationId xmlns:p14="http://schemas.microsoft.com/office/powerpoint/2010/main" val="34716135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stituent imagine diapozitiv 1"/>
          <p:cNvSpPr>
            <a:spLocks noGrp="1" noRot="1" noChangeAspect="1"/>
          </p:cNvSpPr>
          <p:nvPr>
            <p:ph type="sldImg"/>
          </p:nvPr>
        </p:nvSpPr>
        <p:spPr/>
      </p:sp>
      <p:sp>
        <p:nvSpPr>
          <p:cNvPr id="3" name="Substituent note 2"/>
          <p:cNvSpPr>
            <a:spLocks noGrp="1"/>
          </p:cNvSpPr>
          <p:nvPr>
            <p:ph type="body" idx="1"/>
          </p:nvPr>
        </p:nvSpPr>
        <p:spPr/>
        <p:txBody>
          <a:bodyPr rtlCol="0"/>
          <a:lstStyle/>
          <a:p>
            <a:pPr rtl="0"/>
            <a:endParaRPr lang="ro-RO"/>
          </a:p>
        </p:txBody>
      </p:sp>
      <p:sp>
        <p:nvSpPr>
          <p:cNvPr id="4" name="Substituent număr diapozitiv 3"/>
          <p:cNvSpPr>
            <a:spLocks noGrp="1"/>
          </p:cNvSpPr>
          <p:nvPr>
            <p:ph type="sldNum" sz="quarter" idx="10"/>
          </p:nvPr>
        </p:nvSpPr>
        <p:spPr/>
        <p:txBody>
          <a:bodyPr rtlCol="0"/>
          <a:lstStyle/>
          <a:p>
            <a:pPr rtl="0"/>
            <a:fld id="{6FC40A10-6036-4879-816D-55C01FC94846}" type="slidenum">
              <a:rPr lang="ro-RO" smtClean="0"/>
              <a:t>7</a:t>
            </a:fld>
            <a:endParaRPr lang="ro-RO"/>
          </a:p>
        </p:txBody>
      </p:sp>
    </p:spTree>
    <p:extLst>
      <p:ext uri="{BB962C8B-B14F-4D97-AF65-F5344CB8AC3E}">
        <p14:creationId xmlns:p14="http://schemas.microsoft.com/office/powerpoint/2010/main" val="39028934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stituent imagine diapozitiv 1"/>
          <p:cNvSpPr>
            <a:spLocks noGrp="1" noRot="1" noChangeAspect="1"/>
          </p:cNvSpPr>
          <p:nvPr>
            <p:ph type="sldImg"/>
          </p:nvPr>
        </p:nvSpPr>
        <p:spPr/>
      </p:sp>
      <p:sp>
        <p:nvSpPr>
          <p:cNvPr id="3" name="Substituent note 2"/>
          <p:cNvSpPr>
            <a:spLocks noGrp="1"/>
          </p:cNvSpPr>
          <p:nvPr>
            <p:ph type="body" idx="1"/>
          </p:nvPr>
        </p:nvSpPr>
        <p:spPr/>
        <p:txBody>
          <a:bodyPr rtlCol="0"/>
          <a:lstStyle/>
          <a:p>
            <a:pPr rtl="0"/>
            <a:endParaRPr lang="ro-RO"/>
          </a:p>
        </p:txBody>
      </p:sp>
      <p:sp>
        <p:nvSpPr>
          <p:cNvPr id="4" name="Substituent număr diapozitiv 3"/>
          <p:cNvSpPr>
            <a:spLocks noGrp="1"/>
          </p:cNvSpPr>
          <p:nvPr>
            <p:ph type="sldNum" sz="quarter" idx="10"/>
          </p:nvPr>
        </p:nvSpPr>
        <p:spPr/>
        <p:txBody>
          <a:bodyPr rtlCol="0"/>
          <a:lstStyle/>
          <a:p>
            <a:pPr rtl="0"/>
            <a:fld id="{6FC40A10-6036-4879-816D-55C01FC94846}" type="slidenum">
              <a:rPr lang="ro-RO" smtClean="0"/>
              <a:t>8</a:t>
            </a:fld>
            <a:endParaRPr lang="ro-RO"/>
          </a:p>
        </p:txBody>
      </p:sp>
    </p:spTree>
    <p:extLst>
      <p:ext uri="{BB962C8B-B14F-4D97-AF65-F5344CB8AC3E}">
        <p14:creationId xmlns:p14="http://schemas.microsoft.com/office/powerpoint/2010/main" val="41978782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stituent imagine diapozitiv 1"/>
          <p:cNvSpPr>
            <a:spLocks noGrp="1" noRot="1" noChangeAspect="1"/>
          </p:cNvSpPr>
          <p:nvPr>
            <p:ph type="sldImg"/>
          </p:nvPr>
        </p:nvSpPr>
        <p:spPr/>
      </p:sp>
      <p:sp>
        <p:nvSpPr>
          <p:cNvPr id="3" name="Substituent note 2"/>
          <p:cNvSpPr>
            <a:spLocks noGrp="1"/>
          </p:cNvSpPr>
          <p:nvPr>
            <p:ph type="body" idx="1"/>
          </p:nvPr>
        </p:nvSpPr>
        <p:spPr/>
        <p:txBody>
          <a:bodyPr rtlCol="0"/>
          <a:lstStyle/>
          <a:p>
            <a:pPr rtl="0"/>
            <a:endParaRPr lang="ro-RO"/>
          </a:p>
        </p:txBody>
      </p:sp>
      <p:sp>
        <p:nvSpPr>
          <p:cNvPr id="4" name="Substituent număr diapozitiv 3"/>
          <p:cNvSpPr>
            <a:spLocks noGrp="1"/>
          </p:cNvSpPr>
          <p:nvPr>
            <p:ph type="sldNum" sz="quarter" idx="10"/>
          </p:nvPr>
        </p:nvSpPr>
        <p:spPr/>
        <p:txBody>
          <a:bodyPr rtlCol="0"/>
          <a:lstStyle/>
          <a:p>
            <a:pPr rtl="0"/>
            <a:fld id="{6FC40A10-6036-4879-816D-55C01FC94846}" type="slidenum">
              <a:rPr lang="ro-RO" smtClean="0"/>
              <a:t>9</a:t>
            </a:fld>
            <a:endParaRPr lang="ro-RO"/>
          </a:p>
        </p:txBody>
      </p:sp>
    </p:spTree>
    <p:extLst>
      <p:ext uri="{BB962C8B-B14F-4D97-AF65-F5344CB8AC3E}">
        <p14:creationId xmlns:p14="http://schemas.microsoft.com/office/powerpoint/2010/main" val="42384160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stituent imagine diapozitiv 1"/>
          <p:cNvSpPr>
            <a:spLocks noGrp="1" noRot="1" noChangeAspect="1"/>
          </p:cNvSpPr>
          <p:nvPr>
            <p:ph type="sldImg"/>
          </p:nvPr>
        </p:nvSpPr>
        <p:spPr/>
      </p:sp>
      <p:sp>
        <p:nvSpPr>
          <p:cNvPr id="3" name="Substituent note 2"/>
          <p:cNvSpPr>
            <a:spLocks noGrp="1"/>
          </p:cNvSpPr>
          <p:nvPr>
            <p:ph type="body" idx="1"/>
          </p:nvPr>
        </p:nvSpPr>
        <p:spPr/>
        <p:txBody>
          <a:bodyPr rtlCol="0"/>
          <a:lstStyle/>
          <a:p>
            <a:pPr rtl="0"/>
            <a:endParaRPr lang="ro-RO"/>
          </a:p>
        </p:txBody>
      </p:sp>
      <p:sp>
        <p:nvSpPr>
          <p:cNvPr id="4" name="Substituent număr diapozitiv 3"/>
          <p:cNvSpPr>
            <a:spLocks noGrp="1"/>
          </p:cNvSpPr>
          <p:nvPr>
            <p:ph type="sldNum" sz="quarter" idx="10"/>
          </p:nvPr>
        </p:nvSpPr>
        <p:spPr/>
        <p:txBody>
          <a:bodyPr rtlCol="0"/>
          <a:lstStyle/>
          <a:p>
            <a:pPr rtl="0"/>
            <a:fld id="{6FC40A10-6036-4879-816D-55C01FC94846}" type="slidenum">
              <a:rPr lang="ro-RO" smtClean="0"/>
              <a:t>10</a:t>
            </a:fld>
            <a:endParaRPr lang="ro-RO"/>
          </a:p>
        </p:txBody>
      </p:sp>
    </p:spTree>
    <p:extLst>
      <p:ext uri="{BB962C8B-B14F-4D97-AF65-F5344CB8AC3E}">
        <p14:creationId xmlns:p14="http://schemas.microsoft.com/office/powerpoint/2010/main" val="10045977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stituent imagine diapozitiv 1"/>
          <p:cNvSpPr>
            <a:spLocks noGrp="1" noRot="1" noChangeAspect="1"/>
          </p:cNvSpPr>
          <p:nvPr>
            <p:ph type="sldImg"/>
          </p:nvPr>
        </p:nvSpPr>
        <p:spPr/>
      </p:sp>
      <p:sp>
        <p:nvSpPr>
          <p:cNvPr id="3" name="Substituent note 2"/>
          <p:cNvSpPr>
            <a:spLocks noGrp="1"/>
          </p:cNvSpPr>
          <p:nvPr>
            <p:ph type="body" idx="1"/>
          </p:nvPr>
        </p:nvSpPr>
        <p:spPr/>
        <p:txBody>
          <a:bodyPr rtlCol="0"/>
          <a:lstStyle/>
          <a:p>
            <a:pPr rtl="0"/>
            <a:endParaRPr lang="ro-RO"/>
          </a:p>
        </p:txBody>
      </p:sp>
      <p:sp>
        <p:nvSpPr>
          <p:cNvPr id="4" name="Substituent număr diapozitiv 3"/>
          <p:cNvSpPr>
            <a:spLocks noGrp="1"/>
          </p:cNvSpPr>
          <p:nvPr>
            <p:ph type="sldNum" sz="quarter" idx="10"/>
          </p:nvPr>
        </p:nvSpPr>
        <p:spPr/>
        <p:txBody>
          <a:bodyPr rtlCol="0"/>
          <a:lstStyle/>
          <a:p>
            <a:pPr rtl="0"/>
            <a:fld id="{6FC40A10-6036-4879-816D-55C01FC94846}" type="slidenum">
              <a:rPr lang="ro-RO" smtClean="0"/>
              <a:t>11</a:t>
            </a:fld>
            <a:endParaRPr lang="ro-RO"/>
          </a:p>
        </p:txBody>
      </p:sp>
    </p:spTree>
    <p:extLst>
      <p:ext uri="{BB962C8B-B14F-4D97-AF65-F5344CB8AC3E}">
        <p14:creationId xmlns:p14="http://schemas.microsoft.com/office/powerpoint/2010/main" val="19895414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stituent imagine diapozitiv 1"/>
          <p:cNvSpPr>
            <a:spLocks noGrp="1" noRot="1" noChangeAspect="1"/>
          </p:cNvSpPr>
          <p:nvPr>
            <p:ph type="sldImg"/>
          </p:nvPr>
        </p:nvSpPr>
        <p:spPr/>
      </p:sp>
      <p:sp>
        <p:nvSpPr>
          <p:cNvPr id="3" name="Substituent note 2"/>
          <p:cNvSpPr>
            <a:spLocks noGrp="1"/>
          </p:cNvSpPr>
          <p:nvPr>
            <p:ph type="body" idx="1"/>
          </p:nvPr>
        </p:nvSpPr>
        <p:spPr/>
        <p:txBody>
          <a:bodyPr rtlCol="0"/>
          <a:lstStyle/>
          <a:p>
            <a:pPr rtl="0"/>
            <a:endParaRPr lang="ro-RO"/>
          </a:p>
        </p:txBody>
      </p:sp>
      <p:sp>
        <p:nvSpPr>
          <p:cNvPr id="4" name="Substituent număr diapozitiv 3"/>
          <p:cNvSpPr>
            <a:spLocks noGrp="1"/>
          </p:cNvSpPr>
          <p:nvPr>
            <p:ph type="sldNum" sz="quarter" idx="10"/>
          </p:nvPr>
        </p:nvSpPr>
        <p:spPr/>
        <p:txBody>
          <a:bodyPr rtlCol="0"/>
          <a:lstStyle/>
          <a:p>
            <a:pPr rtl="0"/>
            <a:fld id="{6FC40A10-6036-4879-816D-55C01FC94846}" type="slidenum">
              <a:rPr lang="ro-RO" smtClean="0"/>
              <a:t>12</a:t>
            </a:fld>
            <a:endParaRPr lang="ro-RO"/>
          </a:p>
        </p:txBody>
      </p:sp>
    </p:spTree>
    <p:extLst>
      <p:ext uri="{BB962C8B-B14F-4D97-AF65-F5344CB8AC3E}">
        <p14:creationId xmlns:p14="http://schemas.microsoft.com/office/powerpoint/2010/main" val="30568281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D6B3A2-6359-24F2-B863-223AF193123D}"/>
            </a:ext>
          </a:extLst>
        </p:cNvPr>
        <p:cNvGrpSpPr/>
        <p:nvPr/>
      </p:nvGrpSpPr>
      <p:grpSpPr>
        <a:xfrm>
          <a:off x="0" y="0"/>
          <a:ext cx="0" cy="0"/>
          <a:chOff x="0" y="0"/>
          <a:chExt cx="0" cy="0"/>
        </a:xfrm>
      </p:grpSpPr>
      <p:sp>
        <p:nvSpPr>
          <p:cNvPr id="2" name="Substituent imagine diapozitiv 1">
            <a:extLst>
              <a:ext uri="{FF2B5EF4-FFF2-40B4-BE49-F238E27FC236}">
                <a16:creationId xmlns:a16="http://schemas.microsoft.com/office/drawing/2014/main" id="{07F7932D-ADA9-296E-2C89-62DE2B5EE981}"/>
              </a:ext>
            </a:extLst>
          </p:cNvPr>
          <p:cNvSpPr>
            <a:spLocks noGrp="1" noRot="1" noChangeAspect="1"/>
          </p:cNvSpPr>
          <p:nvPr>
            <p:ph type="sldImg"/>
          </p:nvPr>
        </p:nvSpPr>
        <p:spPr/>
      </p:sp>
      <p:sp>
        <p:nvSpPr>
          <p:cNvPr id="3" name="Substituent note 2">
            <a:extLst>
              <a:ext uri="{FF2B5EF4-FFF2-40B4-BE49-F238E27FC236}">
                <a16:creationId xmlns:a16="http://schemas.microsoft.com/office/drawing/2014/main" id="{3A97536E-4C82-D10D-830F-136497B75D7E}"/>
              </a:ext>
            </a:extLst>
          </p:cNvPr>
          <p:cNvSpPr>
            <a:spLocks noGrp="1"/>
          </p:cNvSpPr>
          <p:nvPr>
            <p:ph type="body" idx="1"/>
          </p:nvPr>
        </p:nvSpPr>
        <p:spPr/>
        <p:txBody>
          <a:bodyPr rtlCol="0"/>
          <a:lstStyle/>
          <a:p>
            <a:pPr rtl="0"/>
            <a:endParaRPr lang="ro-RO"/>
          </a:p>
        </p:txBody>
      </p:sp>
      <p:sp>
        <p:nvSpPr>
          <p:cNvPr id="4" name="Substituent număr diapozitiv 3">
            <a:extLst>
              <a:ext uri="{FF2B5EF4-FFF2-40B4-BE49-F238E27FC236}">
                <a16:creationId xmlns:a16="http://schemas.microsoft.com/office/drawing/2014/main" id="{D57CFA1B-F3B8-BDCB-68D0-F005B6A0FD4A}"/>
              </a:ext>
            </a:extLst>
          </p:cNvPr>
          <p:cNvSpPr>
            <a:spLocks noGrp="1"/>
          </p:cNvSpPr>
          <p:nvPr>
            <p:ph type="sldNum" sz="quarter" idx="10"/>
          </p:nvPr>
        </p:nvSpPr>
        <p:spPr/>
        <p:txBody>
          <a:bodyPr rtlCol="0"/>
          <a:lstStyle/>
          <a:p>
            <a:pPr rtl="0"/>
            <a:fld id="{6FC40A10-6036-4879-816D-55C01FC94846}" type="slidenum">
              <a:rPr lang="ro-RO" smtClean="0"/>
              <a:t>13</a:t>
            </a:fld>
            <a:endParaRPr lang="ro-RO"/>
          </a:p>
        </p:txBody>
      </p:sp>
    </p:spTree>
    <p:extLst>
      <p:ext uri="{BB962C8B-B14F-4D97-AF65-F5344CB8AC3E}">
        <p14:creationId xmlns:p14="http://schemas.microsoft.com/office/powerpoint/2010/main" val="31202423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stituent imagine diapozitiv 1"/>
          <p:cNvSpPr>
            <a:spLocks noGrp="1" noRot="1" noChangeAspect="1"/>
          </p:cNvSpPr>
          <p:nvPr>
            <p:ph type="sldImg"/>
          </p:nvPr>
        </p:nvSpPr>
        <p:spPr/>
      </p:sp>
      <p:sp>
        <p:nvSpPr>
          <p:cNvPr id="3" name="Substituent note 2"/>
          <p:cNvSpPr>
            <a:spLocks noGrp="1"/>
          </p:cNvSpPr>
          <p:nvPr>
            <p:ph type="body" idx="1"/>
          </p:nvPr>
        </p:nvSpPr>
        <p:spPr/>
        <p:txBody>
          <a:bodyPr rtlCol="0"/>
          <a:lstStyle/>
          <a:p>
            <a:pPr rtl="0"/>
            <a:endParaRPr lang="ro-RO"/>
          </a:p>
        </p:txBody>
      </p:sp>
      <p:sp>
        <p:nvSpPr>
          <p:cNvPr id="4" name="Substituent număr diapozitiv 3"/>
          <p:cNvSpPr>
            <a:spLocks noGrp="1"/>
          </p:cNvSpPr>
          <p:nvPr>
            <p:ph type="sldNum" sz="quarter" idx="10"/>
          </p:nvPr>
        </p:nvSpPr>
        <p:spPr/>
        <p:txBody>
          <a:bodyPr rtlCol="0"/>
          <a:lstStyle/>
          <a:p>
            <a:pPr rtl="0"/>
            <a:fld id="{6FC40A10-6036-4879-816D-55C01FC94846}" type="slidenum">
              <a:rPr lang="ro-RO" smtClean="0"/>
              <a:t>14</a:t>
            </a:fld>
            <a:endParaRPr lang="ro-RO"/>
          </a:p>
        </p:txBody>
      </p:sp>
    </p:spTree>
    <p:extLst>
      <p:ext uri="{BB962C8B-B14F-4D97-AF65-F5344CB8AC3E}">
        <p14:creationId xmlns:p14="http://schemas.microsoft.com/office/powerpoint/2010/main" val="27896745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stituent imagine diapozitiv 1"/>
          <p:cNvSpPr>
            <a:spLocks noGrp="1" noRot="1" noChangeAspect="1"/>
          </p:cNvSpPr>
          <p:nvPr>
            <p:ph type="sldImg"/>
          </p:nvPr>
        </p:nvSpPr>
        <p:spPr/>
      </p:sp>
      <p:sp>
        <p:nvSpPr>
          <p:cNvPr id="3" name="Substituent note 2"/>
          <p:cNvSpPr>
            <a:spLocks noGrp="1"/>
          </p:cNvSpPr>
          <p:nvPr>
            <p:ph type="body" idx="1"/>
          </p:nvPr>
        </p:nvSpPr>
        <p:spPr/>
        <p:txBody>
          <a:bodyPr rtlCol="0"/>
          <a:lstStyle/>
          <a:p>
            <a:pPr rtl="0"/>
            <a:endParaRPr lang="ro-RO"/>
          </a:p>
        </p:txBody>
      </p:sp>
      <p:sp>
        <p:nvSpPr>
          <p:cNvPr id="4" name="Substituent număr diapozitiv 3"/>
          <p:cNvSpPr>
            <a:spLocks noGrp="1"/>
          </p:cNvSpPr>
          <p:nvPr>
            <p:ph type="sldNum" sz="quarter" idx="10"/>
          </p:nvPr>
        </p:nvSpPr>
        <p:spPr/>
        <p:txBody>
          <a:bodyPr rtlCol="0"/>
          <a:lstStyle/>
          <a:p>
            <a:pPr rtl="0"/>
            <a:fld id="{6FC40A10-6036-4879-816D-55C01FC94846}" type="slidenum">
              <a:rPr lang="ro-RO" smtClean="0"/>
              <a:t>15</a:t>
            </a:fld>
            <a:endParaRPr lang="ro-RO"/>
          </a:p>
        </p:txBody>
      </p:sp>
    </p:spTree>
    <p:extLst>
      <p:ext uri="{BB962C8B-B14F-4D97-AF65-F5344CB8AC3E}">
        <p14:creationId xmlns:p14="http://schemas.microsoft.com/office/powerpoint/2010/main" val="28928555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stituent imagine diapozitiv 1"/>
          <p:cNvSpPr>
            <a:spLocks noGrp="1" noRot="1" noChangeAspect="1"/>
          </p:cNvSpPr>
          <p:nvPr>
            <p:ph type="sldImg"/>
          </p:nvPr>
        </p:nvSpPr>
        <p:spPr/>
      </p:sp>
      <p:sp>
        <p:nvSpPr>
          <p:cNvPr id="3" name="Substituent note 2"/>
          <p:cNvSpPr>
            <a:spLocks noGrp="1"/>
          </p:cNvSpPr>
          <p:nvPr>
            <p:ph type="body" idx="1"/>
          </p:nvPr>
        </p:nvSpPr>
        <p:spPr/>
        <p:txBody>
          <a:bodyPr rtlCol="0"/>
          <a:lstStyle/>
          <a:p>
            <a:pPr rtl="0"/>
            <a:endParaRPr lang="ro-RO"/>
          </a:p>
        </p:txBody>
      </p:sp>
      <p:sp>
        <p:nvSpPr>
          <p:cNvPr id="4" name="Substituent număr diapozitiv 3"/>
          <p:cNvSpPr>
            <a:spLocks noGrp="1"/>
          </p:cNvSpPr>
          <p:nvPr>
            <p:ph type="sldNum" sz="quarter" idx="10"/>
          </p:nvPr>
        </p:nvSpPr>
        <p:spPr/>
        <p:txBody>
          <a:bodyPr rtlCol="0"/>
          <a:lstStyle/>
          <a:p>
            <a:pPr rtl="0"/>
            <a:fld id="{6FC40A10-6036-4879-816D-55C01FC94846}" type="slidenum">
              <a:rPr lang="ro-RO" smtClean="0"/>
              <a:t>16</a:t>
            </a:fld>
            <a:endParaRPr lang="ro-RO"/>
          </a:p>
        </p:txBody>
      </p:sp>
    </p:spTree>
    <p:extLst>
      <p:ext uri="{BB962C8B-B14F-4D97-AF65-F5344CB8AC3E}">
        <p14:creationId xmlns:p14="http://schemas.microsoft.com/office/powerpoint/2010/main" val="8931726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stituent imagine diapozitiv 1"/>
          <p:cNvSpPr>
            <a:spLocks noGrp="1" noRot="1" noChangeAspect="1"/>
          </p:cNvSpPr>
          <p:nvPr>
            <p:ph type="sldImg"/>
          </p:nvPr>
        </p:nvSpPr>
        <p:spPr/>
      </p:sp>
      <p:sp>
        <p:nvSpPr>
          <p:cNvPr id="3" name="Substituent note 2"/>
          <p:cNvSpPr>
            <a:spLocks noGrp="1"/>
          </p:cNvSpPr>
          <p:nvPr>
            <p:ph type="body" idx="1"/>
          </p:nvPr>
        </p:nvSpPr>
        <p:spPr/>
        <p:txBody>
          <a:bodyPr rtlCol="0"/>
          <a:lstStyle/>
          <a:p>
            <a:pPr rtl="0"/>
            <a:endParaRPr lang="ro-RO"/>
          </a:p>
        </p:txBody>
      </p:sp>
      <p:sp>
        <p:nvSpPr>
          <p:cNvPr id="4" name="Substituent număr diapozitiv 3"/>
          <p:cNvSpPr>
            <a:spLocks noGrp="1"/>
          </p:cNvSpPr>
          <p:nvPr>
            <p:ph type="sldNum" sz="quarter" idx="10"/>
          </p:nvPr>
        </p:nvSpPr>
        <p:spPr/>
        <p:txBody>
          <a:bodyPr rtlCol="0"/>
          <a:lstStyle/>
          <a:p>
            <a:pPr rtl="0"/>
            <a:fld id="{6FC40A10-6036-4879-816D-55C01FC94846}" type="slidenum">
              <a:rPr lang="ro-RO" smtClean="0"/>
              <a:t>17</a:t>
            </a:fld>
            <a:endParaRPr lang="ro-RO"/>
          </a:p>
        </p:txBody>
      </p:sp>
    </p:spTree>
    <p:extLst>
      <p:ext uri="{BB962C8B-B14F-4D97-AF65-F5344CB8AC3E}">
        <p14:creationId xmlns:p14="http://schemas.microsoft.com/office/powerpoint/2010/main" val="23433994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stituent imagine diapozitiv 1"/>
          <p:cNvSpPr>
            <a:spLocks noGrp="1" noRot="1" noChangeAspect="1"/>
          </p:cNvSpPr>
          <p:nvPr>
            <p:ph type="sldImg"/>
          </p:nvPr>
        </p:nvSpPr>
        <p:spPr/>
      </p:sp>
      <p:sp>
        <p:nvSpPr>
          <p:cNvPr id="3" name="Substituent note 2"/>
          <p:cNvSpPr>
            <a:spLocks noGrp="1"/>
          </p:cNvSpPr>
          <p:nvPr>
            <p:ph type="body" idx="1"/>
          </p:nvPr>
        </p:nvSpPr>
        <p:spPr/>
        <p:txBody>
          <a:bodyPr rtlCol="0"/>
          <a:lstStyle/>
          <a:p>
            <a:pPr rtl="0"/>
            <a:endParaRPr lang="ro-RO"/>
          </a:p>
        </p:txBody>
      </p:sp>
      <p:sp>
        <p:nvSpPr>
          <p:cNvPr id="4" name="Substituent număr diapozitiv 3"/>
          <p:cNvSpPr>
            <a:spLocks noGrp="1"/>
          </p:cNvSpPr>
          <p:nvPr>
            <p:ph type="sldNum" sz="quarter" idx="10"/>
          </p:nvPr>
        </p:nvSpPr>
        <p:spPr/>
        <p:txBody>
          <a:bodyPr rtlCol="0"/>
          <a:lstStyle/>
          <a:p>
            <a:pPr rtl="0"/>
            <a:fld id="{6FC40A10-6036-4879-816D-55C01FC94846}" type="slidenum">
              <a:rPr lang="ro-RO" smtClean="0"/>
              <a:t>18</a:t>
            </a:fld>
            <a:endParaRPr lang="ro-RO"/>
          </a:p>
        </p:txBody>
      </p:sp>
    </p:spTree>
    <p:extLst>
      <p:ext uri="{BB962C8B-B14F-4D97-AF65-F5344CB8AC3E}">
        <p14:creationId xmlns:p14="http://schemas.microsoft.com/office/powerpoint/2010/main" val="25915331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stituent imagine diapozitiv 1"/>
          <p:cNvSpPr>
            <a:spLocks noGrp="1" noRot="1" noChangeAspect="1"/>
          </p:cNvSpPr>
          <p:nvPr>
            <p:ph type="sldImg"/>
          </p:nvPr>
        </p:nvSpPr>
        <p:spPr/>
      </p:sp>
      <p:sp>
        <p:nvSpPr>
          <p:cNvPr id="3" name="Substituent note 2"/>
          <p:cNvSpPr>
            <a:spLocks noGrp="1"/>
          </p:cNvSpPr>
          <p:nvPr>
            <p:ph type="body" idx="1"/>
          </p:nvPr>
        </p:nvSpPr>
        <p:spPr/>
        <p:txBody>
          <a:bodyPr rtlCol="0"/>
          <a:lstStyle/>
          <a:p>
            <a:pPr rtl="0"/>
            <a:endParaRPr lang="ro-RO"/>
          </a:p>
        </p:txBody>
      </p:sp>
      <p:sp>
        <p:nvSpPr>
          <p:cNvPr id="4" name="Substituent număr diapozitiv 3"/>
          <p:cNvSpPr>
            <a:spLocks noGrp="1"/>
          </p:cNvSpPr>
          <p:nvPr>
            <p:ph type="sldNum" sz="quarter" idx="10"/>
          </p:nvPr>
        </p:nvSpPr>
        <p:spPr/>
        <p:txBody>
          <a:bodyPr rtlCol="0"/>
          <a:lstStyle/>
          <a:p>
            <a:pPr rtl="0"/>
            <a:fld id="{6FC40A10-6036-4879-816D-55C01FC94846}" type="slidenum">
              <a:rPr lang="ro-RO" smtClean="0"/>
              <a:t>19</a:t>
            </a:fld>
            <a:endParaRPr lang="ro-RO"/>
          </a:p>
        </p:txBody>
      </p:sp>
    </p:spTree>
    <p:extLst>
      <p:ext uri="{BB962C8B-B14F-4D97-AF65-F5344CB8AC3E}">
        <p14:creationId xmlns:p14="http://schemas.microsoft.com/office/powerpoint/2010/main" val="31748882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stituent imagine diapozitiv 1"/>
          <p:cNvSpPr>
            <a:spLocks noGrp="1" noRot="1" noChangeAspect="1"/>
          </p:cNvSpPr>
          <p:nvPr>
            <p:ph type="sldImg"/>
          </p:nvPr>
        </p:nvSpPr>
        <p:spPr/>
      </p:sp>
      <p:sp>
        <p:nvSpPr>
          <p:cNvPr id="3" name="Substituent note 2"/>
          <p:cNvSpPr>
            <a:spLocks noGrp="1"/>
          </p:cNvSpPr>
          <p:nvPr>
            <p:ph type="body" idx="1"/>
          </p:nvPr>
        </p:nvSpPr>
        <p:spPr/>
        <p:txBody>
          <a:bodyPr rtlCol="0"/>
          <a:lstStyle/>
          <a:p>
            <a:pPr rtl="0"/>
            <a:endParaRPr lang="ro-RO"/>
          </a:p>
        </p:txBody>
      </p:sp>
      <p:sp>
        <p:nvSpPr>
          <p:cNvPr id="4" name="Substituent număr diapozitiv 3"/>
          <p:cNvSpPr>
            <a:spLocks noGrp="1"/>
          </p:cNvSpPr>
          <p:nvPr>
            <p:ph type="sldNum" sz="quarter" idx="10"/>
          </p:nvPr>
        </p:nvSpPr>
        <p:spPr/>
        <p:txBody>
          <a:bodyPr rtlCol="0"/>
          <a:lstStyle/>
          <a:p>
            <a:pPr rtl="0"/>
            <a:fld id="{6FC40A10-6036-4879-816D-55C01FC94846}" type="slidenum">
              <a:rPr lang="ro-RO" smtClean="0"/>
              <a:t>20</a:t>
            </a:fld>
            <a:endParaRPr lang="ro-RO"/>
          </a:p>
        </p:txBody>
      </p:sp>
    </p:spTree>
    <p:extLst>
      <p:ext uri="{BB962C8B-B14F-4D97-AF65-F5344CB8AC3E}">
        <p14:creationId xmlns:p14="http://schemas.microsoft.com/office/powerpoint/2010/main" val="203742223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stituent imagine diapozitiv 1"/>
          <p:cNvSpPr>
            <a:spLocks noGrp="1" noRot="1" noChangeAspect="1"/>
          </p:cNvSpPr>
          <p:nvPr>
            <p:ph type="sldImg"/>
          </p:nvPr>
        </p:nvSpPr>
        <p:spPr/>
      </p:sp>
      <p:sp>
        <p:nvSpPr>
          <p:cNvPr id="3" name="Substituent note 2"/>
          <p:cNvSpPr>
            <a:spLocks noGrp="1"/>
          </p:cNvSpPr>
          <p:nvPr>
            <p:ph type="body" idx="1"/>
          </p:nvPr>
        </p:nvSpPr>
        <p:spPr/>
        <p:txBody>
          <a:bodyPr rtlCol="0"/>
          <a:lstStyle/>
          <a:p>
            <a:pPr rtl="0"/>
            <a:endParaRPr lang="ro-RO"/>
          </a:p>
        </p:txBody>
      </p:sp>
      <p:sp>
        <p:nvSpPr>
          <p:cNvPr id="4" name="Substituent număr diapozitiv 3"/>
          <p:cNvSpPr>
            <a:spLocks noGrp="1"/>
          </p:cNvSpPr>
          <p:nvPr>
            <p:ph type="sldNum" sz="quarter" idx="10"/>
          </p:nvPr>
        </p:nvSpPr>
        <p:spPr/>
        <p:txBody>
          <a:bodyPr rtlCol="0"/>
          <a:lstStyle/>
          <a:p>
            <a:pPr rtl="0"/>
            <a:fld id="{6FC40A10-6036-4879-816D-55C01FC94846}" type="slidenum">
              <a:rPr lang="ro-RO" smtClean="0"/>
              <a:t>21</a:t>
            </a:fld>
            <a:endParaRPr lang="ro-RO"/>
          </a:p>
        </p:txBody>
      </p:sp>
    </p:spTree>
    <p:extLst>
      <p:ext uri="{BB962C8B-B14F-4D97-AF65-F5344CB8AC3E}">
        <p14:creationId xmlns:p14="http://schemas.microsoft.com/office/powerpoint/2010/main" val="275842788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stituent imagine diapozitiv 1"/>
          <p:cNvSpPr>
            <a:spLocks noGrp="1" noRot="1" noChangeAspect="1"/>
          </p:cNvSpPr>
          <p:nvPr>
            <p:ph type="sldImg"/>
          </p:nvPr>
        </p:nvSpPr>
        <p:spPr/>
      </p:sp>
      <p:sp>
        <p:nvSpPr>
          <p:cNvPr id="3" name="Substituent note 2"/>
          <p:cNvSpPr>
            <a:spLocks noGrp="1"/>
          </p:cNvSpPr>
          <p:nvPr>
            <p:ph type="body" idx="1"/>
          </p:nvPr>
        </p:nvSpPr>
        <p:spPr/>
        <p:txBody>
          <a:bodyPr rtlCol="0"/>
          <a:lstStyle/>
          <a:p>
            <a:pPr rtl="0"/>
            <a:endParaRPr lang="ro-RO"/>
          </a:p>
        </p:txBody>
      </p:sp>
      <p:sp>
        <p:nvSpPr>
          <p:cNvPr id="4" name="Substituent număr diapozitiv 3"/>
          <p:cNvSpPr>
            <a:spLocks noGrp="1"/>
          </p:cNvSpPr>
          <p:nvPr>
            <p:ph type="sldNum" sz="quarter" idx="10"/>
          </p:nvPr>
        </p:nvSpPr>
        <p:spPr/>
        <p:txBody>
          <a:bodyPr rtlCol="0"/>
          <a:lstStyle/>
          <a:p>
            <a:pPr rtl="0"/>
            <a:fld id="{6FC40A10-6036-4879-816D-55C01FC94846}" type="slidenum">
              <a:rPr lang="ro-RO" smtClean="0"/>
              <a:t>22</a:t>
            </a:fld>
            <a:endParaRPr lang="ro-RO"/>
          </a:p>
        </p:txBody>
      </p:sp>
    </p:spTree>
    <p:extLst>
      <p:ext uri="{BB962C8B-B14F-4D97-AF65-F5344CB8AC3E}">
        <p14:creationId xmlns:p14="http://schemas.microsoft.com/office/powerpoint/2010/main" val="245958940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stituent imagine diapozitiv 1"/>
          <p:cNvSpPr>
            <a:spLocks noGrp="1" noRot="1" noChangeAspect="1"/>
          </p:cNvSpPr>
          <p:nvPr>
            <p:ph type="sldImg"/>
          </p:nvPr>
        </p:nvSpPr>
        <p:spPr/>
      </p:sp>
      <p:sp>
        <p:nvSpPr>
          <p:cNvPr id="3" name="Substituent note 2"/>
          <p:cNvSpPr>
            <a:spLocks noGrp="1"/>
          </p:cNvSpPr>
          <p:nvPr>
            <p:ph type="body" idx="1"/>
          </p:nvPr>
        </p:nvSpPr>
        <p:spPr/>
        <p:txBody>
          <a:bodyPr rtlCol="0"/>
          <a:lstStyle/>
          <a:p>
            <a:pPr rtl="0"/>
            <a:endParaRPr lang="ro-RO"/>
          </a:p>
        </p:txBody>
      </p:sp>
      <p:sp>
        <p:nvSpPr>
          <p:cNvPr id="4" name="Substituent număr diapozitiv 3"/>
          <p:cNvSpPr>
            <a:spLocks noGrp="1"/>
          </p:cNvSpPr>
          <p:nvPr>
            <p:ph type="sldNum" sz="quarter" idx="10"/>
          </p:nvPr>
        </p:nvSpPr>
        <p:spPr/>
        <p:txBody>
          <a:bodyPr rtlCol="0"/>
          <a:lstStyle/>
          <a:p>
            <a:pPr rtl="0"/>
            <a:fld id="{6FC40A10-6036-4879-816D-55C01FC94846}" type="slidenum">
              <a:rPr lang="ro-RO" smtClean="0"/>
              <a:t>23</a:t>
            </a:fld>
            <a:endParaRPr lang="ro-RO"/>
          </a:p>
        </p:txBody>
      </p:sp>
    </p:spTree>
    <p:extLst>
      <p:ext uri="{BB962C8B-B14F-4D97-AF65-F5344CB8AC3E}">
        <p14:creationId xmlns:p14="http://schemas.microsoft.com/office/powerpoint/2010/main" val="274702290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stituent imagine diapozitiv 1"/>
          <p:cNvSpPr>
            <a:spLocks noGrp="1" noRot="1" noChangeAspect="1"/>
          </p:cNvSpPr>
          <p:nvPr>
            <p:ph type="sldImg"/>
          </p:nvPr>
        </p:nvSpPr>
        <p:spPr/>
      </p:sp>
      <p:sp>
        <p:nvSpPr>
          <p:cNvPr id="3" name="Substituent note 2"/>
          <p:cNvSpPr>
            <a:spLocks noGrp="1"/>
          </p:cNvSpPr>
          <p:nvPr>
            <p:ph type="body" idx="1"/>
          </p:nvPr>
        </p:nvSpPr>
        <p:spPr/>
        <p:txBody>
          <a:bodyPr rtlCol="0"/>
          <a:lstStyle/>
          <a:p>
            <a:pPr rtl="0"/>
            <a:endParaRPr lang="ro-RO"/>
          </a:p>
        </p:txBody>
      </p:sp>
      <p:sp>
        <p:nvSpPr>
          <p:cNvPr id="4" name="Substituent număr diapozitiv 3"/>
          <p:cNvSpPr>
            <a:spLocks noGrp="1"/>
          </p:cNvSpPr>
          <p:nvPr>
            <p:ph type="sldNum" sz="quarter" idx="10"/>
          </p:nvPr>
        </p:nvSpPr>
        <p:spPr/>
        <p:txBody>
          <a:bodyPr rtlCol="0"/>
          <a:lstStyle/>
          <a:p>
            <a:pPr rtl="0"/>
            <a:fld id="{6FC40A10-6036-4879-816D-55C01FC94846}" type="slidenum">
              <a:rPr lang="ro-RO" smtClean="0"/>
              <a:t>24</a:t>
            </a:fld>
            <a:endParaRPr lang="ro-RO"/>
          </a:p>
        </p:txBody>
      </p:sp>
    </p:spTree>
    <p:extLst>
      <p:ext uri="{BB962C8B-B14F-4D97-AF65-F5344CB8AC3E}">
        <p14:creationId xmlns:p14="http://schemas.microsoft.com/office/powerpoint/2010/main" val="30624655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stituent imagine diapozitiv 1"/>
          <p:cNvSpPr>
            <a:spLocks noGrp="1" noRot="1" noChangeAspect="1"/>
          </p:cNvSpPr>
          <p:nvPr>
            <p:ph type="sldImg"/>
          </p:nvPr>
        </p:nvSpPr>
        <p:spPr/>
      </p:sp>
      <p:sp>
        <p:nvSpPr>
          <p:cNvPr id="3" name="Substituent note 2"/>
          <p:cNvSpPr>
            <a:spLocks noGrp="1"/>
          </p:cNvSpPr>
          <p:nvPr>
            <p:ph type="body" idx="1"/>
          </p:nvPr>
        </p:nvSpPr>
        <p:spPr/>
        <p:txBody>
          <a:bodyPr rtlCol="0"/>
          <a:lstStyle/>
          <a:p>
            <a:pPr rtl="0"/>
            <a:endParaRPr lang="ro-RO"/>
          </a:p>
        </p:txBody>
      </p:sp>
      <p:sp>
        <p:nvSpPr>
          <p:cNvPr id="4" name="Substituent număr diapozitiv 3"/>
          <p:cNvSpPr>
            <a:spLocks noGrp="1"/>
          </p:cNvSpPr>
          <p:nvPr>
            <p:ph type="sldNum" sz="quarter" idx="10"/>
          </p:nvPr>
        </p:nvSpPr>
        <p:spPr/>
        <p:txBody>
          <a:bodyPr rtlCol="0"/>
          <a:lstStyle/>
          <a:p>
            <a:pPr rtl="0"/>
            <a:fld id="{6FC40A10-6036-4879-816D-55C01FC94846}" type="slidenum">
              <a:rPr lang="ro-RO" smtClean="0"/>
              <a:t>25</a:t>
            </a:fld>
            <a:endParaRPr lang="ro-RO"/>
          </a:p>
        </p:txBody>
      </p:sp>
    </p:spTree>
    <p:extLst>
      <p:ext uri="{BB962C8B-B14F-4D97-AF65-F5344CB8AC3E}">
        <p14:creationId xmlns:p14="http://schemas.microsoft.com/office/powerpoint/2010/main" val="122965246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stituent imagine diapozitiv 1"/>
          <p:cNvSpPr>
            <a:spLocks noGrp="1" noRot="1" noChangeAspect="1"/>
          </p:cNvSpPr>
          <p:nvPr>
            <p:ph type="sldImg"/>
          </p:nvPr>
        </p:nvSpPr>
        <p:spPr/>
      </p:sp>
      <p:sp>
        <p:nvSpPr>
          <p:cNvPr id="3" name="Substituent note 2"/>
          <p:cNvSpPr>
            <a:spLocks noGrp="1"/>
          </p:cNvSpPr>
          <p:nvPr>
            <p:ph type="body" idx="1"/>
          </p:nvPr>
        </p:nvSpPr>
        <p:spPr/>
        <p:txBody>
          <a:bodyPr rtlCol="0"/>
          <a:lstStyle/>
          <a:p>
            <a:pPr rtl="0"/>
            <a:endParaRPr lang="ro-RO"/>
          </a:p>
        </p:txBody>
      </p:sp>
      <p:sp>
        <p:nvSpPr>
          <p:cNvPr id="4" name="Substituent număr diapozitiv 3"/>
          <p:cNvSpPr>
            <a:spLocks noGrp="1"/>
          </p:cNvSpPr>
          <p:nvPr>
            <p:ph type="sldNum" sz="quarter" idx="10"/>
          </p:nvPr>
        </p:nvSpPr>
        <p:spPr/>
        <p:txBody>
          <a:bodyPr rtlCol="0"/>
          <a:lstStyle/>
          <a:p>
            <a:pPr rtl="0"/>
            <a:fld id="{6FC40A10-6036-4879-816D-55C01FC94846}" type="slidenum">
              <a:rPr lang="ro-RO" smtClean="0"/>
              <a:t>26</a:t>
            </a:fld>
            <a:endParaRPr lang="ro-RO"/>
          </a:p>
        </p:txBody>
      </p:sp>
    </p:spTree>
    <p:extLst>
      <p:ext uri="{BB962C8B-B14F-4D97-AF65-F5344CB8AC3E}">
        <p14:creationId xmlns:p14="http://schemas.microsoft.com/office/powerpoint/2010/main" val="47912127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stituent imagine diapozitiv 1"/>
          <p:cNvSpPr>
            <a:spLocks noGrp="1" noRot="1" noChangeAspect="1"/>
          </p:cNvSpPr>
          <p:nvPr>
            <p:ph type="sldImg"/>
          </p:nvPr>
        </p:nvSpPr>
        <p:spPr/>
      </p:sp>
      <p:sp>
        <p:nvSpPr>
          <p:cNvPr id="3" name="Substituent note 2"/>
          <p:cNvSpPr>
            <a:spLocks noGrp="1"/>
          </p:cNvSpPr>
          <p:nvPr>
            <p:ph type="body" idx="1"/>
          </p:nvPr>
        </p:nvSpPr>
        <p:spPr/>
        <p:txBody>
          <a:bodyPr rtlCol="0"/>
          <a:lstStyle/>
          <a:p>
            <a:pPr rtl="0"/>
            <a:endParaRPr lang="ro-RO"/>
          </a:p>
        </p:txBody>
      </p:sp>
      <p:sp>
        <p:nvSpPr>
          <p:cNvPr id="4" name="Substituent număr diapozitiv 3"/>
          <p:cNvSpPr>
            <a:spLocks noGrp="1"/>
          </p:cNvSpPr>
          <p:nvPr>
            <p:ph type="sldNum" sz="quarter" idx="10"/>
          </p:nvPr>
        </p:nvSpPr>
        <p:spPr/>
        <p:txBody>
          <a:bodyPr rtlCol="0"/>
          <a:lstStyle/>
          <a:p>
            <a:pPr rtl="0"/>
            <a:fld id="{6FC40A10-6036-4879-816D-55C01FC94846}" type="slidenum">
              <a:rPr lang="ro-RO" smtClean="0"/>
              <a:t>27</a:t>
            </a:fld>
            <a:endParaRPr lang="ro-RO"/>
          </a:p>
        </p:txBody>
      </p:sp>
    </p:spTree>
    <p:extLst>
      <p:ext uri="{BB962C8B-B14F-4D97-AF65-F5344CB8AC3E}">
        <p14:creationId xmlns:p14="http://schemas.microsoft.com/office/powerpoint/2010/main" val="10333765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324F61-F5A1-1F51-2048-747584643BE6}"/>
            </a:ext>
          </a:extLst>
        </p:cNvPr>
        <p:cNvGrpSpPr/>
        <p:nvPr/>
      </p:nvGrpSpPr>
      <p:grpSpPr>
        <a:xfrm>
          <a:off x="0" y="0"/>
          <a:ext cx="0" cy="0"/>
          <a:chOff x="0" y="0"/>
          <a:chExt cx="0" cy="0"/>
        </a:xfrm>
      </p:grpSpPr>
      <p:sp>
        <p:nvSpPr>
          <p:cNvPr id="2" name="Substituent imagine diapozitiv 1">
            <a:extLst>
              <a:ext uri="{FF2B5EF4-FFF2-40B4-BE49-F238E27FC236}">
                <a16:creationId xmlns:a16="http://schemas.microsoft.com/office/drawing/2014/main" id="{FB9D8CE7-5D74-35D0-D1B7-96E76197CF9E}"/>
              </a:ext>
            </a:extLst>
          </p:cNvPr>
          <p:cNvSpPr>
            <a:spLocks noGrp="1" noRot="1" noChangeAspect="1"/>
          </p:cNvSpPr>
          <p:nvPr>
            <p:ph type="sldImg"/>
          </p:nvPr>
        </p:nvSpPr>
        <p:spPr/>
      </p:sp>
      <p:sp>
        <p:nvSpPr>
          <p:cNvPr id="3" name="Substituent note 2">
            <a:extLst>
              <a:ext uri="{FF2B5EF4-FFF2-40B4-BE49-F238E27FC236}">
                <a16:creationId xmlns:a16="http://schemas.microsoft.com/office/drawing/2014/main" id="{AF108513-377C-547D-B6C7-834651ADEF3D}"/>
              </a:ext>
            </a:extLst>
          </p:cNvPr>
          <p:cNvSpPr>
            <a:spLocks noGrp="1"/>
          </p:cNvSpPr>
          <p:nvPr>
            <p:ph type="body" idx="1"/>
          </p:nvPr>
        </p:nvSpPr>
        <p:spPr/>
        <p:txBody>
          <a:bodyPr rtlCol="0"/>
          <a:lstStyle/>
          <a:p>
            <a:pPr rtl="0"/>
            <a:endParaRPr lang="ro-RO"/>
          </a:p>
        </p:txBody>
      </p:sp>
      <p:sp>
        <p:nvSpPr>
          <p:cNvPr id="4" name="Substituent număr diapozitiv 3">
            <a:extLst>
              <a:ext uri="{FF2B5EF4-FFF2-40B4-BE49-F238E27FC236}">
                <a16:creationId xmlns:a16="http://schemas.microsoft.com/office/drawing/2014/main" id="{A7B0892D-98BE-802B-2BD4-445A38C7AA2F}"/>
              </a:ext>
            </a:extLst>
          </p:cNvPr>
          <p:cNvSpPr>
            <a:spLocks noGrp="1"/>
          </p:cNvSpPr>
          <p:nvPr>
            <p:ph type="sldNum" sz="quarter" idx="10"/>
          </p:nvPr>
        </p:nvSpPr>
        <p:spPr/>
        <p:txBody>
          <a:bodyPr rtlCol="0"/>
          <a:lstStyle/>
          <a:p>
            <a:pPr rtl="0"/>
            <a:fld id="{6FC40A10-6036-4879-816D-55C01FC94846}" type="slidenum">
              <a:rPr lang="ro-RO" smtClean="0"/>
              <a:t>28</a:t>
            </a:fld>
            <a:endParaRPr lang="ro-RO"/>
          </a:p>
        </p:txBody>
      </p:sp>
    </p:spTree>
    <p:extLst>
      <p:ext uri="{BB962C8B-B14F-4D97-AF65-F5344CB8AC3E}">
        <p14:creationId xmlns:p14="http://schemas.microsoft.com/office/powerpoint/2010/main" val="323509933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stituent imagine diapozitiv 1"/>
          <p:cNvSpPr>
            <a:spLocks noGrp="1" noRot="1" noChangeAspect="1"/>
          </p:cNvSpPr>
          <p:nvPr>
            <p:ph type="sldImg"/>
          </p:nvPr>
        </p:nvSpPr>
        <p:spPr/>
      </p:sp>
      <p:sp>
        <p:nvSpPr>
          <p:cNvPr id="3" name="Substituent note 2"/>
          <p:cNvSpPr>
            <a:spLocks noGrp="1"/>
          </p:cNvSpPr>
          <p:nvPr>
            <p:ph type="body" idx="1"/>
          </p:nvPr>
        </p:nvSpPr>
        <p:spPr/>
        <p:txBody>
          <a:bodyPr rtlCol="0"/>
          <a:lstStyle/>
          <a:p>
            <a:pPr rtl="0"/>
            <a:endParaRPr lang="ro-RO"/>
          </a:p>
        </p:txBody>
      </p:sp>
      <p:sp>
        <p:nvSpPr>
          <p:cNvPr id="4" name="Substituent număr diapozitiv 3"/>
          <p:cNvSpPr>
            <a:spLocks noGrp="1"/>
          </p:cNvSpPr>
          <p:nvPr>
            <p:ph type="sldNum" sz="quarter" idx="10"/>
          </p:nvPr>
        </p:nvSpPr>
        <p:spPr/>
        <p:txBody>
          <a:bodyPr rtlCol="0"/>
          <a:lstStyle/>
          <a:p>
            <a:pPr rtl="0"/>
            <a:fld id="{6FC40A10-6036-4879-816D-55C01FC94846}" type="slidenum">
              <a:rPr lang="ro-RO" smtClean="0"/>
              <a:t>29</a:t>
            </a:fld>
            <a:endParaRPr lang="ro-RO"/>
          </a:p>
        </p:txBody>
      </p:sp>
    </p:spTree>
    <p:extLst>
      <p:ext uri="{BB962C8B-B14F-4D97-AF65-F5344CB8AC3E}">
        <p14:creationId xmlns:p14="http://schemas.microsoft.com/office/powerpoint/2010/main" val="72482843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stituent imagine diapozitiv 1"/>
          <p:cNvSpPr>
            <a:spLocks noGrp="1" noRot="1" noChangeAspect="1"/>
          </p:cNvSpPr>
          <p:nvPr>
            <p:ph type="sldImg"/>
          </p:nvPr>
        </p:nvSpPr>
        <p:spPr/>
      </p:sp>
      <p:sp>
        <p:nvSpPr>
          <p:cNvPr id="3" name="Substituent note 2"/>
          <p:cNvSpPr>
            <a:spLocks noGrp="1"/>
          </p:cNvSpPr>
          <p:nvPr>
            <p:ph type="body" idx="1"/>
          </p:nvPr>
        </p:nvSpPr>
        <p:spPr/>
        <p:txBody>
          <a:bodyPr rtlCol="0"/>
          <a:lstStyle/>
          <a:p>
            <a:pPr rtl="0"/>
            <a:endParaRPr lang="ro-RO"/>
          </a:p>
        </p:txBody>
      </p:sp>
      <p:sp>
        <p:nvSpPr>
          <p:cNvPr id="4" name="Substituent număr diapozitiv 3"/>
          <p:cNvSpPr>
            <a:spLocks noGrp="1"/>
          </p:cNvSpPr>
          <p:nvPr>
            <p:ph type="sldNum" sz="quarter" idx="10"/>
          </p:nvPr>
        </p:nvSpPr>
        <p:spPr/>
        <p:txBody>
          <a:bodyPr rtlCol="0"/>
          <a:lstStyle/>
          <a:p>
            <a:pPr rtl="0"/>
            <a:fld id="{6FC40A10-6036-4879-816D-55C01FC94846}" type="slidenum">
              <a:rPr lang="ro-RO" smtClean="0"/>
              <a:t>30</a:t>
            </a:fld>
            <a:endParaRPr lang="ro-RO"/>
          </a:p>
        </p:txBody>
      </p:sp>
    </p:spTree>
    <p:extLst>
      <p:ext uri="{BB962C8B-B14F-4D97-AF65-F5344CB8AC3E}">
        <p14:creationId xmlns:p14="http://schemas.microsoft.com/office/powerpoint/2010/main" val="372528634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zitiv titlu cu siglă">
    <p:spTree>
      <p:nvGrpSpPr>
        <p:cNvPr id="1" name=""/>
        <p:cNvGrpSpPr/>
        <p:nvPr/>
      </p:nvGrpSpPr>
      <p:grpSpPr>
        <a:xfrm>
          <a:off x="0" y="0"/>
          <a:ext cx="0" cy="0"/>
          <a:chOff x="0" y="0"/>
          <a:chExt cx="0" cy="0"/>
        </a:xfrm>
      </p:grpSpPr>
      <p:sp>
        <p:nvSpPr>
          <p:cNvPr id="8" name="Dreptunghi 7">
            <a:extLst>
              <a:ext uri="{FF2B5EF4-FFF2-40B4-BE49-F238E27FC236}">
                <a16:creationId xmlns:a16="http://schemas.microsoft.com/office/drawing/2014/main" id="{278196A9-689D-4410-BFC0-7ACB19755A0C}"/>
              </a:ext>
            </a:extLst>
          </p:cNvPr>
          <p:cNvSpPr/>
          <p:nvPr userDrawn="1"/>
        </p:nvSpPr>
        <p:spPr>
          <a:xfrm>
            <a:off x="0" y="0"/>
            <a:ext cx="12192000" cy="4416552"/>
          </a:xfrm>
          <a:prstGeom prst="rect">
            <a:avLst/>
          </a:prstGeom>
          <a:blipFill>
            <a:blip r:embed="rId2"/>
            <a:srcRect/>
            <a:stretch>
              <a:fillRect l="-842" r="-842"/>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a:p>
        </p:txBody>
      </p:sp>
      <p:sp>
        <p:nvSpPr>
          <p:cNvPr id="2" name="Titlu 1">
            <a:extLst>
              <a:ext uri="{FF2B5EF4-FFF2-40B4-BE49-F238E27FC236}">
                <a16:creationId xmlns:a16="http://schemas.microsoft.com/office/drawing/2014/main" id="{129BFEAD-57CF-438A-8084-C5AC7F47E544}"/>
              </a:ext>
            </a:extLst>
          </p:cNvPr>
          <p:cNvSpPr>
            <a:spLocks noGrp="1"/>
          </p:cNvSpPr>
          <p:nvPr>
            <p:ph type="ctrTitle" hasCustomPrompt="1"/>
          </p:nvPr>
        </p:nvSpPr>
        <p:spPr>
          <a:xfrm>
            <a:off x="1524000" y="2462986"/>
            <a:ext cx="9144000" cy="1786094"/>
          </a:xfrm>
        </p:spPr>
        <p:txBody>
          <a:bodyPr rtlCol="0" anchor="b"/>
          <a:lstStyle>
            <a:lvl1pPr algn="ctr">
              <a:defRPr sz="6000"/>
            </a:lvl1pPr>
          </a:lstStyle>
          <a:p>
            <a:pPr rtl="0"/>
            <a:r>
              <a:rPr lang="ro-RO" noProof="0"/>
              <a:t>FACEȚI CLIC PENTRU A EDITA STILUL DE TITLU COORDONATOR</a:t>
            </a:r>
          </a:p>
        </p:txBody>
      </p:sp>
      <p:sp>
        <p:nvSpPr>
          <p:cNvPr id="4" name="Substituent dată 3">
            <a:extLst>
              <a:ext uri="{FF2B5EF4-FFF2-40B4-BE49-F238E27FC236}">
                <a16:creationId xmlns:a16="http://schemas.microsoft.com/office/drawing/2014/main" id="{7E17A3CB-B083-4E49-9123-A5E47559DCDB}"/>
              </a:ext>
            </a:extLst>
          </p:cNvPr>
          <p:cNvSpPr>
            <a:spLocks noGrp="1"/>
          </p:cNvSpPr>
          <p:nvPr>
            <p:ph type="dt" sz="half" idx="10"/>
          </p:nvPr>
        </p:nvSpPr>
        <p:spPr/>
        <p:txBody>
          <a:bodyPr rtlCol="0"/>
          <a:lstStyle/>
          <a:p>
            <a:pPr rtl="0"/>
            <a:r>
              <a:rPr lang="ro-RO" noProof="0"/>
              <a:t>DD.MM.20XX</a:t>
            </a:r>
          </a:p>
        </p:txBody>
      </p:sp>
      <p:sp>
        <p:nvSpPr>
          <p:cNvPr id="5" name="Substituent subsol 4">
            <a:extLst>
              <a:ext uri="{FF2B5EF4-FFF2-40B4-BE49-F238E27FC236}">
                <a16:creationId xmlns:a16="http://schemas.microsoft.com/office/drawing/2014/main" id="{A8C4102C-4609-416C-A808-0FFE0051DAA1}"/>
              </a:ext>
            </a:extLst>
          </p:cNvPr>
          <p:cNvSpPr>
            <a:spLocks noGrp="1"/>
          </p:cNvSpPr>
          <p:nvPr>
            <p:ph type="ftr" sz="quarter" idx="11"/>
          </p:nvPr>
        </p:nvSpPr>
        <p:spPr/>
        <p:txBody>
          <a:bodyPr rtlCol="0"/>
          <a:lstStyle/>
          <a:p>
            <a:pPr rtl="0"/>
            <a:r>
              <a:rPr lang="ro-RO" noProof="0"/>
              <a:t>ADĂUGAREA UNUI SUBSOL</a:t>
            </a:r>
          </a:p>
        </p:txBody>
      </p:sp>
      <p:sp>
        <p:nvSpPr>
          <p:cNvPr id="6" name="Substituent număr diapozitiv 5">
            <a:extLst>
              <a:ext uri="{FF2B5EF4-FFF2-40B4-BE49-F238E27FC236}">
                <a16:creationId xmlns:a16="http://schemas.microsoft.com/office/drawing/2014/main" id="{2D7BCC5D-6F2C-472F-BD4C-4096793DFC24}"/>
              </a:ext>
            </a:extLst>
          </p:cNvPr>
          <p:cNvSpPr>
            <a:spLocks noGrp="1"/>
          </p:cNvSpPr>
          <p:nvPr>
            <p:ph type="sldNum" sz="quarter" idx="12"/>
          </p:nvPr>
        </p:nvSpPr>
        <p:spPr/>
        <p:txBody>
          <a:bodyPr rtlCol="0"/>
          <a:lstStyle/>
          <a:p>
            <a:pPr rtl="0"/>
            <a:fld id="{8D581BC7-E183-40DB-AC97-C19EA4EB8894}" type="slidenum">
              <a:rPr lang="ro-RO" noProof="0" smtClean="0"/>
              <a:t>‹#›</a:t>
            </a:fld>
            <a:endParaRPr lang="ro-RO" noProof="0"/>
          </a:p>
        </p:txBody>
      </p:sp>
      <p:sp>
        <p:nvSpPr>
          <p:cNvPr id="7" name="Dreptunghi 6">
            <a:extLst>
              <a:ext uri="{FF2B5EF4-FFF2-40B4-BE49-F238E27FC236}">
                <a16:creationId xmlns:a16="http://schemas.microsoft.com/office/drawing/2014/main" id="{7BE854BB-FA44-4CAB-85DF-F5C412560348}"/>
              </a:ext>
            </a:extLst>
          </p:cNvPr>
          <p:cNvSpPr/>
          <p:nvPr userDrawn="1"/>
        </p:nvSpPr>
        <p:spPr>
          <a:xfrm>
            <a:off x="0" y="4416552"/>
            <a:ext cx="12192000" cy="2441448"/>
          </a:xfrm>
          <a:prstGeom prst="rect">
            <a:avLst/>
          </a:prstGeom>
          <a:gradFill flip="none" rotWithShape="1">
            <a:gsLst>
              <a:gs pos="0">
                <a:schemeClr val="accent2"/>
              </a:gs>
              <a:gs pos="34000">
                <a:srgbClr val="0F1722"/>
              </a:gs>
              <a:gs pos="69000">
                <a:srgbClr val="0F1722"/>
              </a:gs>
              <a:gs pos="100000">
                <a:schemeClr val="accent5"/>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a:p>
        </p:txBody>
      </p:sp>
      <p:sp>
        <p:nvSpPr>
          <p:cNvPr id="3" name="Subtitlu 2">
            <a:extLst>
              <a:ext uri="{FF2B5EF4-FFF2-40B4-BE49-F238E27FC236}">
                <a16:creationId xmlns:a16="http://schemas.microsoft.com/office/drawing/2014/main" id="{389BFFF1-5465-4317-B9DB-C23A5B1D76EF}"/>
              </a:ext>
            </a:extLst>
          </p:cNvPr>
          <p:cNvSpPr>
            <a:spLocks noGrp="1"/>
          </p:cNvSpPr>
          <p:nvPr>
            <p:ph type="subTitle" idx="1"/>
          </p:nvPr>
        </p:nvSpPr>
        <p:spPr>
          <a:xfrm>
            <a:off x="1524000" y="4734696"/>
            <a:ext cx="9144000" cy="459798"/>
          </a:xfrm>
        </p:spPr>
        <p:txBody>
          <a:bodyPr lIns="0" tIns="0" rIns="0" bIns="0" rtlCol="0">
            <a:normAutofit/>
          </a:bodyPr>
          <a:lstStyle>
            <a:lvl1pPr marL="0" indent="0" algn="ctr">
              <a:lnSpc>
                <a:spcPct val="100000"/>
              </a:lnSpc>
              <a:spcBef>
                <a:spcPts val="0"/>
              </a:spcBef>
              <a:buNone/>
              <a:defRPr sz="2800" b="1">
                <a:latin typeface="+mn-lt"/>
                <a:cs typeface="Segoe UI Semibold" panose="020B070204020402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ro-RO" noProof="0"/>
              <a:t>Faceți clic pentru a edita stilul de subtitlu coordonator</a:t>
            </a:r>
          </a:p>
        </p:txBody>
      </p:sp>
      <p:sp>
        <p:nvSpPr>
          <p:cNvPr id="10" name="Substituent imagine 9">
            <a:extLst>
              <a:ext uri="{FF2B5EF4-FFF2-40B4-BE49-F238E27FC236}">
                <a16:creationId xmlns:a16="http://schemas.microsoft.com/office/drawing/2014/main" id="{EA313B4B-5B98-4B33-885A-DF7669E72D7A}"/>
              </a:ext>
            </a:extLst>
          </p:cNvPr>
          <p:cNvSpPr>
            <a:spLocks noGrp="1"/>
          </p:cNvSpPr>
          <p:nvPr>
            <p:ph type="pic" sz="quarter" idx="13"/>
          </p:nvPr>
        </p:nvSpPr>
        <p:spPr>
          <a:xfrm>
            <a:off x="5355336" y="1172982"/>
            <a:ext cx="1481328" cy="758952"/>
          </a:xfrm>
        </p:spPr>
        <p:txBody>
          <a:bodyPr rtlCol="0" anchor="ctr" anchorCtr="0">
            <a:normAutofit/>
          </a:bodyPr>
          <a:lstStyle>
            <a:lvl1pPr marL="0" indent="0" algn="ctr">
              <a:buNone/>
              <a:defRPr sz="1400"/>
            </a:lvl1pPr>
          </a:lstStyle>
          <a:p>
            <a:pPr rtl="0"/>
            <a:r>
              <a:rPr lang="ro-RO" noProof="0"/>
              <a:t>Faceți clic pe pictogramă pentru a adăuga o imagine</a:t>
            </a:r>
          </a:p>
        </p:txBody>
      </p:sp>
      <p:grpSp>
        <p:nvGrpSpPr>
          <p:cNvPr id="15" name="Grup 14">
            <a:extLst>
              <a:ext uri="{FF2B5EF4-FFF2-40B4-BE49-F238E27FC236}">
                <a16:creationId xmlns:a16="http://schemas.microsoft.com/office/drawing/2014/main" id="{676B4374-8F24-43DE-860D-E5C6EA850AB4}"/>
              </a:ext>
            </a:extLst>
          </p:cNvPr>
          <p:cNvGrpSpPr/>
          <p:nvPr userDrawn="1"/>
        </p:nvGrpSpPr>
        <p:grpSpPr>
          <a:xfrm>
            <a:off x="3592857" y="2253996"/>
            <a:ext cx="5059349" cy="100584"/>
            <a:chOff x="3632179" y="2253996"/>
            <a:chExt cx="5059349" cy="100584"/>
          </a:xfrm>
        </p:grpSpPr>
        <p:sp>
          <p:nvSpPr>
            <p:cNvPr id="11" name="Oval 10">
              <a:extLst>
                <a:ext uri="{FF2B5EF4-FFF2-40B4-BE49-F238E27FC236}">
                  <a16:creationId xmlns:a16="http://schemas.microsoft.com/office/drawing/2014/main" id="{585C7755-9394-4129-AB48-1AC32DA80C75}"/>
                </a:ext>
              </a:extLst>
            </p:cNvPr>
            <p:cNvSpPr/>
            <p:nvPr userDrawn="1"/>
          </p:nvSpPr>
          <p:spPr>
            <a:xfrm>
              <a:off x="3632179" y="2253996"/>
              <a:ext cx="100584" cy="100584"/>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a:p>
          </p:txBody>
        </p:sp>
        <p:cxnSp>
          <p:nvCxnSpPr>
            <p:cNvPr id="13" name="Conector drept 12">
              <a:extLst>
                <a:ext uri="{FF2B5EF4-FFF2-40B4-BE49-F238E27FC236}">
                  <a16:creationId xmlns:a16="http://schemas.microsoft.com/office/drawing/2014/main" id="{64C71ABE-575A-48CF-82B1-EDE8535F3993}"/>
                </a:ext>
              </a:extLst>
            </p:cNvPr>
            <p:cNvCxnSpPr/>
            <p:nvPr userDrawn="1"/>
          </p:nvCxnSpPr>
          <p:spPr>
            <a:xfrm>
              <a:off x="3663971" y="2307679"/>
              <a:ext cx="4942702" cy="0"/>
            </a:xfrm>
            <a:prstGeom prst="line">
              <a:avLst/>
            </a:prstGeom>
            <a:ln w="12700">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E3C1EA63-78B2-4715-B4DC-63D98AC7F354}"/>
                </a:ext>
              </a:extLst>
            </p:cNvPr>
            <p:cNvSpPr/>
            <p:nvPr userDrawn="1"/>
          </p:nvSpPr>
          <p:spPr>
            <a:xfrm>
              <a:off x="8590944" y="2253996"/>
              <a:ext cx="100584" cy="100584"/>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a:p>
          </p:txBody>
        </p:sp>
      </p:grpSp>
      <p:grpSp>
        <p:nvGrpSpPr>
          <p:cNvPr id="16" name="Grup 15">
            <a:extLst>
              <a:ext uri="{FF2B5EF4-FFF2-40B4-BE49-F238E27FC236}">
                <a16:creationId xmlns:a16="http://schemas.microsoft.com/office/drawing/2014/main" id="{E9BB74A1-0BEA-4AD8-8138-0641A45D8B40}"/>
              </a:ext>
            </a:extLst>
          </p:cNvPr>
          <p:cNvGrpSpPr/>
          <p:nvPr userDrawn="1"/>
        </p:nvGrpSpPr>
        <p:grpSpPr>
          <a:xfrm>
            <a:off x="4509141" y="5305363"/>
            <a:ext cx="3254397" cy="100584"/>
            <a:chOff x="3506762" y="2253996"/>
            <a:chExt cx="5668705" cy="100584"/>
          </a:xfrm>
        </p:grpSpPr>
        <p:sp>
          <p:nvSpPr>
            <p:cNvPr id="17" name="Oval 16">
              <a:extLst>
                <a:ext uri="{FF2B5EF4-FFF2-40B4-BE49-F238E27FC236}">
                  <a16:creationId xmlns:a16="http://schemas.microsoft.com/office/drawing/2014/main" id="{73D0026E-5270-4C52-A1AF-5631E8192DCD}"/>
                </a:ext>
              </a:extLst>
            </p:cNvPr>
            <p:cNvSpPr/>
            <p:nvPr userDrawn="1"/>
          </p:nvSpPr>
          <p:spPr>
            <a:xfrm>
              <a:off x="3506762" y="2253996"/>
              <a:ext cx="175203" cy="100584"/>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a:p>
          </p:txBody>
        </p:sp>
        <p:cxnSp>
          <p:nvCxnSpPr>
            <p:cNvPr id="18" name="Conector drept 17">
              <a:extLst>
                <a:ext uri="{FF2B5EF4-FFF2-40B4-BE49-F238E27FC236}">
                  <a16:creationId xmlns:a16="http://schemas.microsoft.com/office/drawing/2014/main" id="{A6085D92-5F70-4097-A2FF-C15B13788D08}"/>
                </a:ext>
              </a:extLst>
            </p:cNvPr>
            <p:cNvCxnSpPr/>
            <p:nvPr userDrawn="1"/>
          </p:nvCxnSpPr>
          <p:spPr>
            <a:xfrm>
              <a:off x="3631690" y="2307679"/>
              <a:ext cx="5465515" cy="0"/>
            </a:xfrm>
            <a:prstGeom prst="line">
              <a:avLst/>
            </a:prstGeom>
            <a:ln w="12700">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BE68EB6C-48D0-4EBF-8541-926D16790F52}"/>
                </a:ext>
              </a:extLst>
            </p:cNvPr>
            <p:cNvSpPr/>
            <p:nvPr userDrawn="1"/>
          </p:nvSpPr>
          <p:spPr>
            <a:xfrm>
              <a:off x="8999887" y="2253996"/>
              <a:ext cx="175580" cy="100584"/>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a:p>
          </p:txBody>
        </p:sp>
      </p:grpSp>
    </p:spTree>
    <p:extLst>
      <p:ext uri="{BB962C8B-B14F-4D97-AF65-F5344CB8AC3E}">
        <p14:creationId xmlns:p14="http://schemas.microsoft.com/office/powerpoint/2010/main" val="34246382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ntet secțiune cu imagine">
    <p:spTree>
      <p:nvGrpSpPr>
        <p:cNvPr id="1" name=""/>
        <p:cNvGrpSpPr/>
        <p:nvPr/>
      </p:nvGrpSpPr>
      <p:grpSpPr>
        <a:xfrm>
          <a:off x="0" y="0"/>
          <a:ext cx="0" cy="0"/>
          <a:chOff x="0" y="0"/>
          <a:chExt cx="0" cy="0"/>
        </a:xfrm>
      </p:grpSpPr>
      <p:sp>
        <p:nvSpPr>
          <p:cNvPr id="8" name="Substituent imagine 7">
            <a:extLst>
              <a:ext uri="{FF2B5EF4-FFF2-40B4-BE49-F238E27FC236}">
                <a16:creationId xmlns:a16="http://schemas.microsoft.com/office/drawing/2014/main" id="{C799DC18-D353-427C-B849-0204F13D9B3D}"/>
              </a:ext>
            </a:extLst>
          </p:cNvPr>
          <p:cNvSpPr>
            <a:spLocks noGrp="1"/>
          </p:cNvSpPr>
          <p:nvPr>
            <p:ph type="pic" sz="quarter" idx="14"/>
          </p:nvPr>
        </p:nvSpPr>
        <p:spPr>
          <a:xfrm>
            <a:off x="0" y="0"/>
            <a:ext cx="6083300" cy="6858000"/>
          </a:xfrm>
        </p:spPr>
        <p:txBody>
          <a:bodyPr rtlCol="0" anchor="ctr" anchorCtr="0">
            <a:normAutofit/>
          </a:bodyPr>
          <a:lstStyle>
            <a:lvl1pPr marL="0" indent="0" algn="ctr">
              <a:buNone/>
              <a:defRPr sz="1800"/>
            </a:lvl1pPr>
          </a:lstStyle>
          <a:p>
            <a:pPr rtl="0"/>
            <a:r>
              <a:rPr lang="ro-RO" noProof="0"/>
              <a:t>Faceți clic pe pictogramă pentru a adăuga o imagine</a:t>
            </a:r>
          </a:p>
        </p:txBody>
      </p:sp>
      <p:sp>
        <p:nvSpPr>
          <p:cNvPr id="7" name="Dreptunghi 6">
            <a:extLst>
              <a:ext uri="{FF2B5EF4-FFF2-40B4-BE49-F238E27FC236}">
                <a16:creationId xmlns:a16="http://schemas.microsoft.com/office/drawing/2014/main" id="{45015858-8549-49EA-BB83-070E0D9D4890}"/>
              </a:ext>
            </a:extLst>
          </p:cNvPr>
          <p:cNvSpPr/>
          <p:nvPr userDrawn="1"/>
        </p:nvSpPr>
        <p:spPr>
          <a:xfrm>
            <a:off x="6083808" y="0"/>
            <a:ext cx="6108192" cy="6858000"/>
          </a:xfrm>
          <a:prstGeom prst="rect">
            <a:avLst/>
          </a:prstGeom>
          <a:gradFill flip="none" rotWithShape="1">
            <a:gsLst>
              <a:gs pos="0">
                <a:schemeClr val="accent2"/>
              </a:gs>
              <a:gs pos="36000">
                <a:srgbClr val="0F1722"/>
              </a:gs>
              <a:gs pos="69000">
                <a:srgbClr val="0F1722"/>
              </a:gs>
              <a:gs pos="100000">
                <a:schemeClr val="accent5"/>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a:p>
        </p:txBody>
      </p:sp>
      <p:sp>
        <p:nvSpPr>
          <p:cNvPr id="2" name="Titlu 1">
            <a:extLst>
              <a:ext uri="{FF2B5EF4-FFF2-40B4-BE49-F238E27FC236}">
                <a16:creationId xmlns:a16="http://schemas.microsoft.com/office/drawing/2014/main" id="{2206FBAC-B8FD-4768-B682-E0B93BA33105}"/>
              </a:ext>
            </a:extLst>
          </p:cNvPr>
          <p:cNvSpPr>
            <a:spLocks noGrp="1"/>
          </p:cNvSpPr>
          <p:nvPr>
            <p:ph type="title" hasCustomPrompt="1"/>
          </p:nvPr>
        </p:nvSpPr>
        <p:spPr>
          <a:xfrm>
            <a:off x="6769768" y="2133599"/>
            <a:ext cx="4618957" cy="2492461"/>
          </a:xfrm>
        </p:spPr>
        <p:txBody>
          <a:bodyPr lIns="0" tIns="0" rIns="0" bIns="0" rtlCol="0" anchor="b" anchorCtr="0">
            <a:noAutofit/>
          </a:bodyPr>
          <a:lstStyle>
            <a:lvl1pPr>
              <a:defRPr sz="6000"/>
            </a:lvl1pPr>
          </a:lstStyle>
          <a:p>
            <a:pPr rtl="0"/>
            <a:r>
              <a:rPr lang="ro-RO" noProof="0"/>
              <a:t>PREZENTARE</a:t>
            </a:r>
            <a:br>
              <a:rPr lang="ro-RO" noProof="0"/>
            </a:br>
            <a:r>
              <a:rPr lang="ro-RO" noProof="0"/>
              <a:t>TITLU</a:t>
            </a:r>
          </a:p>
        </p:txBody>
      </p:sp>
      <p:sp>
        <p:nvSpPr>
          <p:cNvPr id="4" name="Substituent dată 3">
            <a:extLst>
              <a:ext uri="{FF2B5EF4-FFF2-40B4-BE49-F238E27FC236}">
                <a16:creationId xmlns:a16="http://schemas.microsoft.com/office/drawing/2014/main" id="{2472534F-03A6-408A-9BF1-303D0A440BA4}"/>
              </a:ext>
            </a:extLst>
          </p:cNvPr>
          <p:cNvSpPr>
            <a:spLocks noGrp="1"/>
          </p:cNvSpPr>
          <p:nvPr>
            <p:ph type="dt" sz="half" idx="10"/>
          </p:nvPr>
        </p:nvSpPr>
        <p:spPr/>
        <p:txBody>
          <a:bodyPr rtlCol="0"/>
          <a:lstStyle/>
          <a:p>
            <a:pPr rtl="0"/>
            <a:r>
              <a:rPr lang="ro-RO" noProof="0"/>
              <a:t>DD.MM.20XX</a:t>
            </a:r>
          </a:p>
        </p:txBody>
      </p:sp>
      <p:sp>
        <p:nvSpPr>
          <p:cNvPr id="5" name="Substituent subsol 4">
            <a:extLst>
              <a:ext uri="{FF2B5EF4-FFF2-40B4-BE49-F238E27FC236}">
                <a16:creationId xmlns:a16="http://schemas.microsoft.com/office/drawing/2014/main" id="{0A24E181-0C50-4F43-A5A7-6FDD1500C708}"/>
              </a:ext>
            </a:extLst>
          </p:cNvPr>
          <p:cNvSpPr>
            <a:spLocks noGrp="1"/>
          </p:cNvSpPr>
          <p:nvPr>
            <p:ph type="ftr" sz="quarter" idx="11"/>
          </p:nvPr>
        </p:nvSpPr>
        <p:spPr/>
        <p:txBody>
          <a:bodyPr rtlCol="0"/>
          <a:lstStyle/>
          <a:p>
            <a:pPr rtl="0"/>
            <a:r>
              <a:rPr lang="ro-RO" noProof="0"/>
              <a:t>ADĂUGAREA UNUI SUBSOL</a:t>
            </a:r>
          </a:p>
        </p:txBody>
      </p:sp>
      <p:sp>
        <p:nvSpPr>
          <p:cNvPr id="6" name="Substituent număr diapozitiv 5">
            <a:extLst>
              <a:ext uri="{FF2B5EF4-FFF2-40B4-BE49-F238E27FC236}">
                <a16:creationId xmlns:a16="http://schemas.microsoft.com/office/drawing/2014/main" id="{13A749CC-EB55-4FEF-AA4C-9A9C6E2AA9C0}"/>
              </a:ext>
            </a:extLst>
          </p:cNvPr>
          <p:cNvSpPr>
            <a:spLocks noGrp="1"/>
          </p:cNvSpPr>
          <p:nvPr>
            <p:ph type="sldNum" sz="quarter" idx="12"/>
          </p:nvPr>
        </p:nvSpPr>
        <p:spPr/>
        <p:txBody>
          <a:bodyPr rtlCol="0"/>
          <a:lstStyle/>
          <a:p>
            <a:pPr rtl="0"/>
            <a:fld id="{8D581BC7-E183-40DB-AC97-C19EA4EB8894}" type="slidenum">
              <a:rPr lang="ro-RO" noProof="0" smtClean="0"/>
              <a:t>‹#›</a:t>
            </a:fld>
            <a:endParaRPr lang="ro-RO" noProof="0"/>
          </a:p>
        </p:txBody>
      </p:sp>
      <p:grpSp>
        <p:nvGrpSpPr>
          <p:cNvPr id="9" name="Grup 8">
            <a:extLst>
              <a:ext uri="{FF2B5EF4-FFF2-40B4-BE49-F238E27FC236}">
                <a16:creationId xmlns:a16="http://schemas.microsoft.com/office/drawing/2014/main" id="{6F3E26A6-6962-4A35-AA86-805537D45296}"/>
              </a:ext>
            </a:extLst>
          </p:cNvPr>
          <p:cNvGrpSpPr/>
          <p:nvPr userDrawn="1"/>
        </p:nvGrpSpPr>
        <p:grpSpPr>
          <a:xfrm>
            <a:off x="6769768" y="2386683"/>
            <a:ext cx="4698084" cy="102440"/>
            <a:chOff x="3631690" y="2252140"/>
            <a:chExt cx="8183399" cy="102440"/>
          </a:xfrm>
        </p:grpSpPr>
        <p:sp>
          <p:nvSpPr>
            <p:cNvPr id="10" name="Oval 9">
              <a:extLst>
                <a:ext uri="{FF2B5EF4-FFF2-40B4-BE49-F238E27FC236}">
                  <a16:creationId xmlns:a16="http://schemas.microsoft.com/office/drawing/2014/main" id="{681504C4-12AC-4251-8E47-0089784BDB9B}"/>
                </a:ext>
              </a:extLst>
            </p:cNvPr>
            <p:cNvSpPr/>
            <p:nvPr userDrawn="1"/>
          </p:nvSpPr>
          <p:spPr>
            <a:xfrm>
              <a:off x="3631690" y="2253996"/>
              <a:ext cx="175203" cy="100584"/>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a:p>
          </p:txBody>
        </p:sp>
        <p:cxnSp>
          <p:nvCxnSpPr>
            <p:cNvPr id="11" name="Conector drept 10">
              <a:extLst>
                <a:ext uri="{FF2B5EF4-FFF2-40B4-BE49-F238E27FC236}">
                  <a16:creationId xmlns:a16="http://schemas.microsoft.com/office/drawing/2014/main" id="{192040D0-01C2-4643-8F84-3B8F334E545C}"/>
                </a:ext>
              </a:extLst>
            </p:cNvPr>
            <p:cNvCxnSpPr/>
            <p:nvPr userDrawn="1"/>
          </p:nvCxnSpPr>
          <p:spPr>
            <a:xfrm>
              <a:off x="3681983" y="2307679"/>
              <a:ext cx="7995282" cy="0"/>
            </a:xfrm>
            <a:prstGeom prst="line">
              <a:avLst/>
            </a:prstGeom>
            <a:ln w="12700">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7ED601E9-2BFC-460B-A2A8-69A787A4988E}"/>
                </a:ext>
              </a:extLst>
            </p:cNvPr>
            <p:cNvSpPr/>
            <p:nvPr userDrawn="1"/>
          </p:nvSpPr>
          <p:spPr>
            <a:xfrm>
              <a:off x="11639510" y="2252140"/>
              <a:ext cx="175579" cy="100584"/>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a:p>
          </p:txBody>
        </p:sp>
      </p:grpSp>
      <p:grpSp>
        <p:nvGrpSpPr>
          <p:cNvPr id="13" name="Grup 12">
            <a:extLst>
              <a:ext uri="{FF2B5EF4-FFF2-40B4-BE49-F238E27FC236}">
                <a16:creationId xmlns:a16="http://schemas.microsoft.com/office/drawing/2014/main" id="{BB49A8A6-FEDB-4D20-B581-A84DB8EFE977}"/>
              </a:ext>
            </a:extLst>
          </p:cNvPr>
          <p:cNvGrpSpPr/>
          <p:nvPr userDrawn="1"/>
        </p:nvGrpSpPr>
        <p:grpSpPr>
          <a:xfrm>
            <a:off x="6769768" y="4295484"/>
            <a:ext cx="4698084" cy="100584"/>
            <a:chOff x="3631690" y="2253996"/>
            <a:chExt cx="8183393" cy="100584"/>
          </a:xfrm>
        </p:grpSpPr>
        <p:sp>
          <p:nvSpPr>
            <p:cNvPr id="14" name="Oval 13">
              <a:extLst>
                <a:ext uri="{FF2B5EF4-FFF2-40B4-BE49-F238E27FC236}">
                  <a16:creationId xmlns:a16="http://schemas.microsoft.com/office/drawing/2014/main" id="{C2F65998-5EC3-446A-8307-1CF81A348CE3}"/>
                </a:ext>
              </a:extLst>
            </p:cNvPr>
            <p:cNvSpPr/>
            <p:nvPr userDrawn="1"/>
          </p:nvSpPr>
          <p:spPr>
            <a:xfrm>
              <a:off x="3631690" y="2253996"/>
              <a:ext cx="175203" cy="100584"/>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a:p>
          </p:txBody>
        </p:sp>
        <p:cxnSp>
          <p:nvCxnSpPr>
            <p:cNvPr id="15" name="Conector drept 14">
              <a:extLst>
                <a:ext uri="{FF2B5EF4-FFF2-40B4-BE49-F238E27FC236}">
                  <a16:creationId xmlns:a16="http://schemas.microsoft.com/office/drawing/2014/main" id="{7CC5D776-F60A-4A0C-AA7C-EFACDA2CEA88}"/>
                </a:ext>
              </a:extLst>
            </p:cNvPr>
            <p:cNvCxnSpPr/>
            <p:nvPr userDrawn="1"/>
          </p:nvCxnSpPr>
          <p:spPr>
            <a:xfrm>
              <a:off x="3681983" y="2307679"/>
              <a:ext cx="7995278" cy="0"/>
            </a:xfrm>
            <a:prstGeom prst="line">
              <a:avLst/>
            </a:prstGeom>
            <a:ln w="12700">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AEAFE309-55C5-409C-92ED-748307C74318}"/>
                </a:ext>
              </a:extLst>
            </p:cNvPr>
            <p:cNvSpPr/>
            <p:nvPr userDrawn="1"/>
          </p:nvSpPr>
          <p:spPr>
            <a:xfrm>
              <a:off x="11639504" y="2253996"/>
              <a:ext cx="175579" cy="100584"/>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a:p>
          </p:txBody>
        </p:sp>
      </p:grpSp>
      <p:sp>
        <p:nvSpPr>
          <p:cNvPr id="17" name="Subtitlu 2">
            <a:extLst>
              <a:ext uri="{FF2B5EF4-FFF2-40B4-BE49-F238E27FC236}">
                <a16:creationId xmlns:a16="http://schemas.microsoft.com/office/drawing/2014/main" id="{5B77B20B-76F5-4912-803D-5709F730D4FB}"/>
              </a:ext>
            </a:extLst>
          </p:cNvPr>
          <p:cNvSpPr>
            <a:spLocks noGrp="1"/>
          </p:cNvSpPr>
          <p:nvPr>
            <p:ph type="subTitle" idx="1"/>
          </p:nvPr>
        </p:nvSpPr>
        <p:spPr>
          <a:xfrm>
            <a:off x="6769767" y="4889444"/>
            <a:ext cx="4618957" cy="590626"/>
          </a:xfrm>
        </p:spPr>
        <p:txBody>
          <a:bodyPr lIns="0" tIns="0" rIns="0" bIns="0" rtlCol="0">
            <a:normAutofit/>
          </a:bodyPr>
          <a:lstStyle>
            <a:lvl1pPr marL="0" indent="0" algn="l">
              <a:lnSpc>
                <a:spcPct val="100000"/>
              </a:lnSpc>
              <a:spcBef>
                <a:spcPts val="0"/>
              </a:spcBef>
              <a:buNone/>
              <a:defRPr sz="2800" b="1">
                <a:latin typeface="+mn-lt"/>
                <a:cs typeface="Segoe UI Semibold" panose="020B070204020402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ro-RO" noProof="0"/>
              <a:t>Faceți clic pentru a edita stilul de subtitlu coordonator</a:t>
            </a:r>
          </a:p>
        </p:txBody>
      </p:sp>
      <p:sp>
        <p:nvSpPr>
          <p:cNvPr id="18" name="Substituent imagine 9">
            <a:extLst>
              <a:ext uri="{FF2B5EF4-FFF2-40B4-BE49-F238E27FC236}">
                <a16:creationId xmlns:a16="http://schemas.microsoft.com/office/drawing/2014/main" id="{4293BA4F-7776-4C41-BE4F-7247935D5CCC}"/>
              </a:ext>
            </a:extLst>
          </p:cNvPr>
          <p:cNvSpPr>
            <a:spLocks noGrp="1"/>
          </p:cNvSpPr>
          <p:nvPr>
            <p:ph type="pic" sz="quarter" idx="13"/>
          </p:nvPr>
        </p:nvSpPr>
        <p:spPr>
          <a:xfrm>
            <a:off x="3706368" y="3079602"/>
            <a:ext cx="1481328" cy="758952"/>
          </a:xfrm>
        </p:spPr>
        <p:txBody>
          <a:bodyPr rtlCol="0" anchor="ctr" anchorCtr="0">
            <a:normAutofit/>
          </a:bodyPr>
          <a:lstStyle>
            <a:lvl1pPr marL="0" indent="0" algn="ctr">
              <a:buNone/>
              <a:defRPr sz="1400"/>
            </a:lvl1pPr>
          </a:lstStyle>
          <a:p>
            <a:pPr rtl="0"/>
            <a:r>
              <a:rPr lang="ro-RO" noProof="0"/>
              <a:t>Faceți clic pe pictogramă pentru a adăuga o imagine</a:t>
            </a:r>
          </a:p>
        </p:txBody>
      </p:sp>
    </p:spTree>
    <p:extLst>
      <p:ext uri="{BB962C8B-B14F-4D97-AF65-F5344CB8AC3E}">
        <p14:creationId xmlns:p14="http://schemas.microsoft.com/office/powerpoint/2010/main" val="9076924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u și conținut cu imagine">
    <p:spTree>
      <p:nvGrpSpPr>
        <p:cNvPr id="1" name=""/>
        <p:cNvGrpSpPr/>
        <p:nvPr/>
      </p:nvGrpSpPr>
      <p:grpSpPr>
        <a:xfrm>
          <a:off x="0" y="0"/>
          <a:ext cx="0" cy="0"/>
          <a:chOff x="0" y="0"/>
          <a:chExt cx="0" cy="0"/>
        </a:xfrm>
      </p:grpSpPr>
      <p:sp>
        <p:nvSpPr>
          <p:cNvPr id="7" name="Dreptunghi 6">
            <a:extLst>
              <a:ext uri="{FF2B5EF4-FFF2-40B4-BE49-F238E27FC236}">
                <a16:creationId xmlns:a16="http://schemas.microsoft.com/office/drawing/2014/main" id="{09F1B35C-893A-4033-ADC0-2192AFA29271}"/>
              </a:ext>
            </a:extLst>
          </p:cNvPr>
          <p:cNvSpPr/>
          <p:nvPr userDrawn="1"/>
        </p:nvSpPr>
        <p:spPr>
          <a:xfrm>
            <a:off x="0" y="0"/>
            <a:ext cx="12192000" cy="6858000"/>
          </a:xfrm>
          <a:prstGeom prst="rect">
            <a:avLst/>
          </a:prstGeom>
          <a:gradFill flip="none" rotWithShape="1">
            <a:gsLst>
              <a:gs pos="0">
                <a:schemeClr val="accent2"/>
              </a:gs>
              <a:gs pos="34000">
                <a:srgbClr val="0F1722"/>
              </a:gs>
              <a:gs pos="69000">
                <a:srgbClr val="0F1722"/>
              </a:gs>
              <a:gs pos="100000">
                <a:schemeClr val="accent5"/>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rtl="0"/>
            <a:endParaRPr lang="ro-RO" noProof="0"/>
          </a:p>
        </p:txBody>
      </p:sp>
      <p:sp>
        <p:nvSpPr>
          <p:cNvPr id="2" name="Titlu 1">
            <a:extLst>
              <a:ext uri="{FF2B5EF4-FFF2-40B4-BE49-F238E27FC236}">
                <a16:creationId xmlns:a16="http://schemas.microsoft.com/office/drawing/2014/main" id="{CD637DF8-B064-4F36-89F8-EBF538A2E7F2}"/>
              </a:ext>
            </a:extLst>
          </p:cNvPr>
          <p:cNvSpPr>
            <a:spLocks noGrp="1"/>
          </p:cNvSpPr>
          <p:nvPr>
            <p:ph type="title" hasCustomPrompt="1"/>
          </p:nvPr>
        </p:nvSpPr>
        <p:spPr>
          <a:xfrm>
            <a:off x="803276" y="2091023"/>
            <a:ext cx="5021940" cy="804338"/>
          </a:xfrm>
        </p:spPr>
        <p:txBody>
          <a:bodyPr lIns="0" tIns="0" rIns="0" bIns="0" rtlCol="0" anchor="b">
            <a:normAutofit/>
          </a:bodyPr>
          <a:lstStyle>
            <a:lvl1pPr>
              <a:defRPr sz="3600"/>
            </a:lvl1pPr>
          </a:lstStyle>
          <a:p>
            <a:pPr rtl="0"/>
            <a:r>
              <a:rPr lang="ro-RO" noProof="0"/>
              <a:t>FACEȚI CLIC PENTRU A EDITA</a:t>
            </a:r>
          </a:p>
        </p:txBody>
      </p:sp>
      <p:sp>
        <p:nvSpPr>
          <p:cNvPr id="3" name="Substituent text 2">
            <a:extLst>
              <a:ext uri="{FF2B5EF4-FFF2-40B4-BE49-F238E27FC236}">
                <a16:creationId xmlns:a16="http://schemas.microsoft.com/office/drawing/2014/main" id="{8A72532A-5006-46B7-AE99-3A6891CD0254}"/>
              </a:ext>
            </a:extLst>
          </p:cNvPr>
          <p:cNvSpPr>
            <a:spLocks noGrp="1"/>
          </p:cNvSpPr>
          <p:nvPr>
            <p:ph type="body" idx="1" hasCustomPrompt="1"/>
          </p:nvPr>
        </p:nvSpPr>
        <p:spPr>
          <a:xfrm>
            <a:off x="826770" y="3244567"/>
            <a:ext cx="4205904" cy="569085"/>
          </a:xfrm>
        </p:spPr>
        <p:txBody>
          <a:bodyPr lIns="0" tIns="0" rIns="0" bIns="0" rtlCol="0">
            <a:normAutofit/>
          </a:bodyPr>
          <a:lstStyle>
            <a:lvl1pPr marL="0" indent="0">
              <a:lnSpc>
                <a:spcPct val="100000"/>
              </a:lnSpc>
              <a:buNone/>
              <a:defRPr sz="1800" b="1">
                <a:solidFill>
                  <a:schemeClr val="tx1"/>
                </a:solidFill>
                <a:latin typeface="+mn-lt"/>
                <a:cs typeface="Segoe UI Semibold" panose="020B07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EDITAȚI STILURILE DE TEXT COORDONATOR</a:t>
            </a:r>
          </a:p>
        </p:txBody>
      </p:sp>
      <p:sp>
        <p:nvSpPr>
          <p:cNvPr id="4" name="Substituent dată 3">
            <a:extLst>
              <a:ext uri="{FF2B5EF4-FFF2-40B4-BE49-F238E27FC236}">
                <a16:creationId xmlns:a16="http://schemas.microsoft.com/office/drawing/2014/main" id="{49EFC6D7-3241-401C-A16A-4A7CC2653954}"/>
              </a:ext>
            </a:extLst>
          </p:cNvPr>
          <p:cNvSpPr>
            <a:spLocks noGrp="1"/>
          </p:cNvSpPr>
          <p:nvPr>
            <p:ph type="dt" sz="half" idx="10"/>
          </p:nvPr>
        </p:nvSpPr>
        <p:spPr/>
        <p:txBody>
          <a:bodyPr rtlCol="0"/>
          <a:lstStyle/>
          <a:p>
            <a:pPr rtl="0"/>
            <a:r>
              <a:rPr lang="ro-RO" noProof="0"/>
              <a:t>DD.MM.20XX</a:t>
            </a:r>
          </a:p>
        </p:txBody>
      </p:sp>
      <p:sp>
        <p:nvSpPr>
          <p:cNvPr id="5" name="Substituent subsol 4">
            <a:extLst>
              <a:ext uri="{FF2B5EF4-FFF2-40B4-BE49-F238E27FC236}">
                <a16:creationId xmlns:a16="http://schemas.microsoft.com/office/drawing/2014/main" id="{F345D6DC-ABA5-4D00-9CD3-92FFDD1FA2DC}"/>
              </a:ext>
            </a:extLst>
          </p:cNvPr>
          <p:cNvSpPr>
            <a:spLocks noGrp="1"/>
          </p:cNvSpPr>
          <p:nvPr>
            <p:ph type="ftr" sz="quarter" idx="11"/>
          </p:nvPr>
        </p:nvSpPr>
        <p:spPr/>
        <p:txBody>
          <a:bodyPr rtlCol="0"/>
          <a:lstStyle/>
          <a:p>
            <a:pPr rtl="0"/>
            <a:r>
              <a:rPr lang="ro-RO" noProof="0"/>
              <a:t>ADĂUGAREA UNUI SUBSOL</a:t>
            </a:r>
          </a:p>
        </p:txBody>
      </p:sp>
      <p:sp>
        <p:nvSpPr>
          <p:cNvPr id="6" name="Substituent număr diapozitiv 5">
            <a:extLst>
              <a:ext uri="{FF2B5EF4-FFF2-40B4-BE49-F238E27FC236}">
                <a16:creationId xmlns:a16="http://schemas.microsoft.com/office/drawing/2014/main" id="{92459C86-0106-40E0-AA18-795EC5787677}"/>
              </a:ext>
            </a:extLst>
          </p:cNvPr>
          <p:cNvSpPr>
            <a:spLocks noGrp="1"/>
          </p:cNvSpPr>
          <p:nvPr>
            <p:ph type="sldNum" sz="quarter" idx="12"/>
          </p:nvPr>
        </p:nvSpPr>
        <p:spPr/>
        <p:txBody>
          <a:bodyPr rtlCol="0"/>
          <a:lstStyle/>
          <a:p>
            <a:pPr rtl="0"/>
            <a:fld id="{8D581BC7-E183-40DB-AC97-C19EA4EB8894}" type="slidenum">
              <a:rPr lang="ro-RO" noProof="0" smtClean="0"/>
              <a:t>‹#›</a:t>
            </a:fld>
            <a:endParaRPr lang="ro-RO" noProof="0"/>
          </a:p>
        </p:txBody>
      </p:sp>
      <p:sp>
        <p:nvSpPr>
          <p:cNvPr id="11" name="Substituent imagine 10">
            <a:extLst>
              <a:ext uri="{FF2B5EF4-FFF2-40B4-BE49-F238E27FC236}">
                <a16:creationId xmlns:a16="http://schemas.microsoft.com/office/drawing/2014/main" id="{6D14F7B3-A6CF-491C-9855-75B5784CC456}"/>
              </a:ext>
            </a:extLst>
          </p:cNvPr>
          <p:cNvSpPr>
            <a:spLocks noGrp="1"/>
          </p:cNvSpPr>
          <p:nvPr>
            <p:ph type="pic" sz="quarter" idx="13"/>
          </p:nvPr>
        </p:nvSpPr>
        <p:spPr>
          <a:xfrm>
            <a:off x="831850" y="859665"/>
            <a:ext cx="1078992" cy="548640"/>
          </a:xfrm>
        </p:spPr>
        <p:txBody>
          <a:bodyPr rtlCol="0" anchor="ctr" anchorCtr="0">
            <a:normAutofit/>
          </a:bodyPr>
          <a:lstStyle>
            <a:lvl1pPr marL="0" indent="0" algn="ctr">
              <a:buNone/>
              <a:defRPr sz="1200"/>
            </a:lvl1pPr>
          </a:lstStyle>
          <a:p>
            <a:pPr rtl="0"/>
            <a:r>
              <a:rPr lang="ro-RO" noProof="0"/>
              <a:t>Faceți clic pe pictogramă pentru a adăuga o imagine</a:t>
            </a:r>
          </a:p>
        </p:txBody>
      </p:sp>
      <p:grpSp>
        <p:nvGrpSpPr>
          <p:cNvPr id="15" name="Grup 14">
            <a:extLst>
              <a:ext uri="{FF2B5EF4-FFF2-40B4-BE49-F238E27FC236}">
                <a16:creationId xmlns:a16="http://schemas.microsoft.com/office/drawing/2014/main" id="{B7317392-EF87-4050-8BBE-32F74B0CF15A}"/>
              </a:ext>
            </a:extLst>
          </p:cNvPr>
          <p:cNvGrpSpPr/>
          <p:nvPr userDrawn="1"/>
        </p:nvGrpSpPr>
        <p:grpSpPr>
          <a:xfrm>
            <a:off x="0" y="2993948"/>
            <a:ext cx="3251227" cy="100800"/>
            <a:chOff x="0" y="3240138"/>
            <a:chExt cx="3251227" cy="100800"/>
          </a:xfrm>
        </p:grpSpPr>
        <p:cxnSp>
          <p:nvCxnSpPr>
            <p:cNvPr id="13" name="Conector drept 12">
              <a:extLst>
                <a:ext uri="{FF2B5EF4-FFF2-40B4-BE49-F238E27FC236}">
                  <a16:creationId xmlns:a16="http://schemas.microsoft.com/office/drawing/2014/main" id="{785A4134-866D-4143-AC1E-8A2FFDB49855}"/>
                </a:ext>
              </a:extLst>
            </p:cNvPr>
            <p:cNvCxnSpPr/>
            <p:nvPr userDrawn="1"/>
          </p:nvCxnSpPr>
          <p:spPr>
            <a:xfrm>
              <a:off x="0" y="3290538"/>
              <a:ext cx="3208093"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1BBC5D9C-B8FB-455B-9398-36DB21F2765E}"/>
                </a:ext>
              </a:extLst>
            </p:cNvPr>
            <p:cNvSpPr/>
            <p:nvPr userDrawn="1"/>
          </p:nvSpPr>
          <p:spPr>
            <a:xfrm>
              <a:off x="3150427" y="3240138"/>
              <a:ext cx="100800" cy="100800"/>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a:p>
          </p:txBody>
        </p:sp>
      </p:grpSp>
      <p:sp>
        <p:nvSpPr>
          <p:cNvPr id="16" name="Substituent text 2">
            <a:extLst>
              <a:ext uri="{FF2B5EF4-FFF2-40B4-BE49-F238E27FC236}">
                <a16:creationId xmlns:a16="http://schemas.microsoft.com/office/drawing/2014/main" id="{BB522941-5C7D-4701-9AD7-BB4C11C6EBCE}"/>
              </a:ext>
            </a:extLst>
          </p:cNvPr>
          <p:cNvSpPr>
            <a:spLocks noGrp="1"/>
          </p:cNvSpPr>
          <p:nvPr>
            <p:ph type="body" idx="14" hasCustomPrompt="1"/>
          </p:nvPr>
        </p:nvSpPr>
        <p:spPr>
          <a:xfrm>
            <a:off x="815720" y="3869349"/>
            <a:ext cx="4215201" cy="1328330"/>
          </a:xfrm>
        </p:spPr>
        <p:txBody>
          <a:bodyPr lIns="0" tIns="0" rIns="0" bIns="0" rtlCol="0">
            <a:normAutofit/>
          </a:bodyPr>
          <a:lstStyle>
            <a:lvl1pPr marL="0" indent="0">
              <a:lnSpc>
                <a:spcPct val="100000"/>
              </a:lnSpc>
              <a:spcBef>
                <a:spcPts val="600"/>
              </a:spcBef>
              <a:buNone/>
              <a:defRPr sz="1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Editați stilurile de text coordonator</a:t>
            </a:r>
          </a:p>
        </p:txBody>
      </p:sp>
      <p:sp>
        <p:nvSpPr>
          <p:cNvPr id="17" name="Oval 16">
            <a:extLst>
              <a:ext uri="{FF2B5EF4-FFF2-40B4-BE49-F238E27FC236}">
                <a16:creationId xmlns:a16="http://schemas.microsoft.com/office/drawing/2014/main" id="{72225750-E4CE-4A81-A0C3-4023030D637E}"/>
              </a:ext>
            </a:extLst>
          </p:cNvPr>
          <p:cNvSpPr/>
          <p:nvPr userDrawn="1"/>
        </p:nvSpPr>
        <p:spPr>
          <a:xfrm>
            <a:off x="809310" y="5879656"/>
            <a:ext cx="283464" cy="283464"/>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a:p>
        </p:txBody>
      </p:sp>
      <p:cxnSp>
        <p:nvCxnSpPr>
          <p:cNvPr id="18" name="Conector drept 17">
            <a:extLst>
              <a:ext uri="{FF2B5EF4-FFF2-40B4-BE49-F238E27FC236}">
                <a16:creationId xmlns:a16="http://schemas.microsoft.com/office/drawing/2014/main" id="{3819C324-07DF-49DB-A08C-0E6155CE3041}"/>
              </a:ext>
            </a:extLst>
          </p:cNvPr>
          <p:cNvCxnSpPr/>
          <p:nvPr userDrawn="1"/>
        </p:nvCxnSpPr>
        <p:spPr>
          <a:xfrm>
            <a:off x="11580000" y="6020920"/>
            <a:ext cx="612000"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75A34025-44F2-4A09-8629-F1794E9D35AF}"/>
              </a:ext>
            </a:extLst>
          </p:cNvPr>
          <p:cNvSpPr/>
          <p:nvPr userDrawn="1"/>
        </p:nvSpPr>
        <p:spPr>
          <a:xfrm>
            <a:off x="11466563" y="5966056"/>
            <a:ext cx="109728" cy="109728"/>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a:p>
        </p:txBody>
      </p:sp>
      <p:cxnSp>
        <p:nvCxnSpPr>
          <p:cNvPr id="20" name="Conector drept 19">
            <a:extLst>
              <a:ext uri="{FF2B5EF4-FFF2-40B4-BE49-F238E27FC236}">
                <a16:creationId xmlns:a16="http://schemas.microsoft.com/office/drawing/2014/main" id="{815854A2-EAE9-4B2A-84CF-5A4BD753863A}"/>
              </a:ext>
            </a:extLst>
          </p:cNvPr>
          <p:cNvCxnSpPr>
            <a:cxnSpLocks/>
          </p:cNvCxnSpPr>
          <p:nvPr userDrawn="1"/>
        </p:nvCxnSpPr>
        <p:spPr>
          <a:xfrm flipV="1">
            <a:off x="0" y="6020920"/>
            <a:ext cx="803275" cy="468"/>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2" name="Substituent imagine 7">
            <a:extLst>
              <a:ext uri="{FF2B5EF4-FFF2-40B4-BE49-F238E27FC236}">
                <a16:creationId xmlns:a16="http://schemas.microsoft.com/office/drawing/2014/main" id="{DE71F7A0-F439-470D-A1B8-556C960D112C}"/>
              </a:ext>
            </a:extLst>
          </p:cNvPr>
          <p:cNvSpPr>
            <a:spLocks noGrp="1"/>
          </p:cNvSpPr>
          <p:nvPr>
            <p:ph type="pic" sz="quarter" idx="15"/>
          </p:nvPr>
        </p:nvSpPr>
        <p:spPr>
          <a:xfrm>
            <a:off x="6103003" y="2490534"/>
            <a:ext cx="6083300" cy="2587752"/>
          </a:xfrm>
        </p:spPr>
        <p:txBody>
          <a:bodyPr rtlCol="0" anchor="ctr" anchorCtr="0">
            <a:normAutofit/>
          </a:bodyPr>
          <a:lstStyle>
            <a:lvl1pPr marL="0" indent="0" algn="ctr">
              <a:buNone/>
              <a:defRPr sz="1800"/>
            </a:lvl1pPr>
          </a:lstStyle>
          <a:p>
            <a:pPr rtl="0"/>
            <a:r>
              <a:rPr lang="ro-RO" noProof="0"/>
              <a:t>Faceți clic pe pictogramă pentru a adăuga o imagine</a:t>
            </a:r>
          </a:p>
        </p:txBody>
      </p:sp>
    </p:spTree>
    <p:extLst>
      <p:ext uri="{BB962C8B-B14F-4D97-AF65-F5344CB8AC3E}">
        <p14:creationId xmlns:p14="http://schemas.microsoft.com/office/powerpoint/2010/main" val="25399692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spect titlu, imagine și conținut">
    <p:spTree>
      <p:nvGrpSpPr>
        <p:cNvPr id="1" name=""/>
        <p:cNvGrpSpPr/>
        <p:nvPr/>
      </p:nvGrpSpPr>
      <p:grpSpPr>
        <a:xfrm>
          <a:off x="0" y="0"/>
          <a:ext cx="0" cy="0"/>
          <a:chOff x="0" y="0"/>
          <a:chExt cx="0" cy="0"/>
        </a:xfrm>
      </p:grpSpPr>
      <p:sp>
        <p:nvSpPr>
          <p:cNvPr id="15" name="Dreptunghi 14">
            <a:extLst>
              <a:ext uri="{FF2B5EF4-FFF2-40B4-BE49-F238E27FC236}">
                <a16:creationId xmlns:a16="http://schemas.microsoft.com/office/drawing/2014/main" id="{E8E3FDB8-6D5C-48FE-99EA-7EC60F4D8191}"/>
              </a:ext>
            </a:extLst>
          </p:cNvPr>
          <p:cNvSpPr/>
          <p:nvPr userDrawn="1"/>
        </p:nvSpPr>
        <p:spPr>
          <a:xfrm>
            <a:off x="0" y="0"/>
            <a:ext cx="12192000" cy="6858000"/>
          </a:xfrm>
          <a:prstGeom prst="rect">
            <a:avLst/>
          </a:prstGeom>
          <a:gradFill flip="none" rotWithShape="1">
            <a:gsLst>
              <a:gs pos="0">
                <a:schemeClr val="accent2"/>
              </a:gs>
              <a:gs pos="34000">
                <a:srgbClr val="0F1722"/>
              </a:gs>
              <a:gs pos="69000">
                <a:srgbClr val="0F1722"/>
              </a:gs>
              <a:gs pos="100000">
                <a:schemeClr val="accent5"/>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rtl="0"/>
            <a:endParaRPr lang="ro-RO" noProof="0"/>
          </a:p>
        </p:txBody>
      </p:sp>
      <p:sp>
        <p:nvSpPr>
          <p:cNvPr id="5" name="Substituent dată 4">
            <a:extLst>
              <a:ext uri="{FF2B5EF4-FFF2-40B4-BE49-F238E27FC236}">
                <a16:creationId xmlns:a16="http://schemas.microsoft.com/office/drawing/2014/main" id="{2D9775F3-A041-479A-8038-652B7D9C72E9}"/>
              </a:ext>
            </a:extLst>
          </p:cNvPr>
          <p:cNvSpPr>
            <a:spLocks noGrp="1"/>
          </p:cNvSpPr>
          <p:nvPr>
            <p:ph type="dt" sz="half" idx="10"/>
          </p:nvPr>
        </p:nvSpPr>
        <p:spPr/>
        <p:txBody>
          <a:bodyPr rtlCol="0"/>
          <a:lstStyle/>
          <a:p>
            <a:pPr rtl="0"/>
            <a:r>
              <a:rPr lang="ro-RO" noProof="0"/>
              <a:t>DD.MM.20XX</a:t>
            </a:r>
          </a:p>
        </p:txBody>
      </p:sp>
      <p:sp>
        <p:nvSpPr>
          <p:cNvPr id="6" name="Substituent subsol 5">
            <a:extLst>
              <a:ext uri="{FF2B5EF4-FFF2-40B4-BE49-F238E27FC236}">
                <a16:creationId xmlns:a16="http://schemas.microsoft.com/office/drawing/2014/main" id="{29BEDD04-BE4E-4B91-B13E-0C4FB3E1658F}"/>
              </a:ext>
            </a:extLst>
          </p:cNvPr>
          <p:cNvSpPr>
            <a:spLocks noGrp="1"/>
          </p:cNvSpPr>
          <p:nvPr>
            <p:ph type="ftr" sz="quarter" idx="11"/>
          </p:nvPr>
        </p:nvSpPr>
        <p:spPr/>
        <p:txBody>
          <a:bodyPr rtlCol="0"/>
          <a:lstStyle/>
          <a:p>
            <a:pPr rtl="0"/>
            <a:r>
              <a:rPr lang="ro-RO" noProof="0"/>
              <a:t>ADĂUGAREA UNUI SUBSOL</a:t>
            </a:r>
          </a:p>
        </p:txBody>
      </p:sp>
      <p:sp>
        <p:nvSpPr>
          <p:cNvPr id="7" name="Substituent număr diapozitiv 6">
            <a:extLst>
              <a:ext uri="{FF2B5EF4-FFF2-40B4-BE49-F238E27FC236}">
                <a16:creationId xmlns:a16="http://schemas.microsoft.com/office/drawing/2014/main" id="{306DF5D8-12DC-494E-B0F1-2E9C86A14544}"/>
              </a:ext>
            </a:extLst>
          </p:cNvPr>
          <p:cNvSpPr>
            <a:spLocks noGrp="1"/>
          </p:cNvSpPr>
          <p:nvPr>
            <p:ph type="sldNum" sz="quarter" idx="12"/>
          </p:nvPr>
        </p:nvSpPr>
        <p:spPr/>
        <p:txBody>
          <a:bodyPr rtlCol="0"/>
          <a:lstStyle/>
          <a:p>
            <a:pPr rtl="0"/>
            <a:fld id="{8D581BC7-E183-40DB-AC97-C19EA4EB8894}" type="slidenum">
              <a:rPr lang="ro-RO" noProof="0" smtClean="0"/>
              <a:t>‹#›</a:t>
            </a:fld>
            <a:endParaRPr lang="ro-RO" noProof="0"/>
          </a:p>
        </p:txBody>
      </p:sp>
      <p:sp>
        <p:nvSpPr>
          <p:cNvPr id="8" name="Titlu 1">
            <a:extLst>
              <a:ext uri="{FF2B5EF4-FFF2-40B4-BE49-F238E27FC236}">
                <a16:creationId xmlns:a16="http://schemas.microsoft.com/office/drawing/2014/main" id="{ABF87C9E-53A2-4DE1-89DC-3907BE2E3D3C}"/>
              </a:ext>
            </a:extLst>
          </p:cNvPr>
          <p:cNvSpPr>
            <a:spLocks noGrp="1"/>
          </p:cNvSpPr>
          <p:nvPr>
            <p:ph type="title" hasCustomPrompt="1"/>
          </p:nvPr>
        </p:nvSpPr>
        <p:spPr>
          <a:xfrm>
            <a:off x="6894591" y="1090118"/>
            <a:ext cx="4494133" cy="804338"/>
          </a:xfrm>
        </p:spPr>
        <p:txBody>
          <a:bodyPr lIns="0" tIns="0" rIns="0" bIns="0" rtlCol="0" anchor="b">
            <a:normAutofit/>
          </a:bodyPr>
          <a:lstStyle>
            <a:lvl1pPr>
              <a:defRPr sz="3600"/>
            </a:lvl1pPr>
          </a:lstStyle>
          <a:p>
            <a:pPr rtl="0"/>
            <a:r>
              <a:rPr lang="ro-RO" noProof="0"/>
              <a:t>FACEȚI CLIC PENTRU A EDITA</a:t>
            </a:r>
          </a:p>
        </p:txBody>
      </p:sp>
      <p:sp>
        <p:nvSpPr>
          <p:cNvPr id="9" name="Substituent text 2">
            <a:extLst>
              <a:ext uri="{FF2B5EF4-FFF2-40B4-BE49-F238E27FC236}">
                <a16:creationId xmlns:a16="http://schemas.microsoft.com/office/drawing/2014/main" id="{EB453F8F-AA02-4E0D-93BF-8CF4F1490377}"/>
              </a:ext>
            </a:extLst>
          </p:cNvPr>
          <p:cNvSpPr>
            <a:spLocks noGrp="1"/>
          </p:cNvSpPr>
          <p:nvPr>
            <p:ph type="body" idx="1" hasCustomPrompt="1"/>
          </p:nvPr>
        </p:nvSpPr>
        <p:spPr>
          <a:xfrm>
            <a:off x="6894591" y="2243662"/>
            <a:ext cx="4473108" cy="569085"/>
          </a:xfrm>
        </p:spPr>
        <p:txBody>
          <a:bodyPr lIns="0" tIns="0" rIns="0" bIns="0" rtlCol="0">
            <a:normAutofit/>
          </a:bodyPr>
          <a:lstStyle>
            <a:lvl1pPr marL="0" indent="0">
              <a:lnSpc>
                <a:spcPct val="100000"/>
              </a:lnSpc>
              <a:buNone/>
              <a:defRPr sz="1800" b="1">
                <a:solidFill>
                  <a:schemeClr val="tx1"/>
                </a:solidFill>
                <a:latin typeface="+mn-lt"/>
                <a:cs typeface="Segoe UI Semibold" panose="020B07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EDITAȚI STILURILE DE TEXT COORDONATOR</a:t>
            </a:r>
          </a:p>
        </p:txBody>
      </p:sp>
      <p:sp>
        <p:nvSpPr>
          <p:cNvPr id="10" name="Substituent imagine 10">
            <a:extLst>
              <a:ext uri="{FF2B5EF4-FFF2-40B4-BE49-F238E27FC236}">
                <a16:creationId xmlns:a16="http://schemas.microsoft.com/office/drawing/2014/main" id="{A541F291-2E4B-474E-9ED0-55C97A2A066D}"/>
              </a:ext>
            </a:extLst>
          </p:cNvPr>
          <p:cNvSpPr>
            <a:spLocks noGrp="1"/>
          </p:cNvSpPr>
          <p:nvPr>
            <p:ph type="pic" sz="quarter" idx="13"/>
          </p:nvPr>
        </p:nvSpPr>
        <p:spPr>
          <a:xfrm>
            <a:off x="831850" y="859665"/>
            <a:ext cx="1078992" cy="548640"/>
          </a:xfrm>
        </p:spPr>
        <p:txBody>
          <a:bodyPr rtlCol="0" anchor="ctr" anchorCtr="0">
            <a:normAutofit/>
          </a:bodyPr>
          <a:lstStyle>
            <a:lvl1pPr marL="0" indent="0" algn="ctr">
              <a:buNone/>
              <a:defRPr sz="1200"/>
            </a:lvl1pPr>
          </a:lstStyle>
          <a:p>
            <a:pPr rtl="0"/>
            <a:r>
              <a:rPr lang="ro-RO" noProof="0"/>
              <a:t>Faceți clic pe pictogramă pentru a adăuga o imagine</a:t>
            </a:r>
          </a:p>
        </p:txBody>
      </p:sp>
      <p:grpSp>
        <p:nvGrpSpPr>
          <p:cNvPr id="11" name="Grup 10">
            <a:extLst>
              <a:ext uri="{FF2B5EF4-FFF2-40B4-BE49-F238E27FC236}">
                <a16:creationId xmlns:a16="http://schemas.microsoft.com/office/drawing/2014/main" id="{59E4D57E-4989-4939-A31F-637543FAB606}"/>
              </a:ext>
            </a:extLst>
          </p:cNvPr>
          <p:cNvGrpSpPr/>
          <p:nvPr userDrawn="1"/>
        </p:nvGrpSpPr>
        <p:grpSpPr>
          <a:xfrm flipH="1">
            <a:off x="6924675" y="1993043"/>
            <a:ext cx="5267325" cy="100800"/>
            <a:chOff x="0" y="3240138"/>
            <a:chExt cx="3434400" cy="100800"/>
          </a:xfrm>
        </p:grpSpPr>
        <p:cxnSp>
          <p:nvCxnSpPr>
            <p:cNvPr id="12" name="Conector drept 11">
              <a:extLst>
                <a:ext uri="{FF2B5EF4-FFF2-40B4-BE49-F238E27FC236}">
                  <a16:creationId xmlns:a16="http://schemas.microsoft.com/office/drawing/2014/main" id="{370B72A7-B625-48B8-88E6-BCE2A4DD531E}"/>
                </a:ext>
              </a:extLst>
            </p:cNvPr>
            <p:cNvCxnSpPr/>
            <p:nvPr userDrawn="1"/>
          </p:nvCxnSpPr>
          <p:spPr>
            <a:xfrm>
              <a:off x="0" y="3290538"/>
              <a:ext cx="3384000"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01ED729F-F8A5-4244-9776-4935C260F11F}"/>
                </a:ext>
              </a:extLst>
            </p:cNvPr>
            <p:cNvSpPr/>
            <p:nvPr userDrawn="1"/>
          </p:nvSpPr>
          <p:spPr>
            <a:xfrm>
              <a:off x="3368676" y="3240138"/>
              <a:ext cx="65724" cy="100800"/>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a:p>
          </p:txBody>
        </p:sp>
      </p:grpSp>
      <p:sp>
        <p:nvSpPr>
          <p:cNvPr id="14" name="Substituent text 2">
            <a:extLst>
              <a:ext uri="{FF2B5EF4-FFF2-40B4-BE49-F238E27FC236}">
                <a16:creationId xmlns:a16="http://schemas.microsoft.com/office/drawing/2014/main" id="{BE12A846-0DFC-435B-BAE9-D90C353E0344}"/>
              </a:ext>
            </a:extLst>
          </p:cNvPr>
          <p:cNvSpPr>
            <a:spLocks noGrp="1"/>
          </p:cNvSpPr>
          <p:nvPr>
            <p:ph type="body" idx="14" hasCustomPrompt="1"/>
          </p:nvPr>
        </p:nvSpPr>
        <p:spPr>
          <a:xfrm>
            <a:off x="6894591" y="2868443"/>
            <a:ext cx="4482996" cy="2432603"/>
          </a:xfrm>
        </p:spPr>
        <p:txBody>
          <a:bodyPr lIns="0" tIns="0" rIns="0" bIns="0" rtlCol="0">
            <a:normAutofit/>
          </a:bodyPr>
          <a:lstStyle>
            <a:lvl1pPr marL="216000" indent="-216000">
              <a:lnSpc>
                <a:spcPct val="100000"/>
              </a:lnSpc>
              <a:spcBef>
                <a:spcPts val="600"/>
              </a:spcBef>
              <a:buClr>
                <a:schemeClr val="tx1"/>
              </a:buClr>
              <a:buFont typeface="Courier New" panose="02070309020205020404" pitchFamily="49" charset="0"/>
              <a:buChar char="o"/>
              <a:defRPr sz="1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Editați stilurile de text coordonator</a:t>
            </a:r>
          </a:p>
        </p:txBody>
      </p:sp>
      <p:cxnSp>
        <p:nvCxnSpPr>
          <p:cNvPr id="17" name="Conector drept 16">
            <a:extLst>
              <a:ext uri="{FF2B5EF4-FFF2-40B4-BE49-F238E27FC236}">
                <a16:creationId xmlns:a16="http://schemas.microsoft.com/office/drawing/2014/main" id="{6150998C-CF95-4C6F-8962-8EB2DB30177D}"/>
              </a:ext>
            </a:extLst>
          </p:cNvPr>
          <p:cNvCxnSpPr/>
          <p:nvPr userDrawn="1"/>
        </p:nvCxnSpPr>
        <p:spPr>
          <a:xfrm>
            <a:off x="11580000" y="6020920"/>
            <a:ext cx="612000"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F86A2ACD-8CF5-48A3-A678-E213A809B332}"/>
              </a:ext>
            </a:extLst>
          </p:cNvPr>
          <p:cNvSpPr/>
          <p:nvPr userDrawn="1"/>
        </p:nvSpPr>
        <p:spPr>
          <a:xfrm>
            <a:off x="11466563" y="5966056"/>
            <a:ext cx="109728" cy="109728"/>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a:p>
        </p:txBody>
      </p:sp>
      <p:cxnSp>
        <p:nvCxnSpPr>
          <p:cNvPr id="19" name="Conector drept 18">
            <a:extLst>
              <a:ext uri="{FF2B5EF4-FFF2-40B4-BE49-F238E27FC236}">
                <a16:creationId xmlns:a16="http://schemas.microsoft.com/office/drawing/2014/main" id="{F00811BB-0E37-4D70-84A5-97B3FBEDCBE6}"/>
              </a:ext>
            </a:extLst>
          </p:cNvPr>
          <p:cNvCxnSpPr>
            <a:cxnSpLocks/>
          </p:cNvCxnSpPr>
          <p:nvPr userDrawn="1"/>
        </p:nvCxnSpPr>
        <p:spPr>
          <a:xfrm flipV="1">
            <a:off x="0" y="6020920"/>
            <a:ext cx="803275" cy="468"/>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D03B3046-0457-4D23-8E0C-64E3FCD620BB}"/>
              </a:ext>
            </a:extLst>
          </p:cNvPr>
          <p:cNvSpPr/>
          <p:nvPr userDrawn="1"/>
        </p:nvSpPr>
        <p:spPr>
          <a:xfrm>
            <a:off x="809310" y="5879656"/>
            <a:ext cx="283464" cy="283464"/>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a:p>
        </p:txBody>
      </p:sp>
      <p:sp>
        <p:nvSpPr>
          <p:cNvPr id="22" name="Substituent imagine 7">
            <a:extLst>
              <a:ext uri="{FF2B5EF4-FFF2-40B4-BE49-F238E27FC236}">
                <a16:creationId xmlns:a16="http://schemas.microsoft.com/office/drawing/2014/main" id="{F0861AA2-8248-462C-B6D8-FFD829F41ED0}"/>
              </a:ext>
            </a:extLst>
          </p:cNvPr>
          <p:cNvSpPr>
            <a:spLocks noGrp="1"/>
          </p:cNvSpPr>
          <p:nvPr>
            <p:ph type="pic" sz="quarter" idx="15"/>
          </p:nvPr>
        </p:nvSpPr>
        <p:spPr>
          <a:xfrm>
            <a:off x="2854411" y="1472184"/>
            <a:ext cx="3246204" cy="5385816"/>
          </a:xfrm>
        </p:spPr>
        <p:txBody>
          <a:bodyPr rtlCol="0" anchor="ctr" anchorCtr="0">
            <a:normAutofit/>
          </a:bodyPr>
          <a:lstStyle>
            <a:lvl1pPr marL="0" indent="0" algn="ctr">
              <a:buNone/>
              <a:defRPr sz="1800"/>
            </a:lvl1pPr>
          </a:lstStyle>
          <a:p>
            <a:pPr rtl="0"/>
            <a:r>
              <a:rPr lang="ro-RO" noProof="0"/>
              <a:t>Faceți clic pe pictogramă pentru a adăuga o imagine</a:t>
            </a:r>
          </a:p>
        </p:txBody>
      </p:sp>
    </p:spTree>
    <p:extLst>
      <p:ext uri="{BB962C8B-B14F-4D97-AF65-F5344CB8AC3E}">
        <p14:creationId xmlns:p14="http://schemas.microsoft.com/office/powerpoint/2010/main" val="12476382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spect titlu și conținut ver 2">
    <p:spTree>
      <p:nvGrpSpPr>
        <p:cNvPr id="1" name=""/>
        <p:cNvGrpSpPr/>
        <p:nvPr/>
      </p:nvGrpSpPr>
      <p:grpSpPr>
        <a:xfrm>
          <a:off x="0" y="0"/>
          <a:ext cx="0" cy="0"/>
          <a:chOff x="0" y="0"/>
          <a:chExt cx="0" cy="0"/>
        </a:xfrm>
      </p:grpSpPr>
      <p:sp>
        <p:nvSpPr>
          <p:cNvPr id="7" name="Dreptunghi 6">
            <a:extLst>
              <a:ext uri="{FF2B5EF4-FFF2-40B4-BE49-F238E27FC236}">
                <a16:creationId xmlns:a16="http://schemas.microsoft.com/office/drawing/2014/main" id="{09F1B35C-893A-4033-ADC0-2192AFA29271}"/>
              </a:ext>
            </a:extLst>
          </p:cNvPr>
          <p:cNvSpPr/>
          <p:nvPr userDrawn="1"/>
        </p:nvSpPr>
        <p:spPr>
          <a:xfrm>
            <a:off x="0" y="0"/>
            <a:ext cx="12192000" cy="6858000"/>
          </a:xfrm>
          <a:prstGeom prst="rect">
            <a:avLst/>
          </a:prstGeom>
          <a:gradFill flip="none" rotWithShape="1">
            <a:gsLst>
              <a:gs pos="0">
                <a:schemeClr val="accent2"/>
              </a:gs>
              <a:gs pos="34000">
                <a:srgbClr val="0F1722"/>
              </a:gs>
              <a:gs pos="69000">
                <a:srgbClr val="0F1722"/>
              </a:gs>
              <a:gs pos="100000">
                <a:schemeClr val="accent5"/>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rtl="0"/>
            <a:endParaRPr lang="ro-RO" noProof="0"/>
          </a:p>
        </p:txBody>
      </p:sp>
      <p:sp>
        <p:nvSpPr>
          <p:cNvPr id="2" name="Titlu 1">
            <a:extLst>
              <a:ext uri="{FF2B5EF4-FFF2-40B4-BE49-F238E27FC236}">
                <a16:creationId xmlns:a16="http://schemas.microsoft.com/office/drawing/2014/main" id="{CD637DF8-B064-4F36-89F8-EBF538A2E7F2}"/>
              </a:ext>
            </a:extLst>
          </p:cNvPr>
          <p:cNvSpPr>
            <a:spLocks noGrp="1"/>
          </p:cNvSpPr>
          <p:nvPr>
            <p:ph type="title" hasCustomPrompt="1"/>
          </p:nvPr>
        </p:nvSpPr>
        <p:spPr>
          <a:xfrm>
            <a:off x="803276" y="2219359"/>
            <a:ext cx="5021940" cy="804338"/>
          </a:xfrm>
        </p:spPr>
        <p:txBody>
          <a:bodyPr lIns="0" tIns="0" rIns="0" bIns="0" rtlCol="0" anchor="b">
            <a:normAutofit/>
          </a:bodyPr>
          <a:lstStyle>
            <a:lvl1pPr>
              <a:defRPr sz="3600"/>
            </a:lvl1pPr>
          </a:lstStyle>
          <a:p>
            <a:pPr rtl="0"/>
            <a:r>
              <a:rPr lang="ro-RO" noProof="0"/>
              <a:t>FACEȚI CLIC PENTRU A EDITA</a:t>
            </a:r>
          </a:p>
        </p:txBody>
      </p:sp>
      <p:sp>
        <p:nvSpPr>
          <p:cNvPr id="4" name="Substituent dată 3">
            <a:extLst>
              <a:ext uri="{FF2B5EF4-FFF2-40B4-BE49-F238E27FC236}">
                <a16:creationId xmlns:a16="http://schemas.microsoft.com/office/drawing/2014/main" id="{49EFC6D7-3241-401C-A16A-4A7CC2653954}"/>
              </a:ext>
            </a:extLst>
          </p:cNvPr>
          <p:cNvSpPr>
            <a:spLocks noGrp="1"/>
          </p:cNvSpPr>
          <p:nvPr>
            <p:ph type="dt" sz="half" idx="10"/>
          </p:nvPr>
        </p:nvSpPr>
        <p:spPr/>
        <p:txBody>
          <a:bodyPr rtlCol="0"/>
          <a:lstStyle/>
          <a:p>
            <a:pPr rtl="0"/>
            <a:r>
              <a:rPr lang="ro-RO" noProof="0"/>
              <a:t>DD.MM.20XX</a:t>
            </a:r>
          </a:p>
        </p:txBody>
      </p:sp>
      <p:sp>
        <p:nvSpPr>
          <p:cNvPr id="5" name="Substituent subsol 4">
            <a:extLst>
              <a:ext uri="{FF2B5EF4-FFF2-40B4-BE49-F238E27FC236}">
                <a16:creationId xmlns:a16="http://schemas.microsoft.com/office/drawing/2014/main" id="{F345D6DC-ABA5-4D00-9CD3-92FFDD1FA2DC}"/>
              </a:ext>
            </a:extLst>
          </p:cNvPr>
          <p:cNvSpPr>
            <a:spLocks noGrp="1"/>
          </p:cNvSpPr>
          <p:nvPr>
            <p:ph type="ftr" sz="quarter" idx="11"/>
          </p:nvPr>
        </p:nvSpPr>
        <p:spPr/>
        <p:txBody>
          <a:bodyPr rtlCol="0"/>
          <a:lstStyle/>
          <a:p>
            <a:pPr rtl="0"/>
            <a:r>
              <a:rPr lang="ro-RO" noProof="0"/>
              <a:t>ADĂUGAREA UNUI SUBSOL</a:t>
            </a:r>
          </a:p>
        </p:txBody>
      </p:sp>
      <p:sp>
        <p:nvSpPr>
          <p:cNvPr id="6" name="Substituent număr diapozitiv 5">
            <a:extLst>
              <a:ext uri="{FF2B5EF4-FFF2-40B4-BE49-F238E27FC236}">
                <a16:creationId xmlns:a16="http://schemas.microsoft.com/office/drawing/2014/main" id="{92459C86-0106-40E0-AA18-795EC5787677}"/>
              </a:ext>
            </a:extLst>
          </p:cNvPr>
          <p:cNvSpPr>
            <a:spLocks noGrp="1"/>
          </p:cNvSpPr>
          <p:nvPr>
            <p:ph type="sldNum" sz="quarter" idx="12"/>
          </p:nvPr>
        </p:nvSpPr>
        <p:spPr/>
        <p:txBody>
          <a:bodyPr rtlCol="0"/>
          <a:lstStyle/>
          <a:p>
            <a:pPr rtl="0"/>
            <a:fld id="{8D581BC7-E183-40DB-AC97-C19EA4EB8894}" type="slidenum">
              <a:rPr lang="ro-RO" noProof="0" smtClean="0"/>
              <a:t>‹#›</a:t>
            </a:fld>
            <a:endParaRPr lang="ro-RO" noProof="0"/>
          </a:p>
        </p:txBody>
      </p:sp>
      <p:sp>
        <p:nvSpPr>
          <p:cNvPr id="11" name="Substituent imagine 10">
            <a:extLst>
              <a:ext uri="{FF2B5EF4-FFF2-40B4-BE49-F238E27FC236}">
                <a16:creationId xmlns:a16="http://schemas.microsoft.com/office/drawing/2014/main" id="{6D14F7B3-A6CF-491C-9855-75B5784CC456}"/>
              </a:ext>
            </a:extLst>
          </p:cNvPr>
          <p:cNvSpPr>
            <a:spLocks noGrp="1"/>
          </p:cNvSpPr>
          <p:nvPr>
            <p:ph type="pic" sz="quarter" idx="13"/>
          </p:nvPr>
        </p:nvSpPr>
        <p:spPr>
          <a:xfrm>
            <a:off x="831850" y="859665"/>
            <a:ext cx="1078992" cy="548640"/>
          </a:xfrm>
        </p:spPr>
        <p:txBody>
          <a:bodyPr rtlCol="0" anchor="ctr" anchorCtr="0">
            <a:normAutofit/>
          </a:bodyPr>
          <a:lstStyle>
            <a:lvl1pPr marL="0" indent="0" algn="ctr">
              <a:buNone/>
              <a:defRPr sz="1200"/>
            </a:lvl1pPr>
          </a:lstStyle>
          <a:p>
            <a:pPr rtl="0"/>
            <a:r>
              <a:rPr lang="ro-RO" noProof="0"/>
              <a:t>Faceți clic pe pictogramă pentru a adăuga o imagine</a:t>
            </a:r>
          </a:p>
        </p:txBody>
      </p:sp>
      <p:grpSp>
        <p:nvGrpSpPr>
          <p:cNvPr id="15" name="Grup 14">
            <a:extLst>
              <a:ext uri="{FF2B5EF4-FFF2-40B4-BE49-F238E27FC236}">
                <a16:creationId xmlns:a16="http://schemas.microsoft.com/office/drawing/2014/main" id="{B7317392-EF87-4050-8BBE-32F74B0CF15A}"/>
              </a:ext>
            </a:extLst>
          </p:cNvPr>
          <p:cNvGrpSpPr/>
          <p:nvPr userDrawn="1"/>
        </p:nvGrpSpPr>
        <p:grpSpPr>
          <a:xfrm>
            <a:off x="0" y="3122284"/>
            <a:ext cx="2555857" cy="100800"/>
            <a:chOff x="0" y="3240138"/>
            <a:chExt cx="2555857" cy="100800"/>
          </a:xfrm>
        </p:grpSpPr>
        <p:cxnSp>
          <p:nvCxnSpPr>
            <p:cNvPr id="13" name="Conector drept 12">
              <a:extLst>
                <a:ext uri="{FF2B5EF4-FFF2-40B4-BE49-F238E27FC236}">
                  <a16:creationId xmlns:a16="http://schemas.microsoft.com/office/drawing/2014/main" id="{785A4134-866D-4143-AC1E-8A2FFDB49855}"/>
                </a:ext>
              </a:extLst>
            </p:cNvPr>
            <p:cNvCxnSpPr/>
            <p:nvPr userDrawn="1"/>
          </p:nvCxnSpPr>
          <p:spPr>
            <a:xfrm>
              <a:off x="0" y="3290538"/>
              <a:ext cx="2492188"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1BBC5D9C-B8FB-455B-9398-36DB21F2765E}"/>
                </a:ext>
              </a:extLst>
            </p:cNvPr>
            <p:cNvSpPr/>
            <p:nvPr userDrawn="1"/>
          </p:nvSpPr>
          <p:spPr>
            <a:xfrm>
              <a:off x="2455057" y="3240138"/>
              <a:ext cx="100800" cy="100800"/>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a:p>
          </p:txBody>
        </p:sp>
      </p:grpSp>
      <p:sp>
        <p:nvSpPr>
          <p:cNvPr id="17" name="Oval 16">
            <a:extLst>
              <a:ext uri="{FF2B5EF4-FFF2-40B4-BE49-F238E27FC236}">
                <a16:creationId xmlns:a16="http://schemas.microsoft.com/office/drawing/2014/main" id="{72225750-E4CE-4A81-A0C3-4023030D637E}"/>
              </a:ext>
            </a:extLst>
          </p:cNvPr>
          <p:cNvSpPr/>
          <p:nvPr userDrawn="1"/>
        </p:nvSpPr>
        <p:spPr>
          <a:xfrm>
            <a:off x="809310" y="5879656"/>
            <a:ext cx="283464" cy="283464"/>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a:p>
        </p:txBody>
      </p:sp>
      <p:cxnSp>
        <p:nvCxnSpPr>
          <p:cNvPr id="18" name="Conector drept 17">
            <a:extLst>
              <a:ext uri="{FF2B5EF4-FFF2-40B4-BE49-F238E27FC236}">
                <a16:creationId xmlns:a16="http://schemas.microsoft.com/office/drawing/2014/main" id="{3819C324-07DF-49DB-A08C-0E6155CE3041}"/>
              </a:ext>
            </a:extLst>
          </p:cNvPr>
          <p:cNvCxnSpPr/>
          <p:nvPr userDrawn="1"/>
        </p:nvCxnSpPr>
        <p:spPr>
          <a:xfrm>
            <a:off x="11580000" y="6020920"/>
            <a:ext cx="612000"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75A34025-44F2-4A09-8629-F1794E9D35AF}"/>
              </a:ext>
            </a:extLst>
          </p:cNvPr>
          <p:cNvSpPr/>
          <p:nvPr userDrawn="1"/>
        </p:nvSpPr>
        <p:spPr>
          <a:xfrm>
            <a:off x="11466563" y="5966056"/>
            <a:ext cx="109728" cy="109728"/>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a:p>
        </p:txBody>
      </p:sp>
      <p:cxnSp>
        <p:nvCxnSpPr>
          <p:cNvPr id="20" name="Conector drept 19">
            <a:extLst>
              <a:ext uri="{FF2B5EF4-FFF2-40B4-BE49-F238E27FC236}">
                <a16:creationId xmlns:a16="http://schemas.microsoft.com/office/drawing/2014/main" id="{815854A2-EAE9-4B2A-84CF-5A4BD753863A}"/>
              </a:ext>
            </a:extLst>
          </p:cNvPr>
          <p:cNvCxnSpPr>
            <a:cxnSpLocks/>
          </p:cNvCxnSpPr>
          <p:nvPr userDrawn="1"/>
        </p:nvCxnSpPr>
        <p:spPr>
          <a:xfrm flipV="1">
            <a:off x="0" y="6020920"/>
            <a:ext cx="803275" cy="468"/>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1" name="Substituent text 2">
            <a:extLst>
              <a:ext uri="{FF2B5EF4-FFF2-40B4-BE49-F238E27FC236}">
                <a16:creationId xmlns:a16="http://schemas.microsoft.com/office/drawing/2014/main" id="{4C9D5785-B116-4BE7-AC26-5CD6481FFA6A}"/>
              </a:ext>
            </a:extLst>
          </p:cNvPr>
          <p:cNvSpPr>
            <a:spLocks noGrp="1"/>
          </p:cNvSpPr>
          <p:nvPr>
            <p:ph type="body" idx="14" hasCustomPrompt="1"/>
          </p:nvPr>
        </p:nvSpPr>
        <p:spPr>
          <a:xfrm>
            <a:off x="815720" y="3392200"/>
            <a:ext cx="5009495" cy="2210173"/>
          </a:xfrm>
        </p:spPr>
        <p:txBody>
          <a:bodyPr lIns="0" tIns="0" rIns="0" bIns="0" rtlCol="0">
            <a:normAutofit/>
          </a:bodyPr>
          <a:lstStyle>
            <a:lvl1pPr marL="216000" indent="-216000">
              <a:lnSpc>
                <a:spcPct val="100000"/>
              </a:lnSpc>
              <a:spcBef>
                <a:spcPts val="600"/>
              </a:spcBef>
              <a:buClr>
                <a:schemeClr val="tx1"/>
              </a:buClr>
              <a:buFont typeface="Courier New" panose="02070309020205020404" pitchFamily="49" charset="0"/>
              <a:buChar char="o"/>
              <a:defRPr sz="1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Editați stilurile de text coordonator</a:t>
            </a:r>
          </a:p>
        </p:txBody>
      </p:sp>
      <p:sp>
        <p:nvSpPr>
          <p:cNvPr id="23" name="Substituent imagine 7">
            <a:extLst>
              <a:ext uri="{FF2B5EF4-FFF2-40B4-BE49-F238E27FC236}">
                <a16:creationId xmlns:a16="http://schemas.microsoft.com/office/drawing/2014/main" id="{278C2B8F-0B29-449C-AFFD-42BB56FA1595}"/>
              </a:ext>
            </a:extLst>
          </p:cNvPr>
          <p:cNvSpPr>
            <a:spLocks noGrp="1"/>
          </p:cNvSpPr>
          <p:nvPr>
            <p:ph type="pic" sz="quarter" idx="15"/>
          </p:nvPr>
        </p:nvSpPr>
        <p:spPr>
          <a:xfrm>
            <a:off x="6108356" y="-20834"/>
            <a:ext cx="5245444" cy="5385816"/>
          </a:xfrm>
        </p:spPr>
        <p:txBody>
          <a:bodyPr rtlCol="0" anchor="ctr" anchorCtr="0">
            <a:normAutofit/>
          </a:bodyPr>
          <a:lstStyle>
            <a:lvl1pPr marL="0" indent="0" algn="ctr">
              <a:buNone/>
              <a:defRPr sz="1800"/>
            </a:lvl1pPr>
          </a:lstStyle>
          <a:p>
            <a:pPr rtl="0"/>
            <a:r>
              <a:rPr lang="ro-RO" noProof="0"/>
              <a:t>Faceți clic pe pictogramă pentru a adăuga o imagine</a:t>
            </a:r>
          </a:p>
        </p:txBody>
      </p:sp>
    </p:spTree>
    <p:extLst>
      <p:ext uri="{BB962C8B-B14F-4D97-AF65-F5344CB8AC3E}">
        <p14:creationId xmlns:p14="http://schemas.microsoft.com/office/powerpoint/2010/main" val="231033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spect de conținut pictograme">
    <p:spTree>
      <p:nvGrpSpPr>
        <p:cNvPr id="1" name=""/>
        <p:cNvGrpSpPr/>
        <p:nvPr/>
      </p:nvGrpSpPr>
      <p:grpSpPr>
        <a:xfrm>
          <a:off x="0" y="0"/>
          <a:ext cx="0" cy="0"/>
          <a:chOff x="0" y="0"/>
          <a:chExt cx="0" cy="0"/>
        </a:xfrm>
      </p:grpSpPr>
      <p:sp>
        <p:nvSpPr>
          <p:cNvPr id="15" name="Dreptunghi 14">
            <a:extLst>
              <a:ext uri="{FF2B5EF4-FFF2-40B4-BE49-F238E27FC236}">
                <a16:creationId xmlns:a16="http://schemas.microsoft.com/office/drawing/2014/main" id="{E8E3FDB8-6D5C-48FE-99EA-7EC60F4D8191}"/>
              </a:ext>
            </a:extLst>
          </p:cNvPr>
          <p:cNvSpPr/>
          <p:nvPr userDrawn="1"/>
        </p:nvSpPr>
        <p:spPr>
          <a:xfrm>
            <a:off x="0" y="0"/>
            <a:ext cx="12192000" cy="6858000"/>
          </a:xfrm>
          <a:prstGeom prst="rect">
            <a:avLst/>
          </a:prstGeom>
          <a:gradFill flip="none" rotWithShape="1">
            <a:gsLst>
              <a:gs pos="0">
                <a:schemeClr val="accent2"/>
              </a:gs>
              <a:gs pos="34000">
                <a:srgbClr val="0F1722"/>
              </a:gs>
              <a:gs pos="69000">
                <a:srgbClr val="0F1722"/>
              </a:gs>
              <a:gs pos="100000">
                <a:schemeClr val="accent5"/>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rtl="0"/>
            <a:endParaRPr lang="ro-RO" noProof="0"/>
          </a:p>
        </p:txBody>
      </p:sp>
      <p:sp>
        <p:nvSpPr>
          <p:cNvPr id="5" name="Substituent dată 4">
            <a:extLst>
              <a:ext uri="{FF2B5EF4-FFF2-40B4-BE49-F238E27FC236}">
                <a16:creationId xmlns:a16="http://schemas.microsoft.com/office/drawing/2014/main" id="{2D9775F3-A041-479A-8038-652B7D9C72E9}"/>
              </a:ext>
            </a:extLst>
          </p:cNvPr>
          <p:cNvSpPr>
            <a:spLocks noGrp="1"/>
          </p:cNvSpPr>
          <p:nvPr>
            <p:ph type="dt" sz="half" idx="10"/>
          </p:nvPr>
        </p:nvSpPr>
        <p:spPr/>
        <p:txBody>
          <a:bodyPr rtlCol="0"/>
          <a:lstStyle/>
          <a:p>
            <a:pPr rtl="0"/>
            <a:r>
              <a:rPr lang="ro-RO" noProof="0"/>
              <a:t>DD.MM.20XX</a:t>
            </a:r>
          </a:p>
        </p:txBody>
      </p:sp>
      <p:sp>
        <p:nvSpPr>
          <p:cNvPr id="6" name="Substituent subsol 5">
            <a:extLst>
              <a:ext uri="{FF2B5EF4-FFF2-40B4-BE49-F238E27FC236}">
                <a16:creationId xmlns:a16="http://schemas.microsoft.com/office/drawing/2014/main" id="{29BEDD04-BE4E-4B91-B13E-0C4FB3E1658F}"/>
              </a:ext>
            </a:extLst>
          </p:cNvPr>
          <p:cNvSpPr>
            <a:spLocks noGrp="1"/>
          </p:cNvSpPr>
          <p:nvPr>
            <p:ph type="ftr" sz="quarter" idx="11"/>
          </p:nvPr>
        </p:nvSpPr>
        <p:spPr/>
        <p:txBody>
          <a:bodyPr rtlCol="0"/>
          <a:lstStyle/>
          <a:p>
            <a:pPr rtl="0"/>
            <a:r>
              <a:rPr lang="ro-RO" noProof="0"/>
              <a:t>ADĂUGAREA UNUI SUBSOL</a:t>
            </a:r>
          </a:p>
        </p:txBody>
      </p:sp>
      <p:sp>
        <p:nvSpPr>
          <p:cNvPr id="7" name="Substituent număr diapozitiv 6">
            <a:extLst>
              <a:ext uri="{FF2B5EF4-FFF2-40B4-BE49-F238E27FC236}">
                <a16:creationId xmlns:a16="http://schemas.microsoft.com/office/drawing/2014/main" id="{306DF5D8-12DC-494E-B0F1-2E9C86A14544}"/>
              </a:ext>
            </a:extLst>
          </p:cNvPr>
          <p:cNvSpPr>
            <a:spLocks noGrp="1"/>
          </p:cNvSpPr>
          <p:nvPr>
            <p:ph type="sldNum" sz="quarter" idx="12"/>
          </p:nvPr>
        </p:nvSpPr>
        <p:spPr/>
        <p:txBody>
          <a:bodyPr rtlCol="0"/>
          <a:lstStyle/>
          <a:p>
            <a:pPr rtl="0"/>
            <a:fld id="{8D581BC7-E183-40DB-AC97-C19EA4EB8894}" type="slidenum">
              <a:rPr lang="ro-RO" noProof="0" smtClean="0"/>
              <a:t>‹#›</a:t>
            </a:fld>
            <a:endParaRPr lang="ro-RO" noProof="0"/>
          </a:p>
        </p:txBody>
      </p:sp>
      <p:sp>
        <p:nvSpPr>
          <p:cNvPr id="8" name="Titlu 1">
            <a:extLst>
              <a:ext uri="{FF2B5EF4-FFF2-40B4-BE49-F238E27FC236}">
                <a16:creationId xmlns:a16="http://schemas.microsoft.com/office/drawing/2014/main" id="{ABF87C9E-53A2-4DE1-89DC-3907BE2E3D3C}"/>
              </a:ext>
            </a:extLst>
          </p:cNvPr>
          <p:cNvSpPr>
            <a:spLocks noGrp="1"/>
          </p:cNvSpPr>
          <p:nvPr>
            <p:ph type="title" hasCustomPrompt="1"/>
          </p:nvPr>
        </p:nvSpPr>
        <p:spPr>
          <a:xfrm>
            <a:off x="6400317" y="707529"/>
            <a:ext cx="4494133" cy="569086"/>
          </a:xfrm>
        </p:spPr>
        <p:txBody>
          <a:bodyPr lIns="0" tIns="0" rIns="0" bIns="0" rtlCol="0" anchor="b">
            <a:normAutofit/>
          </a:bodyPr>
          <a:lstStyle>
            <a:lvl1pPr>
              <a:defRPr sz="3600"/>
            </a:lvl1pPr>
          </a:lstStyle>
          <a:p>
            <a:pPr rtl="0"/>
            <a:r>
              <a:rPr lang="ro-RO" noProof="0"/>
              <a:t>FACEȚI CLIC PENTRU A EDITA</a:t>
            </a:r>
          </a:p>
        </p:txBody>
      </p:sp>
      <p:sp>
        <p:nvSpPr>
          <p:cNvPr id="9" name="Substituent text 2">
            <a:extLst>
              <a:ext uri="{FF2B5EF4-FFF2-40B4-BE49-F238E27FC236}">
                <a16:creationId xmlns:a16="http://schemas.microsoft.com/office/drawing/2014/main" id="{EB453F8F-AA02-4E0D-93BF-8CF4F1490377}"/>
              </a:ext>
            </a:extLst>
          </p:cNvPr>
          <p:cNvSpPr>
            <a:spLocks noGrp="1"/>
          </p:cNvSpPr>
          <p:nvPr>
            <p:ph type="body" idx="1" hasCustomPrompt="1"/>
          </p:nvPr>
        </p:nvSpPr>
        <p:spPr>
          <a:xfrm>
            <a:off x="6400317" y="1625821"/>
            <a:ext cx="4473108" cy="569085"/>
          </a:xfrm>
        </p:spPr>
        <p:txBody>
          <a:bodyPr lIns="0" tIns="0" rIns="0" bIns="0" rtlCol="0">
            <a:normAutofit/>
          </a:bodyPr>
          <a:lstStyle>
            <a:lvl1pPr marL="0" indent="0">
              <a:lnSpc>
                <a:spcPct val="100000"/>
              </a:lnSpc>
              <a:buNone/>
              <a:defRPr sz="1800" b="1">
                <a:solidFill>
                  <a:schemeClr val="tx1"/>
                </a:solidFill>
                <a:latin typeface="+mn-lt"/>
                <a:cs typeface="Segoe UI Semibold" panose="020B07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EDITAȚI STILURILE DE TEXT COORDONATOR</a:t>
            </a:r>
          </a:p>
        </p:txBody>
      </p:sp>
      <p:sp>
        <p:nvSpPr>
          <p:cNvPr id="10" name="Substituent imagine 10">
            <a:extLst>
              <a:ext uri="{FF2B5EF4-FFF2-40B4-BE49-F238E27FC236}">
                <a16:creationId xmlns:a16="http://schemas.microsoft.com/office/drawing/2014/main" id="{A541F291-2E4B-474E-9ED0-55C97A2A066D}"/>
              </a:ext>
            </a:extLst>
          </p:cNvPr>
          <p:cNvSpPr>
            <a:spLocks noGrp="1"/>
          </p:cNvSpPr>
          <p:nvPr>
            <p:ph type="pic" sz="quarter" idx="13"/>
          </p:nvPr>
        </p:nvSpPr>
        <p:spPr>
          <a:xfrm>
            <a:off x="831850" y="859665"/>
            <a:ext cx="1078992" cy="548640"/>
          </a:xfrm>
        </p:spPr>
        <p:txBody>
          <a:bodyPr rtlCol="0" anchor="ctr" anchorCtr="0">
            <a:normAutofit/>
          </a:bodyPr>
          <a:lstStyle>
            <a:lvl1pPr marL="0" indent="0" algn="ctr">
              <a:buNone/>
              <a:defRPr sz="1200"/>
            </a:lvl1pPr>
          </a:lstStyle>
          <a:p>
            <a:pPr rtl="0"/>
            <a:r>
              <a:rPr lang="ro-RO" noProof="0"/>
              <a:t>Faceți clic pe pictogramă pentru a adăuga o imagine</a:t>
            </a:r>
          </a:p>
        </p:txBody>
      </p:sp>
      <p:grpSp>
        <p:nvGrpSpPr>
          <p:cNvPr id="11" name="Grup 10">
            <a:extLst>
              <a:ext uri="{FF2B5EF4-FFF2-40B4-BE49-F238E27FC236}">
                <a16:creationId xmlns:a16="http://schemas.microsoft.com/office/drawing/2014/main" id="{59E4D57E-4989-4939-A31F-637543FAB606}"/>
              </a:ext>
            </a:extLst>
          </p:cNvPr>
          <p:cNvGrpSpPr/>
          <p:nvPr userDrawn="1"/>
        </p:nvGrpSpPr>
        <p:grpSpPr>
          <a:xfrm flipH="1">
            <a:off x="6430402" y="1375202"/>
            <a:ext cx="5761598" cy="100800"/>
            <a:chOff x="-322276" y="3240138"/>
            <a:chExt cx="3756676" cy="100800"/>
          </a:xfrm>
        </p:grpSpPr>
        <p:cxnSp>
          <p:nvCxnSpPr>
            <p:cNvPr id="12" name="Conector drept 11">
              <a:extLst>
                <a:ext uri="{FF2B5EF4-FFF2-40B4-BE49-F238E27FC236}">
                  <a16:creationId xmlns:a16="http://schemas.microsoft.com/office/drawing/2014/main" id="{370B72A7-B625-48B8-88E6-BCE2A4DD531E}"/>
                </a:ext>
              </a:extLst>
            </p:cNvPr>
            <p:cNvCxnSpPr>
              <a:cxnSpLocks/>
            </p:cNvCxnSpPr>
            <p:nvPr userDrawn="1"/>
          </p:nvCxnSpPr>
          <p:spPr>
            <a:xfrm>
              <a:off x="-322276" y="3290538"/>
              <a:ext cx="3706276"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01ED729F-F8A5-4244-9776-4935C260F11F}"/>
                </a:ext>
              </a:extLst>
            </p:cNvPr>
            <p:cNvSpPr/>
            <p:nvPr userDrawn="1"/>
          </p:nvSpPr>
          <p:spPr>
            <a:xfrm>
              <a:off x="3368676" y="3240138"/>
              <a:ext cx="65724" cy="100800"/>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a:p>
          </p:txBody>
        </p:sp>
      </p:grpSp>
      <p:sp>
        <p:nvSpPr>
          <p:cNvPr id="14" name="Substituent text 2">
            <a:extLst>
              <a:ext uri="{FF2B5EF4-FFF2-40B4-BE49-F238E27FC236}">
                <a16:creationId xmlns:a16="http://schemas.microsoft.com/office/drawing/2014/main" id="{BE12A846-0DFC-435B-BAE9-D90C353E0344}"/>
              </a:ext>
            </a:extLst>
          </p:cNvPr>
          <p:cNvSpPr>
            <a:spLocks noGrp="1"/>
          </p:cNvSpPr>
          <p:nvPr>
            <p:ph type="body" idx="14" hasCustomPrompt="1"/>
          </p:nvPr>
        </p:nvSpPr>
        <p:spPr>
          <a:xfrm>
            <a:off x="2920469" y="3291840"/>
            <a:ext cx="2670048" cy="640080"/>
          </a:xfrm>
        </p:spPr>
        <p:txBody>
          <a:bodyPr lIns="0" tIns="0" rIns="0" bIns="0" rtlCol="0">
            <a:normAutofit/>
          </a:bodyPr>
          <a:lstStyle>
            <a:lvl1pPr marL="0" indent="0">
              <a:lnSpc>
                <a:spcPct val="100000"/>
              </a:lnSpc>
              <a:spcBef>
                <a:spcPts val="600"/>
              </a:spcBef>
              <a:buClr>
                <a:schemeClr val="tx1"/>
              </a:buClr>
              <a:buFont typeface="Courier New" panose="02070309020205020404" pitchFamily="49" charset="0"/>
              <a:buNone/>
              <a:defRPr sz="1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Editați stilurile de text coordonator</a:t>
            </a:r>
          </a:p>
        </p:txBody>
      </p:sp>
      <p:cxnSp>
        <p:nvCxnSpPr>
          <p:cNvPr id="17" name="Conector drept 16">
            <a:extLst>
              <a:ext uri="{FF2B5EF4-FFF2-40B4-BE49-F238E27FC236}">
                <a16:creationId xmlns:a16="http://schemas.microsoft.com/office/drawing/2014/main" id="{6150998C-CF95-4C6F-8962-8EB2DB30177D}"/>
              </a:ext>
            </a:extLst>
          </p:cNvPr>
          <p:cNvCxnSpPr/>
          <p:nvPr userDrawn="1"/>
        </p:nvCxnSpPr>
        <p:spPr>
          <a:xfrm>
            <a:off x="11580000" y="6020920"/>
            <a:ext cx="612000"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F86A2ACD-8CF5-48A3-A678-E213A809B332}"/>
              </a:ext>
            </a:extLst>
          </p:cNvPr>
          <p:cNvSpPr/>
          <p:nvPr userDrawn="1"/>
        </p:nvSpPr>
        <p:spPr>
          <a:xfrm>
            <a:off x="11466563" y="5966056"/>
            <a:ext cx="109728" cy="109728"/>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a:p>
        </p:txBody>
      </p:sp>
      <p:cxnSp>
        <p:nvCxnSpPr>
          <p:cNvPr id="19" name="Conector drept 18">
            <a:extLst>
              <a:ext uri="{FF2B5EF4-FFF2-40B4-BE49-F238E27FC236}">
                <a16:creationId xmlns:a16="http://schemas.microsoft.com/office/drawing/2014/main" id="{F00811BB-0E37-4D70-84A5-97B3FBEDCBE6}"/>
              </a:ext>
            </a:extLst>
          </p:cNvPr>
          <p:cNvCxnSpPr>
            <a:cxnSpLocks/>
          </p:cNvCxnSpPr>
          <p:nvPr userDrawn="1"/>
        </p:nvCxnSpPr>
        <p:spPr>
          <a:xfrm flipV="1">
            <a:off x="0" y="6020920"/>
            <a:ext cx="803275" cy="468"/>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D03B3046-0457-4D23-8E0C-64E3FCD620BB}"/>
              </a:ext>
            </a:extLst>
          </p:cNvPr>
          <p:cNvSpPr/>
          <p:nvPr userDrawn="1"/>
        </p:nvSpPr>
        <p:spPr>
          <a:xfrm>
            <a:off x="809310" y="5879656"/>
            <a:ext cx="283464" cy="283464"/>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a:p>
        </p:txBody>
      </p:sp>
      <p:sp>
        <p:nvSpPr>
          <p:cNvPr id="4" name="Substituent imagine 3">
            <a:extLst>
              <a:ext uri="{FF2B5EF4-FFF2-40B4-BE49-F238E27FC236}">
                <a16:creationId xmlns:a16="http://schemas.microsoft.com/office/drawing/2014/main" id="{1EDA47E0-9B2C-45BF-A34A-E7069690AEF4}"/>
              </a:ext>
            </a:extLst>
          </p:cNvPr>
          <p:cNvSpPr>
            <a:spLocks noGrp="1"/>
          </p:cNvSpPr>
          <p:nvPr>
            <p:ph type="pic" sz="quarter" idx="15"/>
          </p:nvPr>
        </p:nvSpPr>
        <p:spPr>
          <a:xfrm>
            <a:off x="2090460" y="3273552"/>
            <a:ext cx="640080" cy="658368"/>
          </a:xfrm>
        </p:spPr>
        <p:txBody>
          <a:bodyPr rtlCol="0" anchor="ctr" anchorCtr="0">
            <a:normAutofit/>
          </a:bodyPr>
          <a:lstStyle>
            <a:lvl1pPr marL="0" indent="0" algn="ctr">
              <a:buNone/>
              <a:defRPr sz="900"/>
            </a:lvl1pPr>
          </a:lstStyle>
          <a:p>
            <a:pPr rtl="0"/>
            <a:r>
              <a:rPr lang="ro-RO" noProof="0"/>
              <a:t>Faceți clic pe pictogramă pentru a adăuga o imagine</a:t>
            </a:r>
          </a:p>
        </p:txBody>
      </p:sp>
      <p:sp>
        <p:nvSpPr>
          <p:cNvPr id="22" name="Substituent text 2">
            <a:extLst>
              <a:ext uri="{FF2B5EF4-FFF2-40B4-BE49-F238E27FC236}">
                <a16:creationId xmlns:a16="http://schemas.microsoft.com/office/drawing/2014/main" id="{F2ACDD32-C1AB-4359-B055-2F910492987E}"/>
              </a:ext>
            </a:extLst>
          </p:cNvPr>
          <p:cNvSpPr>
            <a:spLocks noGrp="1"/>
          </p:cNvSpPr>
          <p:nvPr>
            <p:ph type="body" idx="16" hasCustomPrompt="1"/>
          </p:nvPr>
        </p:nvSpPr>
        <p:spPr>
          <a:xfrm>
            <a:off x="831850" y="3291840"/>
            <a:ext cx="1209357" cy="640080"/>
          </a:xfrm>
        </p:spPr>
        <p:txBody>
          <a:bodyPr lIns="0" tIns="0" rIns="0" bIns="0" rtlCol="0">
            <a:normAutofit/>
          </a:bodyPr>
          <a:lstStyle>
            <a:lvl1pPr marL="0" indent="0">
              <a:spcBef>
                <a:spcPts val="600"/>
              </a:spcBef>
              <a:buClr>
                <a:schemeClr val="tx1"/>
              </a:buClr>
              <a:buFont typeface="Courier New" panose="02070309020205020404" pitchFamily="49" charset="0"/>
              <a:buNone/>
              <a:defRPr sz="2000" b="1">
                <a:solidFill>
                  <a:schemeClr val="bg2"/>
                </a:solidFill>
                <a:latin typeface="Tahoma" panose="020B060403050404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Editare stiluri de text</a:t>
            </a:r>
          </a:p>
        </p:txBody>
      </p:sp>
      <p:sp>
        <p:nvSpPr>
          <p:cNvPr id="23" name="Substituent text 2">
            <a:extLst>
              <a:ext uri="{FF2B5EF4-FFF2-40B4-BE49-F238E27FC236}">
                <a16:creationId xmlns:a16="http://schemas.microsoft.com/office/drawing/2014/main" id="{C7A796C4-1255-4B26-B034-EFB1284B77EB}"/>
              </a:ext>
            </a:extLst>
          </p:cNvPr>
          <p:cNvSpPr>
            <a:spLocks noGrp="1"/>
          </p:cNvSpPr>
          <p:nvPr>
            <p:ph type="body" idx="17" hasCustomPrompt="1"/>
          </p:nvPr>
        </p:nvSpPr>
        <p:spPr>
          <a:xfrm>
            <a:off x="2920469" y="4427608"/>
            <a:ext cx="2670048" cy="640080"/>
          </a:xfrm>
        </p:spPr>
        <p:txBody>
          <a:bodyPr lIns="0" tIns="0" rIns="0" bIns="0" rtlCol="0">
            <a:normAutofit/>
          </a:bodyPr>
          <a:lstStyle>
            <a:lvl1pPr marL="0" indent="0">
              <a:lnSpc>
                <a:spcPct val="100000"/>
              </a:lnSpc>
              <a:spcBef>
                <a:spcPts val="600"/>
              </a:spcBef>
              <a:buClr>
                <a:schemeClr val="tx1"/>
              </a:buClr>
              <a:buFont typeface="Courier New" panose="02070309020205020404" pitchFamily="49" charset="0"/>
              <a:buNone/>
              <a:defRPr sz="1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Editați stilurile de text coordonator</a:t>
            </a:r>
          </a:p>
        </p:txBody>
      </p:sp>
      <p:sp>
        <p:nvSpPr>
          <p:cNvPr id="24" name="Substituent imagine 3">
            <a:extLst>
              <a:ext uri="{FF2B5EF4-FFF2-40B4-BE49-F238E27FC236}">
                <a16:creationId xmlns:a16="http://schemas.microsoft.com/office/drawing/2014/main" id="{7F406E84-6EA1-4D34-8016-6A41F065FF76}"/>
              </a:ext>
            </a:extLst>
          </p:cNvPr>
          <p:cNvSpPr>
            <a:spLocks noGrp="1"/>
          </p:cNvSpPr>
          <p:nvPr>
            <p:ph type="pic" sz="quarter" idx="18"/>
          </p:nvPr>
        </p:nvSpPr>
        <p:spPr>
          <a:xfrm>
            <a:off x="2090460" y="4409320"/>
            <a:ext cx="640080" cy="658368"/>
          </a:xfrm>
        </p:spPr>
        <p:txBody>
          <a:bodyPr rtlCol="0" anchor="ctr" anchorCtr="0">
            <a:normAutofit/>
          </a:bodyPr>
          <a:lstStyle>
            <a:lvl1pPr marL="0" indent="0" algn="ctr">
              <a:buNone/>
              <a:defRPr sz="900"/>
            </a:lvl1pPr>
          </a:lstStyle>
          <a:p>
            <a:pPr rtl="0"/>
            <a:r>
              <a:rPr lang="ro-RO" noProof="0"/>
              <a:t>Faceți clic pe pictogramă pentru a adăuga o imagine</a:t>
            </a:r>
          </a:p>
        </p:txBody>
      </p:sp>
      <p:sp>
        <p:nvSpPr>
          <p:cNvPr id="25" name="Substituent text 2">
            <a:extLst>
              <a:ext uri="{FF2B5EF4-FFF2-40B4-BE49-F238E27FC236}">
                <a16:creationId xmlns:a16="http://schemas.microsoft.com/office/drawing/2014/main" id="{7965133B-076D-4FAD-8D2A-C24FE2619C80}"/>
              </a:ext>
            </a:extLst>
          </p:cNvPr>
          <p:cNvSpPr>
            <a:spLocks noGrp="1"/>
          </p:cNvSpPr>
          <p:nvPr>
            <p:ph type="body" idx="19" hasCustomPrompt="1"/>
          </p:nvPr>
        </p:nvSpPr>
        <p:spPr>
          <a:xfrm>
            <a:off x="831850" y="4427608"/>
            <a:ext cx="1209357" cy="640080"/>
          </a:xfrm>
        </p:spPr>
        <p:txBody>
          <a:bodyPr lIns="0" tIns="0" rIns="0" bIns="0" rtlCol="0">
            <a:normAutofit/>
          </a:bodyPr>
          <a:lstStyle>
            <a:lvl1pPr marL="0" indent="0">
              <a:spcBef>
                <a:spcPts val="600"/>
              </a:spcBef>
              <a:buClr>
                <a:schemeClr val="tx1"/>
              </a:buClr>
              <a:buFont typeface="Courier New" panose="02070309020205020404" pitchFamily="49" charset="0"/>
              <a:buNone/>
              <a:defRPr sz="2000" b="1">
                <a:solidFill>
                  <a:schemeClr val="bg2"/>
                </a:solidFill>
                <a:latin typeface="Tahoma" panose="020B060403050404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Editare stiluri de text</a:t>
            </a:r>
          </a:p>
        </p:txBody>
      </p:sp>
      <p:sp>
        <p:nvSpPr>
          <p:cNvPr id="26" name="Substituent text 2">
            <a:extLst>
              <a:ext uri="{FF2B5EF4-FFF2-40B4-BE49-F238E27FC236}">
                <a16:creationId xmlns:a16="http://schemas.microsoft.com/office/drawing/2014/main" id="{CABE6307-1A20-419D-A352-17FF0286600B}"/>
              </a:ext>
            </a:extLst>
          </p:cNvPr>
          <p:cNvSpPr>
            <a:spLocks noGrp="1"/>
          </p:cNvSpPr>
          <p:nvPr>
            <p:ph type="body" idx="20" hasCustomPrompt="1"/>
          </p:nvPr>
        </p:nvSpPr>
        <p:spPr>
          <a:xfrm>
            <a:off x="8549426" y="3291840"/>
            <a:ext cx="2670048" cy="640080"/>
          </a:xfrm>
        </p:spPr>
        <p:txBody>
          <a:bodyPr lIns="0" tIns="0" rIns="0" bIns="0" rtlCol="0">
            <a:normAutofit/>
          </a:bodyPr>
          <a:lstStyle>
            <a:lvl1pPr marL="0" indent="0">
              <a:lnSpc>
                <a:spcPct val="100000"/>
              </a:lnSpc>
              <a:spcBef>
                <a:spcPts val="600"/>
              </a:spcBef>
              <a:buClr>
                <a:schemeClr val="tx1"/>
              </a:buClr>
              <a:buFont typeface="Courier New" panose="02070309020205020404" pitchFamily="49" charset="0"/>
              <a:buNone/>
              <a:defRPr sz="1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Editați stilurile de text coordonator</a:t>
            </a:r>
          </a:p>
        </p:txBody>
      </p:sp>
      <p:sp>
        <p:nvSpPr>
          <p:cNvPr id="27" name="Substituent imagine 3">
            <a:extLst>
              <a:ext uri="{FF2B5EF4-FFF2-40B4-BE49-F238E27FC236}">
                <a16:creationId xmlns:a16="http://schemas.microsoft.com/office/drawing/2014/main" id="{D2C5C227-18EE-4D6A-AA31-30B8F7CD20AE}"/>
              </a:ext>
            </a:extLst>
          </p:cNvPr>
          <p:cNvSpPr>
            <a:spLocks noGrp="1"/>
          </p:cNvSpPr>
          <p:nvPr>
            <p:ph type="pic" sz="quarter" idx="21"/>
          </p:nvPr>
        </p:nvSpPr>
        <p:spPr>
          <a:xfrm>
            <a:off x="7719417" y="3273552"/>
            <a:ext cx="640080" cy="658368"/>
          </a:xfrm>
        </p:spPr>
        <p:txBody>
          <a:bodyPr rtlCol="0" anchor="ctr" anchorCtr="0">
            <a:normAutofit/>
          </a:bodyPr>
          <a:lstStyle>
            <a:lvl1pPr marL="0" indent="0" algn="ctr">
              <a:buNone/>
              <a:defRPr sz="900"/>
            </a:lvl1pPr>
          </a:lstStyle>
          <a:p>
            <a:pPr rtl="0"/>
            <a:r>
              <a:rPr lang="ro-RO" noProof="0"/>
              <a:t>Faceți clic pe pictogramă pentru a adăuga o imagine</a:t>
            </a:r>
          </a:p>
        </p:txBody>
      </p:sp>
      <p:sp>
        <p:nvSpPr>
          <p:cNvPr id="28" name="Substituent text 2">
            <a:extLst>
              <a:ext uri="{FF2B5EF4-FFF2-40B4-BE49-F238E27FC236}">
                <a16:creationId xmlns:a16="http://schemas.microsoft.com/office/drawing/2014/main" id="{6ABEA821-83E0-4C10-98A8-5F29E246F741}"/>
              </a:ext>
            </a:extLst>
          </p:cNvPr>
          <p:cNvSpPr>
            <a:spLocks noGrp="1"/>
          </p:cNvSpPr>
          <p:nvPr>
            <p:ph type="body" idx="22" hasCustomPrompt="1"/>
          </p:nvPr>
        </p:nvSpPr>
        <p:spPr>
          <a:xfrm>
            <a:off x="6460807" y="3291840"/>
            <a:ext cx="1209357" cy="640080"/>
          </a:xfrm>
        </p:spPr>
        <p:txBody>
          <a:bodyPr lIns="0" tIns="0" rIns="0" bIns="0" rtlCol="0">
            <a:normAutofit/>
          </a:bodyPr>
          <a:lstStyle>
            <a:lvl1pPr marL="0" indent="0">
              <a:spcBef>
                <a:spcPts val="600"/>
              </a:spcBef>
              <a:buClr>
                <a:schemeClr val="tx1"/>
              </a:buClr>
              <a:buFont typeface="Courier New" panose="02070309020205020404" pitchFamily="49" charset="0"/>
              <a:buNone/>
              <a:defRPr sz="2000" b="1">
                <a:solidFill>
                  <a:schemeClr val="bg2"/>
                </a:solidFill>
                <a:latin typeface="Tahoma" panose="020B060403050404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Editare stiluri de text</a:t>
            </a:r>
          </a:p>
        </p:txBody>
      </p:sp>
      <p:sp>
        <p:nvSpPr>
          <p:cNvPr id="29" name="Substituent text 2">
            <a:extLst>
              <a:ext uri="{FF2B5EF4-FFF2-40B4-BE49-F238E27FC236}">
                <a16:creationId xmlns:a16="http://schemas.microsoft.com/office/drawing/2014/main" id="{CA1DC741-B44F-4275-A1D5-B8D26A3390B3}"/>
              </a:ext>
            </a:extLst>
          </p:cNvPr>
          <p:cNvSpPr>
            <a:spLocks noGrp="1"/>
          </p:cNvSpPr>
          <p:nvPr>
            <p:ph type="body" idx="23" hasCustomPrompt="1"/>
          </p:nvPr>
        </p:nvSpPr>
        <p:spPr>
          <a:xfrm>
            <a:off x="8549426" y="4427608"/>
            <a:ext cx="2670048" cy="640080"/>
          </a:xfrm>
        </p:spPr>
        <p:txBody>
          <a:bodyPr lIns="0" tIns="0" rIns="0" bIns="0" rtlCol="0">
            <a:normAutofit/>
          </a:bodyPr>
          <a:lstStyle>
            <a:lvl1pPr marL="0" indent="0">
              <a:lnSpc>
                <a:spcPct val="100000"/>
              </a:lnSpc>
              <a:spcBef>
                <a:spcPts val="600"/>
              </a:spcBef>
              <a:buClr>
                <a:schemeClr val="tx1"/>
              </a:buClr>
              <a:buFont typeface="Courier New" panose="02070309020205020404" pitchFamily="49" charset="0"/>
              <a:buNone/>
              <a:defRPr sz="1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Editați stilurile de text coordonator</a:t>
            </a:r>
          </a:p>
        </p:txBody>
      </p:sp>
      <p:sp>
        <p:nvSpPr>
          <p:cNvPr id="30" name="Substituent imagine 3">
            <a:extLst>
              <a:ext uri="{FF2B5EF4-FFF2-40B4-BE49-F238E27FC236}">
                <a16:creationId xmlns:a16="http://schemas.microsoft.com/office/drawing/2014/main" id="{C550F6C4-BE33-415F-B0BC-B47EDC1BDACB}"/>
              </a:ext>
            </a:extLst>
          </p:cNvPr>
          <p:cNvSpPr>
            <a:spLocks noGrp="1"/>
          </p:cNvSpPr>
          <p:nvPr>
            <p:ph type="pic" sz="quarter" idx="24"/>
          </p:nvPr>
        </p:nvSpPr>
        <p:spPr>
          <a:xfrm>
            <a:off x="7719417" y="4409320"/>
            <a:ext cx="640080" cy="658368"/>
          </a:xfrm>
        </p:spPr>
        <p:txBody>
          <a:bodyPr rtlCol="0" anchor="ctr" anchorCtr="0">
            <a:normAutofit/>
          </a:bodyPr>
          <a:lstStyle>
            <a:lvl1pPr marL="0" indent="0" algn="ctr">
              <a:buNone/>
              <a:defRPr sz="900"/>
            </a:lvl1pPr>
          </a:lstStyle>
          <a:p>
            <a:pPr rtl="0"/>
            <a:r>
              <a:rPr lang="ro-RO" noProof="0"/>
              <a:t>Faceți clic pe pictogramă pentru a adăuga o imagine</a:t>
            </a:r>
          </a:p>
        </p:txBody>
      </p:sp>
      <p:sp>
        <p:nvSpPr>
          <p:cNvPr id="31" name="Substituent text 2">
            <a:extLst>
              <a:ext uri="{FF2B5EF4-FFF2-40B4-BE49-F238E27FC236}">
                <a16:creationId xmlns:a16="http://schemas.microsoft.com/office/drawing/2014/main" id="{4C0830D2-D692-4161-8ECB-338703C94351}"/>
              </a:ext>
            </a:extLst>
          </p:cNvPr>
          <p:cNvSpPr>
            <a:spLocks noGrp="1"/>
          </p:cNvSpPr>
          <p:nvPr>
            <p:ph type="body" idx="25" hasCustomPrompt="1"/>
          </p:nvPr>
        </p:nvSpPr>
        <p:spPr>
          <a:xfrm>
            <a:off x="6460807" y="4427608"/>
            <a:ext cx="1209357" cy="640080"/>
          </a:xfrm>
        </p:spPr>
        <p:txBody>
          <a:bodyPr lIns="0" tIns="0" rIns="0" bIns="0" rtlCol="0">
            <a:normAutofit/>
          </a:bodyPr>
          <a:lstStyle>
            <a:lvl1pPr marL="0" indent="0">
              <a:spcBef>
                <a:spcPts val="600"/>
              </a:spcBef>
              <a:buClr>
                <a:schemeClr val="tx1"/>
              </a:buClr>
              <a:buFont typeface="Courier New" panose="02070309020205020404" pitchFamily="49" charset="0"/>
              <a:buNone/>
              <a:defRPr sz="2000" b="1">
                <a:solidFill>
                  <a:schemeClr val="bg2"/>
                </a:solidFill>
                <a:latin typeface="Tahoma" panose="020B060403050404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Editare stiluri de text</a:t>
            </a:r>
          </a:p>
        </p:txBody>
      </p:sp>
    </p:spTree>
    <p:extLst>
      <p:ext uri="{BB962C8B-B14F-4D97-AF65-F5344CB8AC3E}">
        <p14:creationId xmlns:p14="http://schemas.microsoft.com/office/powerpoint/2010/main" val="3311456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spect monitor și conținut">
    <p:spTree>
      <p:nvGrpSpPr>
        <p:cNvPr id="1" name=""/>
        <p:cNvGrpSpPr/>
        <p:nvPr/>
      </p:nvGrpSpPr>
      <p:grpSpPr>
        <a:xfrm>
          <a:off x="0" y="0"/>
          <a:ext cx="0" cy="0"/>
          <a:chOff x="0" y="0"/>
          <a:chExt cx="0" cy="0"/>
        </a:xfrm>
      </p:grpSpPr>
      <p:sp>
        <p:nvSpPr>
          <p:cNvPr id="7" name="Dreptunghi 6">
            <a:extLst>
              <a:ext uri="{FF2B5EF4-FFF2-40B4-BE49-F238E27FC236}">
                <a16:creationId xmlns:a16="http://schemas.microsoft.com/office/drawing/2014/main" id="{09F1B35C-893A-4033-ADC0-2192AFA29271}"/>
              </a:ext>
            </a:extLst>
          </p:cNvPr>
          <p:cNvSpPr/>
          <p:nvPr userDrawn="1"/>
        </p:nvSpPr>
        <p:spPr>
          <a:xfrm>
            <a:off x="0" y="0"/>
            <a:ext cx="12192000" cy="6858000"/>
          </a:xfrm>
          <a:prstGeom prst="rect">
            <a:avLst/>
          </a:prstGeom>
          <a:gradFill flip="none" rotWithShape="1">
            <a:gsLst>
              <a:gs pos="0">
                <a:schemeClr val="accent2"/>
              </a:gs>
              <a:gs pos="34000">
                <a:srgbClr val="0F1722"/>
              </a:gs>
              <a:gs pos="69000">
                <a:srgbClr val="0F1722"/>
              </a:gs>
              <a:gs pos="100000">
                <a:schemeClr val="accent5"/>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rtl="0"/>
            <a:endParaRPr lang="ro-RO" noProof="0"/>
          </a:p>
        </p:txBody>
      </p:sp>
      <p:sp>
        <p:nvSpPr>
          <p:cNvPr id="2" name="Titlu 1">
            <a:extLst>
              <a:ext uri="{FF2B5EF4-FFF2-40B4-BE49-F238E27FC236}">
                <a16:creationId xmlns:a16="http://schemas.microsoft.com/office/drawing/2014/main" id="{CD637DF8-B064-4F36-89F8-EBF538A2E7F2}"/>
              </a:ext>
            </a:extLst>
          </p:cNvPr>
          <p:cNvSpPr>
            <a:spLocks noGrp="1"/>
          </p:cNvSpPr>
          <p:nvPr>
            <p:ph type="title" hasCustomPrompt="1"/>
          </p:nvPr>
        </p:nvSpPr>
        <p:spPr>
          <a:xfrm>
            <a:off x="803276" y="2091023"/>
            <a:ext cx="4464049" cy="804338"/>
          </a:xfrm>
        </p:spPr>
        <p:txBody>
          <a:bodyPr lIns="0" tIns="0" rIns="0" bIns="0" rtlCol="0" anchor="b">
            <a:normAutofit/>
          </a:bodyPr>
          <a:lstStyle>
            <a:lvl1pPr>
              <a:defRPr sz="3600"/>
            </a:lvl1pPr>
          </a:lstStyle>
          <a:p>
            <a:pPr rtl="0"/>
            <a:r>
              <a:rPr lang="ro-RO" noProof="0"/>
              <a:t>FACEȚI CLIC PENTRU A EDITA</a:t>
            </a:r>
          </a:p>
        </p:txBody>
      </p:sp>
      <p:sp>
        <p:nvSpPr>
          <p:cNvPr id="3" name="Substituent text 2">
            <a:extLst>
              <a:ext uri="{FF2B5EF4-FFF2-40B4-BE49-F238E27FC236}">
                <a16:creationId xmlns:a16="http://schemas.microsoft.com/office/drawing/2014/main" id="{8A72532A-5006-46B7-AE99-3A6891CD0254}"/>
              </a:ext>
            </a:extLst>
          </p:cNvPr>
          <p:cNvSpPr>
            <a:spLocks noGrp="1"/>
          </p:cNvSpPr>
          <p:nvPr>
            <p:ph type="body" idx="1" hasCustomPrompt="1"/>
          </p:nvPr>
        </p:nvSpPr>
        <p:spPr>
          <a:xfrm>
            <a:off x="826770" y="3244567"/>
            <a:ext cx="4443165" cy="569085"/>
          </a:xfrm>
        </p:spPr>
        <p:txBody>
          <a:bodyPr lIns="0" tIns="0" rIns="0" bIns="0" rtlCol="0">
            <a:normAutofit/>
          </a:bodyPr>
          <a:lstStyle>
            <a:lvl1pPr marL="0" indent="0">
              <a:lnSpc>
                <a:spcPct val="100000"/>
              </a:lnSpc>
              <a:buNone/>
              <a:defRPr sz="1800" b="1">
                <a:solidFill>
                  <a:schemeClr val="tx1"/>
                </a:solidFill>
                <a:latin typeface="+mn-lt"/>
                <a:cs typeface="Segoe UI Semibold" panose="020B07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EDITAȚI STILURILE DE TEXT COORDONATOR</a:t>
            </a:r>
          </a:p>
        </p:txBody>
      </p:sp>
      <p:sp>
        <p:nvSpPr>
          <p:cNvPr id="4" name="Substituent dată 3">
            <a:extLst>
              <a:ext uri="{FF2B5EF4-FFF2-40B4-BE49-F238E27FC236}">
                <a16:creationId xmlns:a16="http://schemas.microsoft.com/office/drawing/2014/main" id="{49EFC6D7-3241-401C-A16A-4A7CC2653954}"/>
              </a:ext>
            </a:extLst>
          </p:cNvPr>
          <p:cNvSpPr>
            <a:spLocks noGrp="1"/>
          </p:cNvSpPr>
          <p:nvPr>
            <p:ph type="dt" sz="half" idx="10"/>
          </p:nvPr>
        </p:nvSpPr>
        <p:spPr/>
        <p:txBody>
          <a:bodyPr rtlCol="0"/>
          <a:lstStyle/>
          <a:p>
            <a:pPr rtl="0"/>
            <a:r>
              <a:rPr lang="ro-RO" noProof="0"/>
              <a:t>DD.MM.20XX</a:t>
            </a:r>
          </a:p>
        </p:txBody>
      </p:sp>
      <p:sp>
        <p:nvSpPr>
          <p:cNvPr id="5" name="Substituent subsol 4">
            <a:extLst>
              <a:ext uri="{FF2B5EF4-FFF2-40B4-BE49-F238E27FC236}">
                <a16:creationId xmlns:a16="http://schemas.microsoft.com/office/drawing/2014/main" id="{F345D6DC-ABA5-4D00-9CD3-92FFDD1FA2DC}"/>
              </a:ext>
            </a:extLst>
          </p:cNvPr>
          <p:cNvSpPr>
            <a:spLocks noGrp="1"/>
          </p:cNvSpPr>
          <p:nvPr>
            <p:ph type="ftr" sz="quarter" idx="11"/>
          </p:nvPr>
        </p:nvSpPr>
        <p:spPr/>
        <p:txBody>
          <a:bodyPr rtlCol="0"/>
          <a:lstStyle/>
          <a:p>
            <a:pPr rtl="0"/>
            <a:r>
              <a:rPr lang="ro-RO" noProof="0"/>
              <a:t>ADĂUGAREA UNUI SUBSOL</a:t>
            </a:r>
          </a:p>
        </p:txBody>
      </p:sp>
      <p:sp>
        <p:nvSpPr>
          <p:cNvPr id="6" name="Substituent număr diapozitiv 5">
            <a:extLst>
              <a:ext uri="{FF2B5EF4-FFF2-40B4-BE49-F238E27FC236}">
                <a16:creationId xmlns:a16="http://schemas.microsoft.com/office/drawing/2014/main" id="{92459C86-0106-40E0-AA18-795EC5787677}"/>
              </a:ext>
            </a:extLst>
          </p:cNvPr>
          <p:cNvSpPr>
            <a:spLocks noGrp="1"/>
          </p:cNvSpPr>
          <p:nvPr>
            <p:ph type="sldNum" sz="quarter" idx="12"/>
          </p:nvPr>
        </p:nvSpPr>
        <p:spPr/>
        <p:txBody>
          <a:bodyPr rtlCol="0"/>
          <a:lstStyle/>
          <a:p>
            <a:pPr rtl="0"/>
            <a:fld id="{8D581BC7-E183-40DB-AC97-C19EA4EB8894}" type="slidenum">
              <a:rPr lang="ro-RO" noProof="0" smtClean="0"/>
              <a:t>‹#›</a:t>
            </a:fld>
            <a:endParaRPr lang="ro-RO" noProof="0"/>
          </a:p>
        </p:txBody>
      </p:sp>
      <p:sp>
        <p:nvSpPr>
          <p:cNvPr id="8" name="Dreptunghi 7">
            <a:extLst>
              <a:ext uri="{FF2B5EF4-FFF2-40B4-BE49-F238E27FC236}">
                <a16:creationId xmlns:a16="http://schemas.microsoft.com/office/drawing/2014/main" id="{4ACF4ED1-C6C8-4C5C-8C14-4FF197588C03}"/>
              </a:ext>
            </a:extLst>
          </p:cNvPr>
          <p:cNvSpPr/>
          <p:nvPr userDrawn="1"/>
        </p:nvSpPr>
        <p:spPr>
          <a:xfrm>
            <a:off x="6192163" y="1435133"/>
            <a:ext cx="5175504" cy="4187952"/>
          </a:xfrm>
          <a:prstGeom prst="rect">
            <a:avLst/>
          </a:prstGeom>
          <a:blipFill>
            <a:blip r:embed="rId2">
              <a:extLst>
                <a:ext uri="{96DAC541-7B7A-43D3-8B79-37D633B846F1}">
                  <asvg:svgBlip xmlns:asvg="http://schemas.microsoft.com/office/drawing/2016/SVG/main" r:embed="rId3"/>
                </a:ext>
              </a:extLst>
            </a:blip>
            <a:srcRect/>
            <a:stretch>
              <a:fillRect t="1504" b="1504"/>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a:p>
        </p:txBody>
      </p:sp>
      <p:sp>
        <p:nvSpPr>
          <p:cNvPr id="11" name="Substituent imagine 10">
            <a:extLst>
              <a:ext uri="{FF2B5EF4-FFF2-40B4-BE49-F238E27FC236}">
                <a16:creationId xmlns:a16="http://schemas.microsoft.com/office/drawing/2014/main" id="{6D14F7B3-A6CF-491C-9855-75B5784CC456}"/>
              </a:ext>
            </a:extLst>
          </p:cNvPr>
          <p:cNvSpPr>
            <a:spLocks noGrp="1"/>
          </p:cNvSpPr>
          <p:nvPr>
            <p:ph type="pic" sz="quarter" idx="13"/>
          </p:nvPr>
        </p:nvSpPr>
        <p:spPr>
          <a:xfrm>
            <a:off x="831850" y="859665"/>
            <a:ext cx="1078992" cy="548640"/>
          </a:xfrm>
        </p:spPr>
        <p:txBody>
          <a:bodyPr rtlCol="0" anchor="ctr" anchorCtr="0">
            <a:normAutofit/>
          </a:bodyPr>
          <a:lstStyle>
            <a:lvl1pPr marL="0" indent="0" algn="ctr">
              <a:buNone/>
              <a:defRPr sz="1200"/>
            </a:lvl1pPr>
          </a:lstStyle>
          <a:p>
            <a:pPr rtl="0"/>
            <a:r>
              <a:rPr lang="ro-RO" noProof="0"/>
              <a:t>Faceți clic pe pictogramă pentru a adăuga o imagine</a:t>
            </a:r>
          </a:p>
        </p:txBody>
      </p:sp>
      <p:grpSp>
        <p:nvGrpSpPr>
          <p:cNvPr id="15" name="Grup 14">
            <a:extLst>
              <a:ext uri="{FF2B5EF4-FFF2-40B4-BE49-F238E27FC236}">
                <a16:creationId xmlns:a16="http://schemas.microsoft.com/office/drawing/2014/main" id="{B7317392-EF87-4050-8BBE-32F74B0CF15A}"/>
              </a:ext>
            </a:extLst>
          </p:cNvPr>
          <p:cNvGrpSpPr/>
          <p:nvPr userDrawn="1"/>
        </p:nvGrpSpPr>
        <p:grpSpPr>
          <a:xfrm>
            <a:off x="0" y="2993948"/>
            <a:ext cx="2313811" cy="100800"/>
            <a:chOff x="0" y="3240138"/>
            <a:chExt cx="2313811" cy="100800"/>
          </a:xfrm>
        </p:grpSpPr>
        <p:cxnSp>
          <p:nvCxnSpPr>
            <p:cNvPr id="13" name="Conector drept 12">
              <a:extLst>
                <a:ext uri="{FF2B5EF4-FFF2-40B4-BE49-F238E27FC236}">
                  <a16:creationId xmlns:a16="http://schemas.microsoft.com/office/drawing/2014/main" id="{785A4134-866D-4143-AC1E-8A2FFDB49855}"/>
                </a:ext>
              </a:extLst>
            </p:cNvPr>
            <p:cNvCxnSpPr/>
            <p:nvPr userDrawn="1"/>
          </p:nvCxnSpPr>
          <p:spPr>
            <a:xfrm>
              <a:off x="0" y="3290538"/>
              <a:ext cx="2277035"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1BBC5D9C-B8FB-455B-9398-36DB21F2765E}"/>
                </a:ext>
              </a:extLst>
            </p:cNvPr>
            <p:cNvSpPr/>
            <p:nvPr userDrawn="1"/>
          </p:nvSpPr>
          <p:spPr>
            <a:xfrm>
              <a:off x="2213011" y="3240138"/>
              <a:ext cx="100800" cy="100800"/>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a:p>
          </p:txBody>
        </p:sp>
      </p:grpSp>
      <p:sp>
        <p:nvSpPr>
          <p:cNvPr id="16" name="Substituent text 2">
            <a:extLst>
              <a:ext uri="{FF2B5EF4-FFF2-40B4-BE49-F238E27FC236}">
                <a16:creationId xmlns:a16="http://schemas.microsoft.com/office/drawing/2014/main" id="{BB522941-5C7D-4701-9AD7-BB4C11C6EBCE}"/>
              </a:ext>
            </a:extLst>
          </p:cNvPr>
          <p:cNvSpPr>
            <a:spLocks noGrp="1"/>
          </p:cNvSpPr>
          <p:nvPr>
            <p:ph type="body" idx="14" hasCustomPrompt="1"/>
          </p:nvPr>
        </p:nvSpPr>
        <p:spPr>
          <a:xfrm>
            <a:off x="815720" y="3869349"/>
            <a:ext cx="4452987" cy="1328330"/>
          </a:xfrm>
        </p:spPr>
        <p:txBody>
          <a:bodyPr lIns="0" tIns="0" rIns="0" bIns="0" rtlCol="0">
            <a:normAutofit/>
          </a:bodyPr>
          <a:lstStyle>
            <a:lvl1pPr marL="216000" indent="-216000">
              <a:lnSpc>
                <a:spcPct val="100000"/>
              </a:lnSpc>
              <a:spcBef>
                <a:spcPts val="600"/>
              </a:spcBef>
              <a:buClr>
                <a:schemeClr val="tx1"/>
              </a:buClr>
              <a:buFont typeface="Courier New" panose="02070309020205020404" pitchFamily="49" charset="0"/>
              <a:buChar char="o"/>
              <a:defRPr sz="1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Editați stilurile de text coordonator</a:t>
            </a:r>
          </a:p>
        </p:txBody>
      </p:sp>
      <p:sp>
        <p:nvSpPr>
          <p:cNvPr id="17" name="Oval 16">
            <a:extLst>
              <a:ext uri="{FF2B5EF4-FFF2-40B4-BE49-F238E27FC236}">
                <a16:creationId xmlns:a16="http://schemas.microsoft.com/office/drawing/2014/main" id="{72225750-E4CE-4A81-A0C3-4023030D637E}"/>
              </a:ext>
            </a:extLst>
          </p:cNvPr>
          <p:cNvSpPr/>
          <p:nvPr userDrawn="1"/>
        </p:nvSpPr>
        <p:spPr>
          <a:xfrm>
            <a:off x="809310" y="5879656"/>
            <a:ext cx="283464" cy="283464"/>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a:p>
        </p:txBody>
      </p:sp>
      <p:cxnSp>
        <p:nvCxnSpPr>
          <p:cNvPr id="18" name="Conector drept 17">
            <a:extLst>
              <a:ext uri="{FF2B5EF4-FFF2-40B4-BE49-F238E27FC236}">
                <a16:creationId xmlns:a16="http://schemas.microsoft.com/office/drawing/2014/main" id="{3819C324-07DF-49DB-A08C-0E6155CE3041}"/>
              </a:ext>
            </a:extLst>
          </p:cNvPr>
          <p:cNvCxnSpPr/>
          <p:nvPr userDrawn="1"/>
        </p:nvCxnSpPr>
        <p:spPr>
          <a:xfrm>
            <a:off x="11580000" y="6020920"/>
            <a:ext cx="612000"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75A34025-44F2-4A09-8629-F1794E9D35AF}"/>
              </a:ext>
            </a:extLst>
          </p:cNvPr>
          <p:cNvSpPr/>
          <p:nvPr userDrawn="1"/>
        </p:nvSpPr>
        <p:spPr>
          <a:xfrm>
            <a:off x="11466563" y="5966056"/>
            <a:ext cx="109728" cy="109728"/>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a:p>
        </p:txBody>
      </p:sp>
      <p:cxnSp>
        <p:nvCxnSpPr>
          <p:cNvPr id="20" name="Conector drept 19">
            <a:extLst>
              <a:ext uri="{FF2B5EF4-FFF2-40B4-BE49-F238E27FC236}">
                <a16:creationId xmlns:a16="http://schemas.microsoft.com/office/drawing/2014/main" id="{815854A2-EAE9-4B2A-84CF-5A4BD753863A}"/>
              </a:ext>
            </a:extLst>
          </p:cNvPr>
          <p:cNvCxnSpPr>
            <a:cxnSpLocks/>
          </p:cNvCxnSpPr>
          <p:nvPr userDrawn="1"/>
        </p:nvCxnSpPr>
        <p:spPr>
          <a:xfrm flipV="1">
            <a:off x="0" y="6020920"/>
            <a:ext cx="803275" cy="468"/>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 name="Substituent imagine 9">
            <a:extLst>
              <a:ext uri="{FF2B5EF4-FFF2-40B4-BE49-F238E27FC236}">
                <a16:creationId xmlns:a16="http://schemas.microsoft.com/office/drawing/2014/main" id="{6B8B3AB3-C02D-418C-A9E2-AA65DE78350D}"/>
              </a:ext>
            </a:extLst>
          </p:cNvPr>
          <p:cNvSpPr>
            <a:spLocks noGrp="1"/>
          </p:cNvSpPr>
          <p:nvPr>
            <p:ph type="pic" sz="quarter" idx="15"/>
          </p:nvPr>
        </p:nvSpPr>
        <p:spPr>
          <a:xfrm>
            <a:off x="6362829" y="1673942"/>
            <a:ext cx="4853962" cy="3141406"/>
          </a:xfrm>
          <a:ln w="25400">
            <a:solidFill>
              <a:schemeClr val="tx2"/>
            </a:solidFill>
          </a:ln>
        </p:spPr>
        <p:txBody>
          <a:bodyPr rtlCol="0" anchor="ctr" anchorCtr="0">
            <a:normAutofit/>
          </a:bodyPr>
          <a:lstStyle>
            <a:lvl1pPr marL="0" indent="0" algn="ctr">
              <a:buNone/>
              <a:defRPr sz="1400"/>
            </a:lvl1pPr>
          </a:lstStyle>
          <a:p>
            <a:pPr rtl="0"/>
            <a:r>
              <a:rPr lang="ro-RO" noProof="0"/>
              <a:t>Faceți clic pe pictogramă pentru a adăuga o imagine</a:t>
            </a:r>
          </a:p>
        </p:txBody>
      </p:sp>
    </p:spTree>
    <p:extLst>
      <p:ext uri="{BB962C8B-B14F-4D97-AF65-F5344CB8AC3E}">
        <p14:creationId xmlns:p14="http://schemas.microsoft.com/office/powerpoint/2010/main" val="2698864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spect de conținut titlu și subtitlu">
    <p:spTree>
      <p:nvGrpSpPr>
        <p:cNvPr id="1" name=""/>
        <p:cNvGrpSpPr/>
        <p:nvPr/>
      </p:nvGrpSpPr>
      <p:grpSpPr>
        <a:xfrm>
          <a:off x="0" y="0"/>
          <a:ext cx="0" cy="0"/>
          <a:chOff x="0" y="0"/>
          <a:chExt cx="0" cy="0"/>
        </a:xfrm>
      </p:grpSpPr>
      <p:sp>
        <p:nvSpPr>
          <p:cNvPr id="22" name="Substituent imagine 7">
            <a:extLst>
              <a:ext uri="{FF2B5EF4-FFF2-40B4-BE49-F238E27FC236}">
                <a16:creationId xmlns:a16="http://schemas.microsoft.com/office/drawing/2014/main" id="{093DA11F-BC94-447C-B660-9C906BED01B1}"/>
              </a:ext>
            </a:extLst>
          </p:cNvPr>
          <p:cNvSpPr>
            <a:spLocks noGrp="1"/>
          </p:cNvSpPr>
          <p:nvPr>
            <p:ph type="pic" sz="quarter" idx="15"/>
          </p:nvPr>
        </p:nvSpPr>
        <p:spPr>
          <a:xfrm>
            <a:off x="0" y="1682496"/>
            <a:ext cx="12191999" cy="3493008"/>
          </a:xfrm>
        </p:spPr>
        <p:txBody>
          <a:bodyPr rtlCol="0" anchor="ctr" anchorCtr="0">
            <a:normAutofit/>
          </a:bodyPr>
          <a:lstStyle>
            <a:lvl1pPr marL="0" indent="0" algn="ctr">
              <a:buNone/>
              <a:defRPr sz="1800"/>
            </a:lvl1pPr>
          </a:lstStyle>
          <a:p>
            <a:pPr rtl="0"/>
            <a:r>
              <a:rPr lang="ro-RO" noProof="0"/>
              <a:t>Faceți clic pe pictogramă pentru a adăuga o imagine</a:t>
            </a:r>
          </a:p>
        </p:txBody>
      </p:sp>
      <p:sp>
        <p:nvSpPr>
          <p:cNvPr id="7" name="Dreptunghi 6">
            <a:extLst>
              <a:ext uri="{FF2B5EF4-FFF2-40B4-BE49-F238E27FC236}">
                <a16:creationId xmlns:a16="http://schemas.microsoft.com/office/drawing/2014/main" id="{09F1B35C-893A-4033-ADC0-2192AFA29271}"/>
              </a:ext>
            </a:extLst>
          </p:cNvPr>
          <p:cNvSpPr/>
          <p:nvPr userDrawn="1"/>
        </p:nvSpPr>
        <p:spPr>
          <a:xfrm>
            <a:off x="0" y="0"/>
            <a:ext cx="12192000" cy="6858000"/>
          </a:xfrm>
          <a:prstGeom prst="rect">
            <a:avLst/>
          </a:prstGeom>
          <a:gradFill flip="none" rotWithShape="1">
            <a:gsLst>
              <a:gs pos="0">
                <a:schemeClr val="accent2"/>
              </a:gs>
              <a:gs pos="34000">
                <a:srgbClr val="0F1722"/>
              </a:gs>
              <a:gs pos="69000">
                <a:srgbClr val="0F1722"/>
              </a:gs>
              <a:gs pos="100000">
                <a:schemeClr val="accent5"/>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rtl="0"/>
            <a:endParaRPr lang="ro-RO" noProof="0"/>
          </a:p>
        </p:txBody>
      </p:sp>
      <p:sp>
        <p:nvSpPr>
          <p:cNvPr id="2" name="Titlu 1">
            <a:extLst>
              <a:ext uri="{FF2B5EF4-FFF2-40B4-BE49-F238E27FC236}">
                <a16:creationId xmlns:a16="http://schemas.microsoft.com/office/drawing/2014/main" id="{CD637DF8-B064-4F36-89F8-EBF538A2E7F2}"/>
              </a:ext>
            </a:extLst>
          </p:cNvPr>
          <p:cNvSpPr>
            <a:spLocks noGrp="1"/>
          </p:cNvSpPr>
          <p:nvPr>
            <p:ph type="title" hasCustomPrompt="1"/>
          </p:nvPr>
        </p:nvSpPr>
        <p:spPr>
          <a:xfrm>
            <a:off x="3863976" y="696584"/>
            <a:ext cx="4464049" cy="569086"/>
          </a:xfrm>
        </p:spPr>
        <p:txBody>
          <a:bodyPr lIns="0" tIns="0" rIns="0" bIns="0" rtlCol="0" anchor="b">
            <a:normAutofit/>
          </a:bodyPr>
          <a:lstStyle>
            <a:lvl1pPr algn="ctr">
              <a:defRPr sz="3600"/>
            </a:lvl1pPr>
          </a:lstStyle>
          <a:p>
            <a:pPr rtl="0"/>
            <a:r>
              <a:rPr lang="ro-RO" noProof="0"/>
              <a:t>FACEȚI CLIC PENTRU A EDITA</a:t>
            </a:r>
          </a:p>
        </p:txBody>
      </p:sp>
      <p:sp>
        <p:nvSpPr>
          <p:cNvPr id="3" name="Substituent text 2">
            <a:extLst>
              <a:ext uri="{FF2B5EF4-FFF2-40B4-BE49-F238E27FC236}">
                <a16:creationId xmlns:a16="http://schemas.microsoft.com/office/drawing/2014/main" id="{8A72532A-5006-46B7-AE99-3A6891CD0254}"/>
              </a:ext>
            </a:extLst>
          </p:cNvPr>
          <p:cNvSpPr>
            <a:spLocks noGrp="1"/>
          </p:cNvSpPr>
          <p:nvPr>
            <p:ph type="body" idx="1" hasCustomPrompt="1"/>
          </p:nvPr>
        </p:nvSpPr>
        <p:spPr>
          <a:xfrm>
            <a:off x="3884860" y="1983086"/>
            <a:ext cx="4443165" cy="569085"/>
          </a:xfrm>
        </p:spPr>
        <p:txBody>
          <a:bodyPr lIns="0" tIns="0" rIns="0" bIns="0" rtlCol="0">
            <a:normAutofit/>
          </a:bodyPr>
          <a:lstStyle>
            <a:lvl1pPr marL="0" indent="0" algn="ctr">
              <a:lnSpc>
                <a:spcPct val="100000"/>
              </a:lnSpc>
              <a:buNone/>
              <a:defRPr sz="1800" b="1">
                <a:solidFill>
                  <a:schemeClr val="tx1"/>
                </a:solidFill>
                <a:latin typeface="+mn-lt"/>
                <a:cs typeface="Segoe UI Semibold" panose="020B07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EDITAȚI STILURILE DE TEXT COORDONATOR</a:t>
            </a:r>
          </a:p>
        </p:txBody>
      </p:sp>
      <p:sp>
        <p:nvSpPr>
          <p:cNvPr id="4" name="Substituent dată 3">
            <a:extLst>
              <a:ext uri="{FF2B5EF4-FFF2-40B4-BE49-F238E27FC236}">
                <a16:creationId xmlns:a16="http://schemas.microsoft.com/office/drawing/2014/main" id="{49EFC6D7-3241-401C-A16A-4A7CC2653954}"/>
              </a:ext>
            </a:extLst>
          </p:cNvPr>
          <p:cNvSpPr>
            <a:spLocks noGrp="1"/>
          </p:cNvSpPr>
          <p:nvPr>
            <p:ph type="dt" sz="half" idx="10"/>
          </p:nvPr>
        </p:nvSpPr>
        <p:spPr/>
        <p:txBody>
          <a:bodyPr rtlCol="0"/>
          <a:lstStyle/>
          <a:p>
            <a:pPr rtl="0"/>
            <a:r>
              <a:rPr lang="ro-RO" noProof="0"/>
              <a:t>DD.MM.20XX</a:t>
            </a:r>
          </a:p>
        </p:txBody>
      </p:sp>
      <p:sp>
        <p:nvSpPr>
          <p:cNvPr id="5" name="Substituent subsol 4">
            <a:extLst>
              <a:ext uri="{FF2B5EF4-FFF2-40B4-BE49-F238E27FC236}">
                <a16:creationId xmlns:a16="http://schemas.microsoft.com/office/drawing/2014/main" id="{F345D6DC-ABA5-4D00-9CD3-92FFDD1FA2DC}"/>
              </a:ext>
            </a:extLst>
          </p:cNvPr>
          <p:cNvSpPr>
            <a:spLocks noGrp="1"/>
          </p:cNvSpPr>
          <p:nvPr>
            <p:ph type="ftr" sz="quarter" idx="11"/>
          </p:nvPr>
        </p:nvSpPr>
        <p:spPr/>
        <p:txBody>
          <a:bodyPr rtlCol="0"/>
          <a:lstStyle/>
          <a:p>
            <a:pPr rtl="0"/>
            <a:r>
              <a:rPr lang="ro-RO" noProof="0"/>
              <a:t>ADĂUGAREA UNUI SUBSOL</a:t>
            </a:r>
          </a:p>
        </p:txBody>
      </p:sp>
      <p:sp>
        <p:nvSpPr>
          <p:cNvPr id="6" name="Substituent număr diapozitiv 5">
            <a:extLst>
              <a:ext uri="{FF2B5EF4-FFF2-40B4-BE49-F238E27FC236}">
                <a16:creationId xmlns:a16="http://schemas.microsoft.com/office/drawing/2014/main" id="{92459C86-0106-40E0-AA18-795EC5787677}"/>
              </a:ext>
            </a:extLst>
          </p:cNvPr>
          <p:cNvSpPr>
            <a:spLocks noGrp="1"/>
          </p:cNvSpPr>
          <p:nvPr>
            <p:ph type="sldNum" sz="quarter" idx="12"/>
          </p:nvPr>
        </p:nvSpPr>
        <p:spPr/>
        <p:txBody>
          <a:bodyPr rtlCol="0"/>
          <a:lstStyle/>
          <a:p>
            <a:pPr rtl="0"/>
            <a:fld id="{8D581BC7-E183-40DB-AC97-C19EA4EB8894}" type="slidenum">
              <a:rPr lang="ro-RO" noProof="0" smtClean="0"/>
              <a:t>‹#›</a:t>
            </a:fld>
            <a:endParaRPr lang="ro-RO" noProof="0"/>
          </a:p>
        </p:txBody>
      </p:sp>
      <p:sp>
        <p:nvSpPr>
          <p:cNvPr id="11" name="Substituent imagine 10">
            <a:extLst>
              <a:ext uri="{FF2B5EF4-FFF2-40B4-BE49-F238E27FC236}">
                <a16:creationId xmlns:a16="http://schemas.microsoft.com/office/drawing/2014/main" id="{6D14F7B3-A6CF-491C-9855-75B5784CC456}"/>
              </a:ext>
            </a:extLst>
          </p:cNvPr>
          <p:cNvSpPr>
            <a:spLocks noGrp="1"/>
          </p:cNvSpPr>
          <p:nvPr>
            <p:ph type="pic" sz="quarter" idx="13"/>
          </p:nvPr>
        </p:nvSpPr>
        <p:spPr>
          <a:xfrm>
            <a:off x="831850" y="859665"/>
            <a:ext cx="1078992" cy="548640"/>
          </a:xfrm>
        </p:spPr>
        <p:txBody>
          <a:bodyPr rtlCol="0" anchor="ctr" anchorCtr="0">
            <a:normAutofit/>
          </a:bodyPr>
          <a:lstStyle>
            <a:lvl1pPr marL="0" indent="0" algn="ctr">
              <a:buNone/>
              <a:defRPr sz="1200"/>
            </a:lvl1pPr>
          </a:lstStyle>
          <a:p>
            <a:pPr rtl="0"/>
            <a:r>
              <a:rPr lang="ro-RO" noProof="0"/>
              <a:t>Faceți clic pe pictogramă pentru a adăuga o imagine</a:t>
            </a:r>
          </a:p>
        </p:txBody>
      </p:sp>
      <p:sp>
        <p:nvSpPr>
          <p:cNvPr id="17" name="Oval 16">
            <a:extLst>
              <a:ext uri="{FF2B5EF4-FFF2-40B4-BE49-F238E27FC236}">
                <a16:creationId xmlns:a16="http://schemas.microsoft.com/office/drawing/2014/main" id="{72225750-E4CE-4A81-A0C3-4023030D637E}"/>
              </a:ext>
            </a:extLst>
          </p:cNvPr>
          <p:cNvSpPr/>
          <p:nvPr userDrawn="1"/>
        </p:nvSpPr>
        <p:spPr>
          <a:xfrm>
            <a:off x="809310" y="5879656"/>
            <a:ext cx="283464" cy="283464"/>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a:p>
        </p:txBody>
      </p:sp>
      <p:cxnSp>
        <p:nvCxnSpPr>
          <p:cNvPr id="18" name="Conector drept 17">
            <a:extLst>
              <a:ext uri="{FF2B5EF4-FFF2-40B4-BE49-F238E27FC236}">
                <a16:creationId xmlns:a16="http://schemas.microsoft.com/office/drawing/2014/main" id="{3819C324-07DF-49DB-A08C-0E6155CE3041}"/>
              </a:ext>
            </a:extLst>
          </p:cNvPr>
          <p:cNvCxnSpPr/>
          <p:nvPr userDrawn="1"/>
        </p:nvCxnSpPr>
        <p:spPr>
          <a:xfrm>
            <a:off x="11580000" y="6020920"/>
            <a:ext cx="612000"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75A34025-44F2-4A09-8629-F1794E9D35AF}"/>
              </a:ext>
            </a:extLst>
          </p:cNvPr>
          <p:cNvSpPr/>
          <p:nvPr userDrawn="1"/>
        </p:nvSpPr>
        <p:spPr>
          <a:xfrm>
            <a:off x="11466563" y="5966056"/>
            <a:ext cx="109728" cy="109728"/>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a:p>
        </p:txBody>
      </p:sp>
      <p:cxnSp>
        <p:nvCxnSpPr>
          <p:cNvPr id="20" name="Conector drept 19">
            <a:extLst>
              <a:ext uri="{FF2B5EF4-FFF2-40B4-BE49-F238E27FC236}">
                <a16:creationId xmlns:a16="http://schemas.microsoft.com/office/drawing/2014/main" id="{815854A2-EAE9-4B2A-84CF-5A4BD753863A}"/>
              </a:ext>
            </a:extLst>
          </p:cNvPr>
          <p:cNvCxnSpPr>
            <a:cxnSpLocks/>
          </p:cNvCxnSpPr>
          <p:nvPr userDrawn="1"/>
        </p:nvCxnSpPr>
        <p:spPr>
          <a:xfrm flipV="1">
            <a:off x="0" y="6020920"/>
            <a:ext cx="803275" cy="468"/>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9" name="Grup 8">
            <a:extLst>
              <a:ext uri="{FF2B5EF4-FFF2-40B4-BE49-F238E27FC236}">
                <a16:creationId xmlns:a16="http://schemas.microsoft.com/office/drawing/2014/main" id="{78842051-6173-4CC2-8C4A-8AE31FE7BA54}"/>
              </a:ext>
            </a:extLst>
          </p:cNvPr>
          <p:cNvGrpSpPr/>
          <p:nvPr userDrawn="1"/>
        </p:nvGrpSpPr>
        <p:grpSpPr>
          <a:xfrm>
            <a:off x="4886226" y="1373283"/>
            <a:ext cx="2423908" cy="100800"/>
            <a:chOff x="2929238" y="1373283"/>
            <a:chExt cx="2423908" cy="100800"/>
          </a:xfrm>
        </p:grpSpPr>
        <p:grpSp>
          <p:nvGrpSpPr>
            <p:cNvPr id="15" name="Grup 14">
              <a:extLst>
                <a:ext uri="{FF2B5EF4-FFF2-40B4-BE49-F238E27FC236}">
                  <a16:creationId xmlns:a16="http://schemas.microsoft.com/office/drawing/2014/main" id="{B7317392-EF87-4050-8BBE-32F74B0CF15A}"/>
                </a:ext>
              </a:extLst>
            </p:cNvPr>
            <p:cNvGrpSpPr/>
            <p:nvPr userDrawn="1"/>
          </p:nvGrpSpPr>
          <p:grpSpPr>
            <a:xfrm>
              <a:off x="2972372" y="1373283"/>
              <a:ext cx="2380774" cy="100800"/>
              <a:chOff x="-177106" y="3237441"/>
              <a:chExt cx="2380774" cy="100800"/>
            </a:xfrm>
          </p:grpSpPr>
          <p:cxnSp>
            <p:nvCxnSpPr>
              <p:cNvPr id="13" name="Conector drept 12">
                <a:extLst>
                  <a:ext uri="{FF2B5EF4-FFF2-40B4-BE49-F238E27FC236}">
                    <a16:creationId xmlns:a16="http://schemas.microsoft.com/office/drawing/2014/main" id="{785A4134-866D-4143-AC1E-8A2FFDB49855}"/>
                  </a:ext>
                </a:extLst>
              </p:cNvPr>
              <p:cNvCxnSpPr/>
              <p:nvPr userDrawn="1"/>
            </p:nvCxnSpPr>
            <p:spPr>
              <a:xfrm>
                <a:off x="-177106" y="3290538"/>
                <a:ext cx="2311699"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1BBC5D9C-B8FB-455B-9398-36DB21F2765E}"/>
                  </a:ext>
                </a:extLst>
              </p:cNvPr>
              <p:cNvSpPr/>
              <p:nvPr userDrawn="1"/>
            </p:nvSpPr>
            <p:spPr>
              <a:xfrm>
                <a:off x="2102868" y="3237441"/>
                <a:ext cx="100800" cy="100800"/>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a:p>
            </p:txBody>
          </p:sp>
        </p:grpSp>
        <p:sp>
          <p:nvSpPr>
            <p:cNvPr id="21" name="Oval 20">
              <a:extLst>
                <a:ext uri="{FF2B5EF4-FFF2-40B4-BE49-F238E27FC236}">
                  <a16:creationId xmlns:a16="http://schemas.microsoft.com/office/drawing/2014/main" id="{5D1C3636-C306-4492-8D46-194288459CAF}"/>
                </a:ext>
              </a:extLst>
            </p:cNvPr>
            <p:cNvSpPr/>
            <p:nvPr userDrawn="1"/>
          </p:nvSpPr>
          <p:spPr>
            <a:xfrm>
              <a:off x="2929238" y="1373283"/>
              <a:ext cx="100800" cy="100800"/>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a:p>
          </p:txBody>
        </p:sp>
      </p:grpSp>
    </p:spTree>
    <p:extLst>
      <p:ext uri="{BB962C8B-B14F-4D97-AF65-F5344CB8AC3E}">
        <p14:creationId xmlns:p14="http://schemas.microsoft.com/office/powerpoint/2010/main" val="32350281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spect trei conținuturi">
    <p:spTree>
      <p:nvGrpSpPr>
        <p:cNvPr id="1" name=""/>
        <p:cNvGrpSpPr/>
        <p:nvPr/>
      </p:nvGrpSpPr>
      <p:grpSpPr>
        <a:xfrm>
          <a:off x="0" y="0"/>
          <a:ext cx="0" cy="0"/>
          <a:chOff x="0" y="0"/>
          <a:chExt cx="0" cy="0"/>
        </a:xfrm>
      </p:grpSpPr>
      <p:sp>
        <p:nvSpPr>
          <p:cNvPr id="15" name="Dreptunghi 14">
            <a:extLst>
              <a:ext uri="{FF2B5EF4-FFF2-40B4-BE49-F238E27FC236}">
                <a16:creationId xmlns:a16="http://schemas.microsoft.com/office/drawing/2014/main" id="{E8E3FDB8-6D5C-48FE-99EA-7EC60F4D8191}"/>
              </a:ext>
            </a:extLst>
          </p:cNvPr>
          <p:cNvSpPr/>
          <p:nvPr userDrawn="1"/>
        </p:nvSpPr>
        <p:spPr>
          <a:xfrm>
            <a:off x="0" y="0"/>
            <a:ext cx="12192000" cy="6858000"/>
          </a:xfrm>
          <a:prstGeom prst="rect">
            <a:avLst/>
          </a:prstGeom>
          <a:gradFill flip="none" rotWithShape="1">
            <a:gsLst>
              <a:gs pos="0">
                <a:schemeClr val="accent2"/>
              </a:gs>
              <a:gs pos="34000">
                <a:srgbClr val="0F1722"/>
              </a:gs>
              <a:gs pos="69000">
                <a:srgbClr val="0F1722"/>
              </a:gs>
              <a:gs pos="100000">
                <a:schemeClr val="accent5"/>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rtl="0"/>
            <a:endParaRPr lang="ro-RO" noProof="0"/>
          </a:p>
        </p:txBody>
      </p:sp>
      <p:sp>
        <p:nvSpPr>
          <p:cNvPr id="5" name="Substituent dată 4">
            <a:extLst>
              <a:ext uri="{FF2B5EF4-FFF2-40B4-BE49-F238E27FC236}">
                <a16:creationId xmlns:a16="http://schemas.microsoft.com/office/drawing/2014/main" id="{2D9775F3-A041-479A-8038-652B7D9C72E9}"/>
              </a:ext>
            </a:extLst>
          </p:cNvPr>
          <p:cNvSpPr>
            <a:spLocks noGrp="1"/>
          </p:cNvSpPr>
          <p:nvPr>
            <p:ph type="dt" sz="half" idx="10"/>
          </p:nvPr>
        </p:nvSpPr>
        <p:spPr/>
        <p:txBody>
          <a:bodyPr rtlCol="0"/>
          <a:lstStyle/>
          <a:p>
            <a:pPr rtl="0"/>
            <a:r>
              <a:rPr lang="ro-RO" noProof="0"/>
              <a:t>DD.MM.20XX</a:t>
            </a:r>
          </a:p>
        </p:txBody>
      </p:sp>
      <p:sp>
        <p:nvSpPr>
          <p:cNvPr id="6" name="Substituent subsol 5">
            <a:extLst>
              <a:ext uri="{FF2B5EF4-FFF2-40B4-BE49-F238E27FC236}">
                <a16:creationId xmlns:a16="http://schemas.microsoft.com/office/drawing/2014/main" id="{29BEDD04-BE4E-4B91-B13E-0C4FB3E1658F}"/>
              </a:ext>
            </a:extLst>
          </p:cNvPr>
          <p:cNvSpPr>
            <a:spLocks noGrp="1"/>
          </p:cNvSpPr>
          <p:nvPr>
            <p:ph type="ftr" sz="quarter" idx="11"/>
          </p:nvPr>
        </p:nvSpPr>
        <p:spPr/>
        <p:txBody>
          <a:bodyPr rtlCol="0"/>
          <a:lstStyle/>
          <a:p>
            <a:pPr rtl="0"/>
            <a:r>
              <a:rPr lang="ro-RO" noProof="0"/>
              <a:t>ADĂUGAREA UNUI SUBSOL</a:t>
            </a:r>
          </a:p>
        </p:txBody>
      </p:sp>
      <p:sp>
        <p:nvSpPr>
          <p:cNvPr id="7" name="Substituent număr diapozitiv 6">
            <a:extLst>
              <a:ext uri="{FF2B5EF4-FFF2-40B4-BE49-F238E27FC236}">
                <a16:creationId xmlns:a16="http://schemas.microsoft.com/office/drawing/2014/main" id="{306DF5D8-12DC-494E-B0F1-2E9C86A14544}"/>
              </a:ext>
            </a:extLst>
          </p:cNvPr>
          <p:cNvSpPr>
            <a:spLocks noGrp="1"/>
          </p:cNvSpPr>
          <p:nvPr>
            <p:ph type="sldNum" sz="quarter" idx="12"/>
          </p:nvPr>
        </p:nvSpPr>
        <p:spPr/>
        <p:txBody>
          <a:bodyPr rtlCol="0"/>
          <a:lstStyle/>
          <a:p>
            <a:pPr rtl="0"/>
            <a:fld id="{8D581BC7-E183-40DB-AC97-C19EA4EB8894}" type="slidenum">
              <a:rPr lang="ro-RO" noProof="0" smtClean="0"/>
              <a:t>‹#›</a:t>
            </a:fld>
            <a:endParaRPr lang="ro-RO" noProof="0"/>
          </a:p>
        </p:txBody>
      </p:sp>
      <p:sp>
        <p:nvSpPr>
          <p:cNvPr id="8" name="Titlu 1">
            <a:extLst>
              <a:ext uri="{FF2B5EF4-FFF2-40B4-BE49-F238E27FC236}">
                <a16:creationId xmlns:a16="http://schemas.microsoft.com/office/drawing/2014/main" id="{ABF87C9E-53A2-4DE1-89DC-3907BE2E3D3C}"/>
              </a:ext>
            </a:extLst>
          </p:cNvPr>
          <p:cNvSpPr>
            <a:spLocks noGrp="1"/>
          </p:cNvSpPr>
          <p:nvPr>
            <p:ph type="title"/>
          </p:nvPr>
        </p:nvSpPr>
        <p:spPr>
          <a:xfrm>
            <a:off x="5104263" y="707529"/>
            <a:ext cx="6310887" cy="569086"/>
          </a:xfrm>
        </p:spPr>
        <p:txBody>
          <a:bodyPr lIns="0" tIns="0" rIns="0" bIns="0" rtlCol="0" anchor="b">
            <a:normAutofit/>
          </a:bodyPr>
          <a:lstStyle>
            <a:lvl1pPr algn="r">
              <a:defRPr sz="3600"/>
            </a:lvl1pPr>
          </a:lstStyle>
          <a:p>
            <a:pPr rtl="0"/>
            <a:r>
              <a:rPr lang="ro-RO" noProof="0"/>
              <a:t>Faceți clic pentru a edita stilul de titlu coordonator</a:t>
            </a:r>
          </a:p>
        </p:txBody>
      </p:sp>
      <p:sp>
        <p:nvSpPr>
          <p:cNvPr id="9" name="Substituent text 2">
            <a:extLst>
              <a:ext uri="{FF2B5EF4-FFF2-40B4-BE49-F238E27FC236}">
                <a16:creationId xmlns:a16="http://schemas.microsoft.com/office/drawing/2014/main" id="{EB453F8F-AA02-4E0D-93BF-8CF4F1490377}"/>
              </a:ext>
            </a:extLst>
          </p:cNvPr>
          <p:cNvSpPr>
            <a:spLocks noGrp="1"/>
          </p:cNvSpPr>
          <p:nvPr>
            <p:ph type="body" idx="1" hasCustomPrompt="1"/>
          </p:nvPr>
        </p:nvSpPr>
        <p:spPr>
          <a:xfrm>
            <a:off x="5104263" y="1625821"/>
            <a:ext cx="6289862" cy="569085"/>
          </a:xfrm>
        </p:spPr>
        <p:txBody>
          <a:bodyPr lIns="0" tIns="0" rIns="0" bIns="0" rtlCol="0">
            <a:normAutofit/>
          </a:bodyPr>
          <a:lstStyle>
            <a:lvl1pPr marL="0" indent="0" algn="r">
              <a:lnSpc>
                <a:spcPct val="100000"/>
              </a:lnSpc>
              <a:buNone/>
              <a:defRPr sz="1800" b="1">
                <a:solidFill>
                  <a:schemeClr val="tx1"/>
                </a:solidFill>
                <a:latin typeface="+mn-lt"/>
                <a:cs typeface="Segoe UI Semibold" panose="020B07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EDITAȚI STILURILE DE TEXT COORDONATOR</a:t>
            </a:r>
          </a:p>
        </p:txBody>
      </p:sp>
      <p:sp>
        <p:nvSpPr>
          <p:cNvPr id="10" name="Substituent imagine 10">
            <a:extLst>
              <a:ext uri="{FF2B5EF4-FFF2-40B4-BE49-F238E27FC236}">
                <a16:creationId xmlns:a16="http://schemas.microsoft.com/office/drawing/2014/main" id="{A541F291-2E4B-474E-9ED0-55C97A2A066D}"/>
              </a:ext>
            </a:extLst>
          </p:cNvPr>
          <p:cNvSpPr>
            <a:spLocks noGrp="1"/>
          </p:cNvSpPr>
          <p:nvPr>
            <p:ph type="pic" sz="quarter" idx="13"/>
          </p:nvPr>
        </p:nvSpPr>
        <p:spPr>
          <a:xfrm>
            <a:off x="831850" y="859665"/>
            <a:ext cx="1078992" cy="548640"/>
          </a:xfrm>
        </p:spPr>
        <p:txBody>
          <a:bodyPr rtlCol="0" anchor="ctr" anchorCtr="0">
            <a:normAutofit/>
          </a:bodyPr>
          <a:lstStyle>
            <a:lvl1pPr marL="0" indent="0" algn="ctr">
              <a:buNone/>
              <a:defRPr sz="1200"/>
            </a:lvl1pPr>
          </a:lstStyle>
          <a:p>
            <a:pPr rtl="0"/>
            <a:r>
              <a:rPr lang="ro-RO" noProof="0"/>
              <a:t>Faceți clic pe pictogramă pentru a adăuga o imagine</a:t>
            </a:r>
          </a:p>
        </p:txBody>
      </p:sp>
      <p:grpSp>
        <p:nvGrpSpPr>
          <p:cNvPr id="11" name="Grup 10">
            <a:extLst>
              <a:ext uri="{FF2B5EF4-FFF2-40B4-BE49-F238E27FC236}">
                <a16:creationId xmlns:a16="http://schemas.microsoft.com/office/drawing/2014/main" id="{59E4D57E-4989-4939-A31F-637543FAB606}"/>
              </a:ext>
            </a:extLst>
          </p:cNvPr>
          <p:cNvGrpSpPr/>
          <p:nvPr userDrawn="1"/>
        </p:nvGrpSpPr>
        <p:grpSpPr>
          <a:xfrm flipH="1">
            <a:off x="7294605" y="1375202"/>
            <a:ext cx="4897395" cy="100800"/>
            <a:chOff x="304632" y="3240138"/>
            <a:chExt cx="3057763" cy="100800"/>
          </a:xfrm>
        </p:grpSpPr>
        <p:cxnSp>
          <p:nvCxnSpPr>
            <p:cNvPr id="12" name="Conector drept 11">
              <a:extLst>
                <a:ext uri="{FF2B5EF4-FFF2-40B4-BE49-F238E27FC236}">
                  <a16:creationId xmlns:a16="http://schemas.microsoft.com/office/drawing/2014/main" id="{370B72A7-B625-48B8-88E6-BCE2A4DD531E}"/>
                </a:ext>
              </a:extLst>
            </p:cNvPr>
            <p:cNvCxnSpPr>
              <a:cxnSpLocks/>
            </p:cNvCxnSpPr>
            <p:nvPr userDrawn="1"/>
          </p:nvCxnSpPr>
          <p:spPr>
            <a:xfrm>
              <a:off x="304632" y="3290538"/>
              <a:ext cx="3014044"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01ED729F-F8A5-4244-9776-4935C260F11F}"/>
                </a:ext>
              </a:extLst>
            </p:cNvPr>
            <p:cNvSpPr/>
            <p:nvPr userDrawn="1"/>
          </p:nvSpPr>
          <p:spPr>
            <a:xfrm>
              <a:off x="3296671" y="3240138"/>
              <a:ext cx="65724" cy="100800"/>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a:p>
          </p:txBody>
        </p:sp>
      </p:grpSp>
      <p:sp>
        <p:nvSpPr>
          <p:cNvPr id="14" name="Substituent text 2">
            <a:extLst>
              <a:ext uri="{FF2B5EF4-FFF2-40B4-BE49-F238E27FC236}">
                <a16:creationId xmlns:a16="http://schemas.microsoft.com/office/drawing/2014/main" id="{BE12A846-0DFC-435B-BAE9-D90C353E0344}"/>
              </a:ext>
            </a:extLst>
          </p:cNvPr>
          <p:cNvSpPr>
            <a:spLocks noGrp="1"/>
          </p:cNvSpPr>
          <p:nvPr>
            <p:ph type="body" idx="14" hasCustomPrompt="1"/>
          </p:nvPr>
        </p:nvSpPr>
        <p:spPr>
          <a:xfrm>
            <a:off x="1226927" y="4271296"/>
            <a:ext cx="2944368" cy="1419822"/>
          </a:xfrm>
        </p:spPr>
        <p:txBody>
          <a:bodyPr lIns="0" tIns="0" rIns="0" bIns="0" rtlCol="0">
            <a:normAutofit/>
          </a:bodyPr>
          <a:lstStyle>
            <a:lvl1pPr marL="0" indent="0">
              <a:lnSpc>
                <a:spcPct val="100000"/>
              </a:lnSpc>
              <a:spcBef>
                <a:spcPts val="600"/>
              </a:spcBef>
              <a:buClr>
                <a:schemeClr val="tx1"/>
              </a:buClr>
              <a:buFont typeface="Courier New" panose="02070309020205020404" pitchFamily="49" charset="0"/>
              <a:buNone/>
              <a:defRPr sz="1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Editați stilurile de text coordonator</a:t>
            </a:r>
          </a:p>
        </p:txBody>
      </p:sp>
      <p:cxnSp>
        <p:nvCxnSpPr>
          <p:cNvPr id="17" name="Conector drept 16">
            <a:extLst>
              <a:ext uri="{FF2B5EF4-FFF2-40B4-BE49-F238E27FC236}">
                <a16:creationId xmlns:a16="http://schemas.microsoft.com/office/drawing/2014/main" id="{6150998C-CF95-4C6F-8962-8EB2DB30177D}"/>
              </a:ext>
            </a:extLst>
          </p:cNvPr>
          <p:cNvCxnSpPr/>
          <p:nvPr userDrawn="1"/>
        </p:nvCxnSpPr>
        <p:spPr>
          <a:xfrm>
            <a:off x="11580000" y="6020920"/>
            <a:ext cx="612000"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F86A2ACD-8CF5-48A3-A678-E213A809B332}"/>
              </a:ext>
            </a:extLst>
          </p:cNvPr>
          <p:cNvSpPr/>
          <p:nvPr userDrawn="1"/>
        </p:nvSpPr>
        <p:spPr>
          <a:xfrm>
            <a:off x="11466563" y="5966056"/>
            <a:ext cx="109728" cy="109728"/>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a:p>
        </p:txBody>
      </p:sp>
      <p:cxnSp>
        <p:nvCxnSpPr>
          <p:cNvPr id="19" name="Conector drept 18">
            <a:extLst>
              <a:ext uri="{FF2B5EF4-FFF2-40B4-BE49-F238E27FC236}">
                <a16:creationId xmlns:a16="http://schemas.microsoft.com/office/drawing/2014/main" id="{F00811BB-0E37-4D70-84A5-97B3FBEDCBE6}"/>
              </a:ext>
            </a:extLst>
          </p:cNvPr>
          <p:cNvCxnSpPr>
            <a:cxnSpLocks/>
          </p:cNvCxnSpPr>
          <p:nvPr userDrawn="1"/>
        </p:nvCxnSpPr>
        <p:spPr>
          <a:xfrm flipV="1">
            <a:off x="0" y="6020920"/>
            <a:ext cx="803275" cy="468"/>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D03B3046-0457-4D23-8E0C-64E3FCD620BB}"/>
              </a:ext>
            </a:extLst>
          </p:cNvPr>
          <p:cNvSpPr/>
          <p:nvPr userDrawn="1"/>
        </p:nvSpPr>
        <p:spPr>
          <a:xfrm>
            <a:off x="809310" y="5879656"/>
            <a:ext cx="283464" cy="283464"/>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a:p>
        </p:txBody>
      </p:sp>
      <p:sp>
        <p:nvSpPr>
          <p:cNvPr id="22" name="Substituent text 2">
            <a:extLst>
              <a:ext uri="{FF2B5EF4-FFF2-40B4-BE49-F238E27FC236}">
                <a16:creationId xmlns:a16="http://schemas.microsoft.com/office/drawing/2014/main" id="{F2ACDD32-C1AB-4359-B055-2F910492987E}"/>
              </a:ext>
            </a:extLst>
          </p:cNvPr>
          <p:cNvSpPr>
            <a:spLocks noGrp="1"/>
          </p:cNvSpPr>
          <p:nvPr>
            <p:ph type="body" idx="16" hasCustomPrompt="1"/>
          </p:nvPr>
        </p:nvSpPr>
        <p:spPr>
          <a:xfrm>
            <a:off x="1226927" y="3858610"/>
            <a:ext cx="2944368" cy="328343"/>
          </a:xfrm>
        </p:spPr>
        <p:txBody>
          <a:bodyPr lIns="0" tIns="0" rIns="0" bIns="0" rtlCol="0" anchor="b" anchorCtr="0">
            <a:normAutofit/>
          </a:bodyPr>
          <a:lstStyle>
            <a:lvl1pPr marL="0" indent="0">
              <a:spcBef>
                <a:spcPts val="600"/>
              </a:spcBef>
              <a:buClr>
                <a:schemeClr val="tx1"/>
              </a:buClr>
              <a:buFont typeface="Courier New" panose="02070309020205020404" pitchFamily="49" charset="0"/>
              <a:buNone/>
              <a:defRPr sz="2000" b="1">
                <a:solidFill>
                  <a:schemeClr val="bg2"/>
                </a:solidFill>
                <a:latin typeface="Tahoma" panose="020B060403050404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Editați stilurile de text coordonator</a:t>
            </a:r>
          </a:p>
        </p:txBody>
      </p:sp>
      <p:sp>
        <p:nvSpPr>
          <p:cNvPr id="16" name="Substituent text 15">
            <a:extLst>
              <a:ext uri="{FF2B5EF4-FFF2-40B4-BE49-F238E27FC236}">
                <a16:creationId xmlns:a16="http://schemas.microsoft.com/office/drawing/2014/main" id="{D0092E26-7A96-4712-98A7-FFDA7C3D7721}"/>
              </a:ext>
            </a:extLst>
          </p:cNvPr>
          <p:cNvSpPr>
            <a:spLocks noGrp="1"/>
          </p:cNvSpPr>
          <p:nvPr>
            <p:ph type="body" sz="quarter" idx="26" hasCustomPrompt="1"/>
          </p:nvPr>
        </p:nvSpPr>
        <p:spPr>
          <a:xfrm>
            <a:off x="1226927" y="2760518"/>
            <a:ext cx="978408" cy="978408"/>
          </a:xfrm>
          <a:prstGeom prst="ellipse">
            <a:avLst/>
          </a:prstGeom>
          <a:ln w="6350">
            <a:solidFill>
              <a:schemeClr val="tx1"/>
            </a:solidFill>
          </a:ln>
        </p:spPr>
        <p:txBody>
          <a:bodyPr lIns="0" tIns="0" rIns="0" bIns="0" rtlCol="0" anchor="ctr" anchorCtr="0">
            <a:noAutofit/>
          </a:bodyPr>
          <a:lstStyle>
            <a:lvl1pPr marL="0" indent="0" algn="ctr">
              <a:buNone/>
              <a:defRPr sz="7000" b="1">
                <a:ln w="6350">
                  <a:solidFill>
                    <a:schemeClr val="tx1"/>
                  </a:solidFill>
                </a:ln>
                <a:noFill/>
                <a:latin typeface="Tahoma" panose="020B0604030504040204" pitchFamily="34" charset="0"/>
              </a:defRPr>
            </a:lvl1pPr>
          </a:lstStyle>
          <a:p>
            <a:pPr lvl="0" rtl="0"/>
            <a:r>
              <a:rPr lang="ro-RO" noProof="0"/>
              <a:t>1</a:t>
            </a:r>
          </a:p>
        </p:txBody>
      </p:sp>
      <p:sp>
        <p:nvSpPr>
          <p:cNvPr id="34" name="Substituent text 2">
            <a:extLst>
              <a:ext uri="{FF2B5EF4-FFF2-40B4-BE49-F238E27FC236}">
                <a16:creationId xmlns:a16="http://schemas.microsoft.com/office/drawing/2014/main" id="{B17B484C-F876-40B2-89DE-FC7A9E54C835}"/>
              </a:ext>
            </a:extLst>
          </p:cNvPr>
          <p:cNvSpPr>
            <a:spLocks noGrp="1"/>
          </p:cNvSpPr>
          <p:nvPr>
            <p:ph type="body" idx="27" hasCustomPrompt="1"/>
          </p:nvPr>
        </p:nvSpPr>
        <p:spPr>
          <a:xfrm>
            <a:off x="4871314" y="4271296"/>
            <a:ext cx="2944368" cy="1419822"/>
          </a:xfrm>
        </p:spPr>
        <p:txBody>
          <a:bodyPr lIns="0" tIns="0" rIns="0" bIns="0" rtlCol="0">
            <a:normAutofit/>
          </a:bodyPr>
          <a:lstStyle>
            <a:lvl1pPr marL="0" indent="0">
              <a:lnSpc>
                <a:spcPct val="100000"/>
              </a:lnSpc>
              <a:spcBef>
                <a:spcPts val="600"/>
              </a:spcBef>
              <a:buClr>
                <a:schemeClr val="tx1"/>
              </a:buClr>
              <a:buFont typeface="Courier New" panose="02070309020205020404" pitchFamily="49" charset="0"/>
              <a:buNone/>
              <a:defRPr sz="1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Editați stilurile de text coordonator</a:t>
            </a:r>
          </a:p>
        </p:txBody>
      </p:sp>
      <p:sp>
        <p:nvSpPr>
          <p:cNvPr id="35" name="Substituent text 15">
            <a:extLst>
              <a:ext uri="{FF2B5EF4-FFF2-40B4-BE49-F238E27FC236}">
                <a16:creationId xmlns:a16="http://schemas.microsoft.com/office/drawing/2014/main" id="{7A54608E-523B-47AC-B8A6-3E8FE9A15847}"/>
              </a:ext>
            </a:extLst>
          </p:cNvPr>
          <p:cNvSpPr>
            <a:spLocks noGrp="1"/>
          </p:cNvSpPr>
          <p:nvPr>
            <p:ph type="body" sz="quarter" idx="28" hasCustomPrompt="1"/>
          </p:nvPr>
        </p:nvSpPr>
        <p:spPr>
          <a:xfrm>
            <a:off x="4871314" y="2760518"/>
            <a:ext cx="978408" cy="978408"/>
          </a:xfrm>
          <a:prstGeom prst="ellipse">
            <a:avLst/>
          </a:prstGeom>
          <a:ln w="6350">
            <a:solidFill>
              <a:schemeClr val="tx1"/>
            </a:solidFill>
          </a:ln>
        </p:spPr>
        <p:txBody>
          <a:bodyPr lIns="0" tIns="0" rIns="0" bIns="0" rtlCol="0" anchor="ctr" anchorCtr="0">
            <a:noAutofit/>
          </a:bodyPr>
          <a:lstStyle>
            <a:lvl1pPr marL="0" indent="0" algn="ctr">
              <a:buNone/>
              <a:defRPr sz="7000" b="1">
                <a:ln w="6350">
                  <a:solidFill>
                    <a:schemeClr val="tx1"/>
                  </a:solidFill>
                </a:ln>
                <a:noFill/>
                <a:latin typeface="Tahoma" panose="020B0604030504040204" pitchFamily="34" charset="0"/>
              </a:defRPr>
            </a:lvl1pPr>
          </a:lstStyle>
          <a:p>
            <a:pPr lvl="0" rtl="0"/>
            <a:r>
              <a:rPr lang="ro-RO" noProof="0"/>
              <a:t>2</a:t>
            </a:r>
          </a:p>
        </p:txBody>
      </p:sp>
      <p:sp>
        <p:nvSpPr>
          <p:cNvPr id="36" name="Substituent text 2">
            <a:extLst>
              <a:ext uri="{FF2B5EF4-FFF2-40B4-BE49-F238E27FC236}">
                <a16:creationId xmlns:a16="http://schemas.microsoft.com/office/drawing/2014/main" id="{99E02476-A734-4A74-BC42-F104B37C8C19}"/>
              </a:ext>
            </a:extLst>
          </p:cNvPr>
          <p:cNvSpPr>
            <a:spLocks noGrp="1"/>
          </p:cNvSpPr>
          <p:nvPr>
            <p:ph type="body" idx="29" hasCustomPrompt="1"/>
          </p:nvPr>
        </p:nvSpPr>
        <p:spPr>
          <a:xfrm>
            <a:off x="4871314" y="3858610"/>
            <a:ext cx="2944368" cy="328343"/>
          </a:xfrm>
        </p:spPr>
        <p:txBody>
          <a:bodyPr lIns="0" tIns="0" rIns="0" bIns="0" rtlCol="0" anchor="b" anchorCtr="0">
            <a:normAutofit/>
          </a:bodyPr>
          <a:lstStyle>
            <a:lvl1pPr marL="0" indent="0">
              <a:spcBef>
                <a:spcPts val="600"/>
              </a:spcBef>
              <a:buClr>
                <a:schemeClr val="tx1"/>
              </a:buClr>
              <a:buFont typeface="Courier New" panose="02070309020205020404" pitchFamily="49" charset="0"/>
              <a:buNone/>
              <a:defRPr sz="2000" b="1">
                <a:solidFill>
                  <a:schemeClr val="bg2"/>
                </a:solidFill>
                <a:latin typeface="Tahoma" panose="020B060403050404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Editați stilurile de text coordonator</a:t>
            </a:r>
          </a:p>
        </p:txBody>
      </p:sp>
      <p:sp>
        <p:nvSpPr>
          <p:cNvPr id="37" name="Substituent text 2">
            <a:extLst>
              <a:ext uri="{FF2B5EF4-FFF2-40B4-BE49-F238E27FC236}">
                <a16:creationId xmlns:a16="http://schemas.microsoft.com/office/drawing/2014/main" id="{E0D32F26-CEE2-4420-A43D-B008AE2D1DDC}"/>
              </a:ext>
            </a:extLst>
          </p:cNvPr>
          <p:cNvSpPr>
            <a:spLocks noGrp="1"/>
          </p:cNvSpPr>
          <p:nvPr>
            <p:ph type="body" idx="30" hasCustomPrompt="1"/>
          </p:nvPr>
        </p:nvSpPr>
        <p:spPr>
          <a:xfrm>
            <a:off x="8515702" y="4271296"/>
            <a:ext cx="2944368" cy="1419822"/>
          </a:xfrm>
        </p:spPr>
        <p:txBody>
          <a:bodyPr lIns="0" tIns="0" rIns="0" bIns="0" rtlCol="0">
            <a:normAutofit/>
          </a:bodyPr>
          <a:lstStyle>
            <a:lvl1pPr marL="0" indent="0">
              <a:lnSpc>
                <a:spcPct val="100000"/>
              </a:lnSpc>
              <a:spcBef>
                <a:spcPts val="600"/>
              </a:spcBef>
              <a:buClr>
                <a:schemeClr val="tx1"/>
              </a:buClr>
              <a:buFont typeface="Courier New" panose="02070309020205020404" pitchFamily="49" charset="0"/>
              <a:buNone/>
              <a:defRPr sz="1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Editați stilurile de text coordonator</a:t>
            </a:r>
          </a:p>
        </p:txBody>
      </p:sp>
      <p:sp>
        <p:nvSpPr>
          <p:cNvPr id="38" name="Substituent text 15">
            <a:extLst>
              <a:ext uri="{FF2B5EF4-FFF2-40B4-BE49-F238E27FC236}">
                <a16:creationId xmlns:a16="http://schemas.microsoft.com/office/drawing/2014/main" id="{DBC2890A-FFF7-4606-A262-6D464BA5D997}"/>
              </a:ext>
            </a:extLst>
          </p:cNvPr>
          <p:cNvSpPr>
            <a:spLocks noGrp="1"/>
          </p:cNvSpPr>
          <p:nvPr>
            <p:ph type="body" sz="quarter" idx="31" hasCustomPrompt="1"/>
          </p:nvPr>
        </p:nvSpPr>
        <p:spPr>
          <a:xfrm>
            <a:off x="8515702" y="2760518"/>
            <a:ext cx="978408" cy="978408"/>
          </a:xfrm>
          <a:prstGeom prst="ellipse">
            <a:avLst/>
          </a:prstGeom>
          <a:ln w="6350">
            <a:solidFill>
              <a:schemeClr val="tx1"/>
            </a:solidFill>
          </a:ln>
        </p:spPr>
        <p:txBody>
          <a:bodyPr lIns="0" tIns="0" rIns="0" bIns="0" rtlCol="0" anchor="ctr" anchorCtr="0">
            <a:noAutofit/>
          </a:bodyPr>
          <a:lstStyle>
            <a:lvl1pPr marL="0" indent="0" algn="ctr">
              <a:buNone/>
              <a:defRPr sz="7000" b="1">
                <a:ln w="6350">
                  <a:solidFill>
                    <a:schemeClr val="tx1"/>
                  </a:solidFill>
                </a:ln>
                <a:noFill/>
                <a:latin typeface="Tahoma" panose="020B0604030504040204" pitchFamily="34" charset="0"/>
              </a:defRPr>
            </a:lvl1pPr>
          </a:lstStyle>
          <a:p>
            <a:pPr lvl="0" rtl="0"/>
            <a:r>
              <a:rPr lang="ro-RO" noProof="0"/>
              <a:t>3</a:t>
            </a:r>
          </a:p>
        </p:txBody>
      </p:sp>
      <p:sp>
        <p:nvSpPr>
          <p:cNvPr id="39" name="Substituent text 2">
            <a:extLst>
              <a:ext uri="{FF2B5EF4-FFF2-40B4-BE49-F238E27FC236}">
                <a16:creationId xmlns:a16="http://schemas.microsoft.com/office/drawing/2014/main" id="{268E1254-8C59-4B9B-A775-45CA3D655514}"/>
              </a:ext>
            </a:extLst>
          </p:cNvPr>
          <p:cNvSpPr>
            <a:spLocks noGrp="1"/>
          </p:cNvSpPr>
          <p:nvPr>
            <p:ph type="body" idx="32" hasCustomPrompt="1"/>
          </p:nvPr>
        </p:nvSpPr>
        <p:spPr>
          <a:xfrm>
            <a:off x="8515702" y="3858610"/>
            <a:ext cx="2944368" cy="328343"/>
          </a:xfrm>
        </p:spPr>
        <p:txBody>
          <a:bodyPr lIns="0" tIns="0" rIns="0" bIns="0" rtlCol="0" anchor="b" anchorCtr="0">
            <a:normAutofit/>
          </a:bodyPr>
          <a:lstStyle>
            <a:lvl1pPr marL="0" indent="0">
              <a:spcBef>
                <a:spcPts val="600"/>
              </a:spcBef>
              <a:buClr>
                <a:schemeClr val="tx1"/>
              </a:buClr>
              <a:buFont typeface="Courier New" panose="02070309020205020404" pitchFamily="49" charset="0"/>
              <a:buNone/>
              <a:defRPr sz="2000" b="1">
                <a:solidFill>
                  <a:schemeClr val="bg2"/>
                </a:solidFill>
                <a:latin typeface="Tahoma" panose="020B060403050404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Editați stilurile de text coordonator</a:t>
            </a:r>
          </a:p>
        </p:txBody>
      </p:sp>
      <p:cxnSp>
        <p:nvCxnSpPr>
          <p:cNvPr id="21" name="Conector drept 20">
            <a:extLst>
              <a:ext uri="{FF2B5EF4-FFF2-40B4-BE49-F238E27FC236}">
                <a16:creationId xmlns:a16="http://schemas.microsoft.com/office/drawing/2014/main" id="{8E47DC43-D8A0-4F17-B897-D8B07A6F1B47}"/>
              </a:ext>
            </a:extLst>
          </p:cNvPr>
          <p:cNvCxnSpPr/>
          <p:nvPr userDrawn="1"/>
        </p:nvCxnSpPr>
        <p:spPr>
          <a:xfrm>
            <a:off x="2205335" y="3256107"/>
            <a:ext cx="266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Conector drept 28">
            <a:extLst>
              <a:ext uri="{FF2B5EF4-FFF2-40B4-BE49-F238E27FC236}">
                <a16:creationId xmlns:a16="http://schemas.microsoft.com/office/drawing/2014/main" id="{D201F265-08ED-497A-BE5C-62220829348F}"/>
              </a:ext>
            </a:extLst>
          </p:cNvPr>
          <p:cNvCxnSpPr/>
          <p:nvPr userDrawn="1"/>
        </p:nvCxnSpPr>
        <p:spPr>
          <a:xfrm>
            <a:off x="5849839" y="3255785"/>
            <a:ext cx="266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263440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mparație între numere">
    <p:spTree>
      <p:nvGrpSpPr>
        <p:cNvPr id="1" name=""/>
        <p:cNvGrpSpPr/>
        <p:nvPr/>
      </p:nvGrpSpPr>
      <p:grpSpPr>
        <a:xfrm>
          <a:off x="0" y="0"/>
          <a:ext cx="0" cy="0"/>
          <a:chOff x="0" y="0"/>
          <a:chExt cx="0" cy="0"/>
        </a:xfrm>
      </p:grpSpPr>
      <p:sp>
        <p:nvSpPr>
          <p:cNvPr id="15" name="Dreptunghi 14">
            <a:extLst>
              <a:ext uri="{FF2B5EF4-FFF2-40B4-BE49-F238E27FC236}">
                <a16:creationId xmlns:a16="http://schemas.microsoft.com/office/drawing/2014/main" id="{E8E3FDB8-6D5C-48FE-99EA-7EC60F4D8191}"/>
              </a:ext>
            </a:extLst>
          </p:cNvPr>
          <p:cNvSpPr/>
          <p:nvPr userDrawn="1"/>
        </p:nvSpPr>
        <p:spPr>
          <a:xfrm>
            <a:off x="0" y="0"/>
            <a:ext cx="12192000" cy="6858000"/>
          </a:xfrm>
          <a:prstGeom prst="rect">
            <a:avLst/>
          </a:prstGeom>
          <a:gradFill flip="none" rotWithShape="1">
            <a:gsLst>
              <a:gs pos="0">
                <a:schemeClr val="accent2"/>
              </a:gs>
              <a:gs pos="34000">
                <a:srgbClr val="0F1722"/>
              </a:gs>
              <a:gs pos="69000">
                <a:srgbClr val="0F1722"/>
              </a:gs>
              <a:gs pos="100000">
                <a:schemeClr val="accent5"/>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rtl="0"/>
            <a:endParaRPr lang="ro-RO" noProof="0"/>
          </a:p>
        </p:txBody>
      </p:sp>
      <p:sp>
        <p:nvSpPr>
          <p:cNvPr id="5" name="Substituent dată 4">
            <a:extLst>
              <a:ext uri="{FF2B5EF4-FFF2-40B4-BE49-F238E27FC236}">
                <a16:creationId xmlns:a16="http://schemas.microsoft.com/office/drawing/2014/main" id="{2D9775F3-A041-479A-8038-652B7D9C72E9}"/>
              </a:ext>
            </a:extLst>
          </p:cNvPr>
          <p:cNvSpPr>
            <a:spLocks noGrp="1"/>
          </p:cNvSpPr>
          <p:nvPr>
            <p:ph type="dt" sz="half" idx="10"/>
          </p:nvPr>
        </p:nvSpPr>
        <p:spPr/>
        <p:txBody>
          <a:bodyPr rtlCol="0"/>
          <a:lstStyle/>
          <a:p>
            <a:pPr rtl="0"/>
            <a:r>
              <a:rPr lang="ro-RO" noProof="0"/>
              <a:t>DD.MM.20XX</a:t>
            </a:r>
          </a:p>
        </p:txBody>
      </p:sp>
      <p:sp>
        <p:nvSpPr>
          <p:cNvPr id="6" name="Substituent subsol 5">
            <a:extLst>
              <a:ext uri="{FF2B5EF4-FFF2-40B4-BE49-F238E27FC236}">
                <a16:creationId xmlns:a16="http://schemas.microsoft.com/office/drawing/2014/main" id="{29BEDD04-BE4E-4B91-B13E-0C4FB3E1658F}"/>
              </a:ext>
            </a:extLst>
          </p:cNvPr>
          <p:cNvSpPr>
            <a:spLocks noGrp="1"/>
          </p:cNvSpPr>
          <p:nvPr>
            <p:ph type="ftr" sz="quarter" idx="11"/>
          </p:nvPr>
        </p:nvSpPr>
        <p:spPr/>
        <p:txBody>
          <a:bodyPr rtlCol="0"/>
          <a:lstStyle/>
          <a:p>
            <a:pPr rtl="0"/>
            <a:r>
              <a:rPr lang="ro-RO" noProof="0"/>
              <a:t>ADĂUGAREA UNUI SUBSOL</a:t>
            </a:r>
          </a:p>
        </p:txBody>
      </p:sp>
      <p:sp>
        <p:nvSpPr>
          <p:cNvPr id="7" name="Substituent număr diapozitiv 6">
            <a:extLst>
              <a:ext uri="{FF2B5EF4-FFF2-40B4-BE49-F238E27FC236}">
                <a16:creationId xmlns:a16="http://schemas.microsoft.com/office/drawing/2014/main" id="{306DF5D8-12DC-494E-B0F1-2E9C86A14544}"/>
              </a:ext>
            </a:extLst>
          </p:cNvPr>
          <p:cNvSpPr>
            <a:spLocks noGrp="1"/>
          </p:cNvSpPr>
          <p:nvPr>
            <p:ph type="sldNum" sz="quarter" idx="12"/>
          </p:nvPr>
        </p:nvSpPr>
        <p:spPr/>
        <p:txBody>
          <a:bodyPr rtlCol="0"/>
          <a:lstStyle/>
          <a:p>
            <a:pPr rtl="0"/>
            <a:fld id="{8D581BC7-E183-40DB-AC97-C19EA4EB8894}" type="slidenum">
              <a:rPr lang="ro-RO" noProof="0" smtClean="0"/>
              <a:t>‹#›</a:t>
            </a:fld>
            <a:endParaRPr lang="ro-RO" noProof="0"/>
          </a:p>
        </p:txBody>
      </p:sp>
      <p:sp>
        <p:nvSpPr>
          <p:cNvPr id="8" name="Titlu 1">
            <a:extLst>
              <a:ext uri="{FF2B5EF4-FFF2-40B4-BE49-F238E27FC236}">
                <a16:creationId xmlns:a16="http://schemas.microsoft.com/office/drawing/2014/main" id="{ABF87C9E-53A2-4DE1-89DC-3907BE2E3D3C}"/>
              </a:ext>
            </a:extLst>
          </p:cNvPr>
          <p:cNvSpPr>
            <a:spLocks noGrp="1"/>
          </p:cNvSpPr>
          <p:nvPr>
            <p:ph type="title"/>
          </p:nvPr>
        </p:nvSpPr>
        <p:spPr>
          <a:xfrm>
            <a:off x="4292016" y="707529"/>
            <a:ext cx="7118056" cy="569086"/>
          </a:xfrm>
        </p:spPr>
        <p:txBody>
          <a:bodyPr lIns="0" tIns="0" rIns="0" bIns="0" rtlCol="0" anchor="b">
            <a:normAutofit/>
          </a:bodyPr>
          <a:lstStyle>
            <a:lvl1pPr algn="l">
              <a:defRPr sz="3600"/>
            </a:lvl1pPr>
          </a:lstStyle>
          <a:p>
            <a:pPr rtl="0"/>
            <a:r>
              <a:rPr lang="ro-RO" noProof="0"/>
              <a:t>Faceți clic pentru a edita stilul de titlu coordonator</a:t>
            </a:r>
          </a:p>
        </p:txBody>
      </p:sp>
      <p:sp>
        <p:nvSpPr>
          <p:cNvPr id="9" name="Substituent text 2">
            <a:extLst>
              <a:ext uri="{FF2B5EF4-FFF2-40B4-BE49-F238E27FC236}">
                <a16:creationId xmlns:a16="http://schemas.microsoft.com/office/drawing/2014/main" id="{EB453F8F-AA02-4E0D-93BF-8CF4F1490377}"/>
              </a:ext>
            </a:extLst>
          </p:cNvPr>
          <p:cNvSpPr>
            <a:spLocks noGrp="1"/>
          </p:cNvSpPr>
          <p:nvPr>
            <p:ph type="body" idx="1" hasCustomPrompt="1"/>
          </p:nvPr>
        </p:nvSpPr>
        <p:spPr>
          <a:xfrm>
            <a:off x="4292016" y="1625821"/>
            <a:ext cx="7096709" cy="978407"/>
          </a:xfrm>
        </p:spPr>
        <p:txBody>
          <a:bodyPr lIns="0" tIns="0" rIns="0" bIns="0" rtlCol="0">
            <a:normAutofit/>
          </a:bodyPr>
          <a:lstStyle>
            <a:lvl1pPr marL="0" indent="0" algn="l">
              <a:lnSpc>
                <a:spcPct val="100000"/>
              </a:lnSpc>
              <a:buNone/>
              <a:defRPr sz="1800" b="1">
                <a:solidFill>
                  <a:schemeClr val="tx1"/>
                </a:solidFill>
                <a:latin typeface="+mn-lt"/>
                <a:cs typeface="Segoe UI Semibold" panose="020B07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EDITAȚI STILURILE DE TEXT COORDONATOR</a:t>
            </a:r>
          </a:p>
        </p:txBody>
      </p:sp>
      <p:sp>
        <p:nvSpPr>
          <p:cNvPr id="10" name="Substituent imagine 10">
            <a:extLst>
              <a:ext uri="{FF2B5EF4-FFF2-40B4-BE49-F238E27FC236}">
                <a16:creationId xmlns:a16="http://schemas.microsoft.com/office/drawing/2014/main" id="{A541F291-2E4B-474E-9ED0-55C97A2A066D}"/>
              </a:ext>
            </a:extLst>
          </p:cNvPr>
          <p:cNvSpPr>
            <a:spLocks noGrp="1"/>
          </p:cNvSpPr>
          <p:nvPr>
            <p:ph type="pic" sz="quarter" idx="13"/>
          </p:nvPr>
        </p:nvSpPr>
        <p:spPr>
          <a:xfrm>
            <a:off x="831850" y="859665"/>
            <a:ext cx="1078992" cy="548640"/>
          </a:xfrm>
        </p:spPr>
        <p:txBody>
          <a:bodyPr rtlCol="0" anchor="ctr" anchorCtr="0">
            <a:normAutofit/>
          </a:bodyPr>
          <a:lstStyle>
            <a:lvl1pPr marL="0" indent="0" algn="ctr">
              <a:buNone/>
              <a:defRPr sz="1200"/>
            </a:lvl1pPr>
          </a:lstStyle>
          <a:p>
            <a:pPr rtl="0"/>
            <a:r>
              <a:rPr lang="ro-RO" noProof="0"/>
              <a:t>Faceți clic pe pictogramă pentru a adăuga o imagine</a:t>
            </a:r>
          </a:p>
        </p:txBody>
      </p:sp>
      <p:grpSp>
        <p:nvGrpSpPr>
          <p:cNvPr id="11" name="Grup 10">
            <a:extLst>
              <a:ext uri="{FF2B5EF4-FFF2-40B4-BE49-F238E27FC236}">
                <a16:creationId xmlns:a16="http://schemas.microsoft.com/office/drawing/2014/main" id="{59E4D57E-4989-4939-A31F-637543FAB606}"/>
              </a:ext>
            </a:extLst>
          </p:cNvPr>
          <p:cNvGrpSpPr/>
          <p:nvPr userDrawn="1"/>
        </p:nvGrpSpPr>
        <p:grpSpPr>
          <a:xfrm flipH="1">
            <a:off x="4314481" y="1375202"/>
            <a:ext cx="7877519" cy="100800"/>
            <a:chOff x="245550" y="3240138"/>
            <a:chExt cx="4015976" cy="100800"/>
          </a:xfrm>
        </p:grpSpPr>
        <p:cxnSp>
          <p:nvCxnSpPr>
            <p:cNvPr id="12" name="Conector drept 11">
              <a:extLst>
                <a:ext uri="{FF2B5EF4-FFF2-40B4-BE49-F238E27FC236}">
                  <a16:creationId xmlns:a16="http://schemas.microsoft.com/office/drawing/2014/main" id="{370B72A7-B625-48B8-88E6-BCE2A4DD531E}"/>
                </a:ext>
              </a:extLst>
            </p:cNvPr>
            <p:cNvCxnSpPr>
              <a:cxnSpLocks/>
              <a:endCxn id="13" idx="6"/>
            </p:cNvCxnSpPr>
            <p:nvPr userDrawn="1"/>
          </p:nvCxnSpPr>
          <p:spPr>
            <a:xfrm>
              <a:off x="245550" y="3290538"/>
              <a:ext cx="4015976"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01ED729F-F8A5-4244-9776-4935C260F11F}"/>
                </a:ext>
              </a:extLst>
            </p:cNvPr>
            <p:cNvSpPr/>
            <p:nvPr userDrawn="1"/>
          </p:nvSpPr>
          <p:spPr>
            <a:xfrm>
              <a:off x="4210138" y="3240138"/>
              <a:ext cx="51388" cy="100800"/>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a:p>
          </p:txBody>
        </p:sp>
      </p:grpSp>
      <p:cxnSp>
        <p:nvCxnSpPr>
          <p:cNvPr id="17" name="Conector drept 16">
            <a:extLst>
              <a:ext uri="{FF2B5EF4-FFF2-40B4-BE49-F238E27FC236}">
                <a16:creationId xmlns:a16="http://schemas.microsoft.com/office/drawing/2014/main" id="{6150998C-CF95-4C6F-8962-8EB2DB30177D}"/>
              </a:ext>
            </a:extLst>
          </p:cNvPr>
          <p:cNvCxnSpPr/>
          <p:nvPr userDrawn="1"/>
        </p:nvCxnSpPr>
        <p:spPr>
          <a:xfrm>
            <a:off x="11580000" y="6020920"/>
            <a:ext cx="612000"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F86A2ACD-8CF5-48A3-A678-E213A809B332}"/>
              </a:ext>
            </a:extLst>
          </p:cNvPr>
          <p:cNvSpPr/>
          <p:nvPr userDrawn="1"/>
        </p:nvSpPr>
        <p:spPr>
          <a:xfrm>
            <a:off x="11466563" y="5966056"/>
            <a:ext cx="109728" cy="109728"/>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a:p>
        </p:txBody>
      </p:sp>
      <p:cxnSp>
        <p:nvCxnSpPr>
          <p:cNvPr id="19" name="Conector drept 18">
            <a:extLst>
              <a:ext uri="{FF2B5EF4-FFF2-40B4-BE49-F238E27FC236}">
                <a16:creationId xmlns:a16="http://schemas.microsoft.com/office/drawing/2014/main" id="{F00811BB-0E37-4D70-84A5-97B3FBEDCBE6}"/>
              </a:ext>
            </a:extLst>
          </p:cNvPr>
          <p:cNvCxnSpPr>
            <a:cxnSpLocks/>
          </p:cNvCxnSpPr>
          <p:nvPr userDrawn="1"/>
        </p:nvCxnSpPr>
        <p:spPr>
          <a:xfrm flipV="1">
            <a:off x="0" y="6020920"/>
            <a:ext cx="803275" cy="468"/>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D03B3046-0457-4D23-8E0C-64E3FCD620BB}"/>
              </a:ext>
            </a:extLst>
          </p:cNvPr>
          <p:cNvSpPr/>
          <p:nvPr userDrawn="1"/>
        </p:nvSpPr>
        <p:spPr>
          <a:xfrm>
            <a:off x="809310" y="5879656"/>
            <a:ext cx="283464" cy="283464"/>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a:p>
        </p:txBody>
      </p:sp>
      <p:sp>
        <p:nvSpPr>
          <p:cNvPr id="16" name="Substituent text 15">
            <a:extLst>
              <a:ext uri="{FF2B5EF4-FFF2-40B4-BE49-F238E27FC236}">
                <a16:creationId xmlns:a16="http://schemas.microsoft.com/office/drawing/2014/main" id="{D0092E26-7A96-4712-98A7-FFDA7C3D7721}"/>
              </a:ext>
            </a:extLst>
          </p:cNvPr>
          <p:cNvSpPr>
            <a:spLocks noGrp="1"/>
          </p:cNvSpPr>
          <p:nvPr>
            <p:ph type="body" sz="quarter" idx="26" hasCustomPrompt="1"/>
          </p:nvPr>
        </p:nvSpPr>
        <p:spPr>
          <a:xfrm>
            <a:off x="783723" y="3301941"/>
            <a:ext cx="3408243" cy="978408"/>
          </a:xfrm>
          <a:prstGeom prst="rect">
            <a:avLst/>
          </a:prstGeom>
          <a:ln w="6350">
            <a:noFill/>
          </a:ln>
        </p:spPr>
        <p:txBody>
          <a:bodyPr lIns="0" tIns="0" rIns="0" bIns="0" rtlCol="0" anchor="ctr" anchorCtr="0">
            <a:noAutofit/>
          </a:bodyPr>
          <a:lstStyle>
            <a:lvl1pPr marL="0" indent="0" algn="l">
              <a:buNone/>
              <a:defRPr sz="7000" b="1">
                <a:ln w="6350">
                  <a:solidFill>
                    <a:schemeClr val="tx1"/>
                  </a:solidFill>
                </a:ln>
                <a:noFill/>
                <a:latin typeface="Tahoma" panose="020B0604030504040204" pitchFamily="34" charset="0"/>
              </a:defRPr>
            </a:lvl1pPr>
          </a:lstStyle>
          <a:p>
            <a:pPr lvl="0" rtl="0"/>
            <a:r>
              <a:rPr lang="ro-RO" noProof="0"/>
              <a:t>12.345 lei</a:t>
            </a:r>
          </a:p>
        </p:txBody>
      </p:sp>
      <p:sp>
        <p:nvSpPr>
          <p:cNvPr id="34" name="Substituent text 2">
            <a:extLst>
              <a:ext uri="{FF2B5EF4-FFF2-40B4-BE49-F238E27FC236}">
                <a16:creationId xmlns:a16="http://schemas.microsoft.com/office/drawing/2014/main" id="{B17B484C-F876-40B2-89DE-FC7A9E54C835}"/>
              </a:ext>
            </a:extLst>
          </p:cNvPr>
          <p:cNvSpPr>
            <a:spLocks noGrp="1"/>
          </p:cNvSpPr>
          <p:nvPr>
            <p:ph type="body" idx="27" hasCustomPrompt="1"/>
          </p:nvPr>
        </p:nvSpPr>
        <p:spPr>
          <a:xfrm>
            <a:off x="5716329" y="3394494"/>
            <a:ext cx="5678300" cy="978407"/>
          </a:xfrm>
        </p:spPr>
        <p:txBody>
          <a:bodyPr lIns="0" tIns="0" rIns="0" bIns="0" rtlCol="0">
            <a:normAutofit/>
          </a:bodyPr>
          <a:lstStyle>
            <a:lvl1pPr marL="0" indent="0">
              <a:lnSpc>
                <a:spcPct val="100000"/>
              </a:lnSpc>
              <a:spcBef>
                <a:spcPts val="600"/>
              </a:spcBef>
              <a:buClr>
                <a:schemeClr val="tx1"/>
              </a:buClr>
              <a:buFont typeface="Courier New" panose="02070309020205020404" pitchFamily="49" charset="0"/>
              <a:buNone/>
              <a:defRPr sz="1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Editați stilurile de text coordonator</a:t>
            </a:r>
          </a:p>
        </p:txBody>
      </p:sp>
      <p:sp>
        <p:nvSpPr>
          <p:cNvPr id="36" name="Substituent text 2">
            <a:extLst>
              <a:ext uri="{FF2B5EF4-FFF2-40B4-BE49-F238E27FC236}">
                <a16:creationId xmlns:a16="http://schemas.microsoft.com/office/drawing/2014/main" id="{99E02476-A734-4A74-BC42-F104B37C8C19}"/>
              </a:ext>
            </a:extLst>
          </p:cNvPr>
          <p:cNvSpPr>
            <a:spLocks noGrp="1"/>
          </p:cNvSpPr>
          <p:nvPr>
            <p:ph type="body" idx="29" hasCustomPrompt="1"/>
          </p:nvPr>
        </p:nvSpPr>
        <p:spPr>
          <a:xfrm>
            <a:off x="4292016" y="3394494"/>
            <a:ext cx="1399099" cy="978407"/>
          </a:xfrm>
        </p:spPr>
        <p:txBody>
          <a:bodyPr lIns="0" tIns="0" rIns="0" bIns="0" rtlCol="0" anchor="t" anchorCtr="0">
            <a:normAutofit/>
          </a:bodyPr>
          <a:lstStyle>
            <a:lvl1pPr marL="0" indent="0">
              <a:spcBef>
                <a:spcPts val="600"/>
              </a:spcBef>
              <a:buClr>
                <a:schemeClr val="tx1"/>
              </a:buClr>
              <a:buFont typeface="Courier New" panose="02070309020205020404" pitchFamily="49" charset="0"/>
              <a:buNone/>
              <a:defRPr sz="2000" b="1">
                <a:solidFill>
                  <a:schemeClr val="bg2"/>
                </a:solidFill>
                <a:latin typeface="Tahoma" panose="020B060403050404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Editați stilurile de text coordonator</a:t>
            </a:r>
          </a:p>
        </p:txBody>
      </p:sp>
      <p:sp>
        <p:nvSpPr>
          <p:cNvPr id="26" name="Substituent text 15">
            <a:extLst>
              <a:ext uri="{FF2B5EF4-FFF2-40B4-BE49-F238E27FC236}">
                <a16:creationId xmlns:a16="http://schemas.microsoft.com/office/drawing/2014/main" id="{EA5D8D7D-F37C-49AD-98F0-641CE42B8A83}"/>
              </a:ext>
            </a:extLst>
          </p:cNvPr>
          <p:cNvSpPr>
            <a:spLocks noGrp="1"/>
          </p:cNvSpPr>
          <p:nvPr>
            <p:ph type="body" sz="quarter" idx="30" hasCustomPrompt="1"/>
          </p:nvPr>
        </p:nvSpPr>
        <p:spPr>
          <a:xfrm>
            <a:off x="783723" y="4594663"/>
            <a:ext cx="3408243" cy="978408"/>
          </a:xfrm>
          <a:prstGeom prst="rect">
            <a:avLst/>
          </a:prstGeom>
          <a:ln w="6350">
            <a:noFill/>
          </a:ln>
        </p:spPr>
        <p:txBody>
          <a:bodyPr lIns="0" tIns="0" rIns="0" bIns="0" rtlCol="0" anchor="ctr" anchorCtr="0">
            <a:noAutofit/>
          </a:bodyPr>
          <a:lstStyle>
            <a:lvl1pPr marL="0" indent="0" algn="l">
              <a:buNone/>
              <a:defRPr sz="7000" b="1">
                <a:ln w="6350">
                  <a:solidFill>
                    <a:schemeClr val="tx1"/>
                  </a:solidFill>
                </a:ln>
                <a:noFill/>
                <a:latin typeface="Tahoma" panose="020B0604030504040204" pitchFamily="34" charset="0"/>
              </a:defRPr>
            </a:lvl1pPr>
          </a:lstStyle>
          <a:p>
            <a:pPr lvl="0" rtl="0"/>
            <a:r>
              <a:rPr lang="ro-RO" noProof="0"/>
              <a:t>6.789 lei</a:t>
            </a:r>
          </a:p>
        </p:txBody>
      </p:sp>
      <p:sp>
        <p:nvSpPr>
          <p:cNvPr id="27" name="Substituent text 2">
            <a:extLst>
              <a:ext uri="{FF2B5EF4-FFF2-40B4-BE49-F238E27FC236}">
                <a16:creationId xmlns:a16="http://schemas.microsoft.com/office/drawing/2014/main" id="{521FF93D-8384-4E22-8645-BDE6AB983488}"/>
              </a:ext>
            </a:extLst>
          </p:cNvPr>
          <p:cNvSpPr>
            <a:spLocks noGrp="1"/>
          </p:cNvSpPr>
          <p:nvPr>
            <p:ph type="body" idx="31" hasCustomPrompt="1"/>
          </p:nvPr>
        </p:nvSpPr>
        <p:spPr>
          <a:xfrm>
            <a:off x="5716329" y="4687216"/>
            <a:ext cx="5678300" cy="978407"/>
          </a:xfrm>
        </p:spPr>
        <p:txBody>
          <a:bodyPr lIns="0" tIns="0" rIns="0" bIns="0" rtlCol="0">
            <a:normAutofit/>
          </a:bodyPr>
          <a:lstStyle>
            <a:lvl1pPr marL="0" indent="0">
              <a:lnSpc>
                <a:spcPct val="100000"/>
              </a:lnSpc>
              <a:spcBef>
                <a:spcPts val="600"/>
              </a:spcBef>
              <a:buClr>
                <a:schemeClr val="tx1"/>
              </a:buClr>
              <a:buFont typeface="Courier New" panose="02070309020205020404" pitchFamily="49" charset="0"/>
              <a:buNone/>
              <a:defRPr sz="1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Editați stilurile de text coordonator</a:t>
            </a:r>
          </a:p>
        </p:txBody>
      </p:sp>
      <p:sp>
        <p:nvSpPr>
          <p:cNvPr id="28" name="Substituent text 2">
            <a:extLst>
              <a:ext uri="{FF2B5EF4-FFF2-40B4-BE49-F238E27FC236}">
                <a16:creationId xmlns:a16="http://schemas.microsoft.com/office/drawing/2014/main" id="{BA358F36-EA77-462E-9158-AFDF1D449A1A}"/>
              </a:ext>
            </a:extLst>
          </p:cNvPr>
          <p:cNvSpPr>
            <a:spLocks noGrp="1"/>
          </p:cNvSpPr>
          <p:nvPr>
            <p:ph type="body" idx="32" hasCustomPrompt="1"/>
          </p:nvPr>
        </p:nvSpPr>
        <p:spPr>
          <a:xfrm>
            <a:off x="4292016" y="4687216"/>
            <a:ext cx="1399099" cy="978407"/>
          </a:xfrm>
        </p:spPr>
        <p:txBody>
          <a:bodyPr lIns="0" tIns="0" rIns="0" bIns="0" rtlCol="0" anchor="t" anchorCtr="0">
            <a:normAutofit/>
          </a:bodyPr>
          <a:lstStyle>
            <a:lvl1pPr marL="0" indent="0">
              <a:spcBef>
                <a:spcPts val="600"/>
              </a:spcBef>
              <a:buClr>
                <a:schemeClr val="tx1"/>
              </a:buClr>
              <a:buFont typeface="Courier New" panose="02070309020205020404" pitchFamily="49" charset="0"/>
              <a:buNone/>
              <a:defRPr sz="2000" b="1">
                <a:solidFill>
                  <a:schemeClr val="bg2"/>
                </a:solidFill>
                <a:latin typeface="Tahoma" panose="020B060403050404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Editați stilurile de text coordonator</a:t>
            </a:r>
          </a:p>
        </p:txBody>
      </p:sp>
    </p:spTree>
    <p:extLst>
      <p:ext uri="{BB962C8B-B14F-4D97-AF65-F5344CB8AC3E}">
        <p14:creationId xmlns:p14="http://schemas.microsoft.com/office/powerpoint/2010/main" val="34041195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spect conținut cu cercuri">
    <p:spTree>
      <p:nvGrpSpPr>
        <p:cNvPr id="1" name=""/>
        <p:cNvGrpSpPr/>
        <p:nvPr/>
      </p:nvGrpSpPr>
      <p:grpSpPr>
        <a:xfrm>
          <a:off x="0" y="0"/>
          <a:ext cx="0" cy="0"/>
          <a:chOff x="0" y="0"/>
          <a:chExt cx="0" cy="0"/>
        </a:xfrm>
      </p:grpSpPr>
      <p:sp>
        <p:nvSpPr>
          <p:cNvPr id="7" name="Dreptunghi 6">
            <a:extLst>
              <a:ext uri="{FF2B5EF4-FFF2-40B4-BE49-F238E27FC236}">
                <a16:creationId xmlns:a16="http://schemas.microsoft.com/office/drawing/2014/main" id="{09F1B35C-893A-4033-ADC0-2192AFA29271}"/>
              </a:ext>
            </a:extLst>
          </p:cNvPr>
          <p:cNvSpPr/>
          <p:nvPr userDrawn="1"/>
        </p:nvSpPr>
        <p:spPr>
          <a:xfrm>
            <a:off x="0" y="0"/>
            <a:ext cx="12192000" cy="6858000"/>
          </a:xfrm>
          <a:prstGeom prst="rect">
            <a:avLst/>
          </a:prstGeom>
          <a:gradFill flip="none" rotWithShape="1">
            <a:gsLst>
              <a:gs pos="0">
                <a:schemeClr val="accent2"/>
              </a:gs>
              <a:gs pos="34000">
                <a:srgbClr val="0F1722"/>
              </a:gs>
              <a:gs pos="69000">
                <a:srgbClr val="0F1722"/>
              </a:gs>
              <a:gs pos="100000">
                <a:schemeClr val="accent5"/>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rtl="0"/>
            <a:endParaRPr lang="ro-RO" noProof="0"/>
          </a:p>
        </p:txBody>
      </p:sp>
      <p:sp>
        <p:nvSpPr>
          <p:cNvPr id="2" name="Titlu 1">
            <a:extLst>
              <a:ext uri="{FF2B5EF4-FFF2-40B4-BE49-F238E27FC236}">
                <a16:creationId xmlns:a16="http://schemas.microsoft.com/office/drawing/2014/main" id="{CD637DF8-B064-4F36-89F8-EBF538A2E7F2}"/>
              </a:ext>
            </a:extLst>
          </p:cNvPr>
          <p:cNvSpPr>
            <a:spLocks noGrp="1"/>
          </p:cNvSpPr>
          <p:nvPr>
            <p:ph type="title" hasCustomPrompt="1"/>
          </p:nvPr>
        </p:nvSpPr>
        <p:spPr>
          <a:xfrm>
            <a:off x="803276" y="3242645"/>
            <a:ext cx="4464049" cy="1177174"/>
          </a:xfrm>
        </p:spPr>
        <p:txBody>
          <a:bodyPr lIns="0" tIns="0" rIns="0" bIns="0" rtlCol="0" anchor="b">
            <a:normAutofit/>
          </a:bodyPr>
          <a:lstStyle>
            <a:lvl1pPr>
              <a:defRPr sz="3600"/>
            </a:lvl1pPr>
          </a:lstStyle>
          <a:p>
            <a:pPr rtl="0"/>
            <a:r>
              <a:rPr lang="ro-RO" noProof="0"/>
              <a:t>FACEȚI CLIC PENTRU A EDITA</a:t>
            </a:r>
          </a:p>
        </p:txBody>
      </p:sp>
      <p:sp>
        <p:nvSpPr>
          <p:cNvPr id="3" name="Substituent text 2">
            <a:extLst>
              <a:ext uri="{FF2B5EF4-FFF2-40B4-BE49-F238E27FC236}">
                <a16:creationId xmlns:a16="http://schemas.microsoft.com/office/drawing/2014/main" id="{8A72532A-5006-46B7-AE99-3A6891CD0254}"/>
              </a:ext>
            </a:extLst>
          </p:cNvPr>
          <p:cNvSpPr>
            <a:spLocks noGrp="1"/>
          </p:cNvSpPr>
          <p:nvPr>
            <p:ph type="body" idx="1" hasCustomPrompt="1"/>
          </p:nvPr>
        </p:nvSpPr>
        <p:spPr>
          <a:xfrm>
            <a:off x="826770" y="4872948"/>
            <a:ext cx="4443165" cy="882062"/>
          </a:xfrm>
        </p:spPr>
        <p:txBody>
          <a:bodyPr lIns="0" tIns="0" rIns="0" bIns="0" rtlCol="0">
            <a:normAutofit/>
          </a:bodyPr>
          <a:lstStyle>
            <a:lvl1pPr marL="0" indent="0">
              <a:lnSpc>
                <a:spcPct val="100000"/>
              </a:lnSpc>
              <a:buNone/>
              <a:defRPr sz="1800" b="1">
                <a:solidFill>
                  <a:schemeClr val="tx1"/>
                </a:solidFill>
                <a:latin typeface="+mn-lt"/>
                <a:cs typeface="Segoe UI Semibold" panose="020B07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EDITAȚI STILURILE DE TEXT COORDONATOR</a:t>
            </a:r>
          </a:p>
        </p:txBody>
      </p:sp>
      <p:sp>
        <p:nvSpPr>
          <p:cNvPr id="4" name="Substituent dată 3">
            <a:extLst>
              <a:ext uri="{FF2B5EF4-FFF2-40B4-BE49-F238E27FC236}">
                <a16:creationId xmlns:a16="http://schemas.microsoft.com/office/drawing/2014/main" id="{49EFC6D7-3241-401C-A16A-4A7CC2653954}"/>
              </a:ext>
            </a:extLst>
          </p:cNvPr>
          <p:cNvSpPr>
            <a:spLocks noGrp="1"/>
          </p:cNvSpPr>
          <p:nvPr>
            <p:ph type="dt" sz="half" idx="10"/>
          </p:nvPr>
        </p:nvSpPr>
        <p:spPr/>
        <p:txBody>
          <a:bodyPr rtlCol="0"/>
          <a:lstStyle/>
          <a:p>
            <a:pPr rtl="0"/>
            <a:r>
              <a:rPr lang="ro-RO" noProof="0"/>
              <a:t>DD.MM.20XX</a:t>
            </a:r>
          </a:p>
        </p:txBody>
      </p:sp>
      <p:sp>
        <p:nvSpPr>
          <p:cNvPr id="5" name="Substituent subsol 4">
            <a:extLst>
              <a:ext uri="{FF2B5EF4-FFF2-40B4-BE49-F238E27FC236}">
                <a16:creationId xmlns:a16="http://schemas.microsoft.com/office/drawing/2014/main" id="{F345D6DC-ABA5-4D00-9CD3-92FFDD1FA2DC}"/>
              </a:ext>
            </a:extLst>
          </p:cNvPr>
          <p:cNvSpPr>
            <a:spLocks noGrp="1"/>
          </p:cNvSpPr>
          <p:nvPr>
            <p:ph type="ftr" sz="quarter" idx="11"/>
          </p:nvPr>
        </p:nvSpPr>
        <p:spPr/>
        <p:txBody>
          <a:bodyPr rtlCol="0"/>
          <a:lstStyle/>
          <a:p>
            <a:pPr rtl="0"/>
            <a:r>
              <a:rPr lang="ro-RO" noProof="0"/>
              <a:t>ADĂUGAREA UNUI SUBSOL</a:t>
            </a:r>
          </a:p>
        </p:txBody>
      </p:sp>
      <p:sp>
        <p:nvSpPr>
          <p:cNvPr id="6" name="Substituent număr diapozitiv 5">
            <a:extLst>
              <a:ext uri="{FF2B5EF4-FFF2-40B4-BE49-F238E27FC236}">
                <a16:creationId xmlns:a16="http://schemas.microsoft.com/office/drawing/2014/main" id="{92459C86-0106-40E0-AA18-795EC5787677}"/>
              </a:ext>
            </a:extLst>
          </p:cNvPr>
          <p:cNvSpPr>
            <a:spLocks noGrp="1"/>
          </p:cNvSpPr>
          <p:nvPr>
            <p:ph type="sldNum" sz="quarter" idx="12"/>
          </p:nvPr>
        </p:nvSpPr>
        <p:spPr/>
        <p:txBody>
          <a:bodyPr rtlCol="0"/>
          <a:lstStyle/>
          <a:p>
            <a:pPr rtl="0"/>
            <a:fld id="{8D581BC7-E183-40DB-AC97-C19EA4EB8894}" type="slidenum">
              <a:rPr lang="ro-RO" noProof="0" smtClean="0"/>
              <a:t>‹#›</a:t>
            </a:fld>
            <a:endParaRPr lang="ro-RO" noProof="0"/>
          </a:p>
        </p:txBody>
      </p:sp>
      <p:sp>
        <p:nvSpPr>
          <p:cNvPr id="11" name="Substituent imagine 10">
            <a:extLst>
              <a:ext uri="{FF2B5EF4-FFF2-40B4-BE49-F238E27FC236}">
                <a16:creationId xmlns:a16="http://schemas.microsoft.com/office/drawing/2014/main" id="{6D14F7B3-A6CF-491C-9855-75B5784CC456}"/>
              </a:ext>
            </a:extLst>
          </p:cNvPr>
          <p:cNvSpPr>
            <a:spLocks noGrp="1"/>
          </p:cNvSpPr>
          <p:nvPr>
            <p:ph type="pic" sz="quarter" idx="13"/>
          </p:nvPr>
        </p:nvSpPr>
        <p:spPr>
          <a:xfrm>
            <a:off x="831850" y="859665"/>
            <a:ext cx="1078992" cy="548640"/>
          </a:xfrm>
        </p:spPr>
        <p:txBody>
          <a:bodyPr rtlCol="0" anchor="ctr" anchorCtr="0">
            <a:normAutofit/>
          </a:bodyPr>
          <a:lstStyle>
            <a:lvl1pPr marL="0" indent="0" algn="ctr">
              <a:buNone/>
              <a:defRPr sz="1200"/>
            </a:lvl1pPr>
          </a:lstStyle>
          <a:p>
            <a:pPr rtl="0"/>
            <a:r>
              <a:rPr lang="ro-RO" noProof="0"/>
              <a:t>Faceți clic pe pictogramă pentru a adăuga o imagine</a:t>
            </a:r>
          </a:p>
        </p:txBody>
      </p:sp>
      <p:grpSp>
        <p:nvGrpSpPr>
          <p:cNvPr id="15" name="Grup 14">
            <a:extLst>
              <a:ext uri="{FF2B5EF4-FFF2-40B4-BE49-F238E27FC236}">
                <a16:creationId xmlns:a16="http://schemas.microsoft.com/office/drawing/2014/main" id="{B7317392-EF87-4050-8BBE-32F74B0CF15A}"/>
              </a:ext>
            </a:extLst>
          </p:cNvPr>
          <p:cNvGrpSpPr/>
          <p:nvPr userDrawn="1"/>
        </p:nvGrpSpPr>
        <p:grpSpPr>
          <a:xfrm>
            <a:off x="0" y="4581382"/>
            <a:ext cx="3943482" cy="100800"/>
            <a:chOff x="-1228304" y="3240138"/>
            <a:chExt cx="3943482" cy="100800"/>
          </a:xfrm>
        </p:grpSpPr>
        <p:cxnSp>
          <p:nvCxnSpPr>
            <p:cNvPr id="13" name="Conector drept 12">
              <a:extLst>
                <a:ext uri="{FF2B5EF4-FFF2-40B4-BE49-F238E27FC236}">
                  <a16:creationId xmlns:a16="http://schemas.microsoft.com/office/drawing/2014/main" id="{785A4134-866D-4143-AC1E-8A2FFDB49855}"/>
                </a:ext>
              </a:extLst>
            </p:cNvPr>
            <p:cNvCxnSpPr>
              <a:cxnSpLocks/>
            </p:cNvCxnSpPr>
            <p:nvPr userDrawn="1"/>
          </p:nvCxnSpPr>
          <p:spPr>
            <a:xfrm>
              <a:off x="-1228304" y="3290538"/>
              <a:ext cx="3927524"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1BBC5D9C-B8FB-455B-9398-36DB21F2765E}"/>
                </a:ext>
              </a:extLst>
            </p:cNvPr>
            <p:cNvSpPr/>
            <p:nvPr userDrawn="1"/>
          </p:nvSpPr>
          <p:spPr>
            <a:xfrm>
              <a:off x="2614378" y="3240138"/>
              <a:ext cx="100800" cy="100800"/>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a:p>
          </p:txBody>
        </p:sp>
      </p:grpSp>
      <p:sp>
        <p:nvSpPr>
          <p:cNvPr id="16" name="Substituent text 2">
            <a:extLst>
              <a:ext uri="{FF2B5EF4-FFF2-40B4-BE49-F238E27FC236}">
                <a16:creationId xmlns:a16="http://schemas.microsoft.com/office/drawing/2014/main" id="{BB522941-5C7D-4701-9AD7-BB4C11C6EBCE}"/>
              </a:ext>
            </a:extLst>
          </p:cNvPr>
          <p:cNvSpPr>
            <a:spLocks noGrp="1"/>
          </p:cNvSpPr>
          <p:nvPr>
            <p:ph type="body" idx="14" hasCustomPrompt="1"/>
          </p:nvPr>
        </p:nvSpPr>
        <p:spPr>
          <a:xfrm>
            <a:off x="5533023" y="4551485"/>
            <a:ext cx="5855702" cy="1208079"/>
          </a:xfrm>
        </p:spPr>
        <p:txBody>
          <a:bodyPr lIns="0" tIns="0" rIns="0" bIns="0" rtlCol="0">
            <a:normAutofit/>
          </a:bodyPr>
          <a:lstStyle>
            <a:lvl1pPr marL="0" indent="0">
              <a:lnSpc>
                <a:spcPct val="100000"/>
              </a:lnSpc>
              <a:spcBef>
                <a:spcPts val="600"/>
              </a:spcBef>
              <a:buClr>
                <a:schemeClr val="tx1"/>
              </a:buClr>
              <a:buFont typeface="Courier New" panose="02070309020205020404" pitchFamily="49" charset="0"/>
              <a:buNone/>
              <a:defRPr sz="1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Editați stilurile de text coordonator</a:t>
            </a:r>
          </a:p>
        </p:txBody>
      </p:sp>
      <p:sp>
        <p:nvSpPr>
          <p:cNvPr id="17" name="Oval 16">
            <a:extLst>
              <a:ext uri="{FF2B5EF4-FFF2-40B4-BE49-F238E27FC236}">
                <a16:creationId xmlns:a16="http://schemas.microsoft.com/office/drawing/2014/main" id="{72225750-E4CE-4A81-A0C3-4023030D637E}"/>
              </a:ext>
            </a:extLst>
          </p:cNvPr>
          <p:cNvSpPr/>
          <p:nvPr userDrawn="1"/>
        </p:nvSpPr>
        <p:spPr>
          <a:xfrm>
            <a:off x="809310" y="5879656"/>
            <a:ext cx="283464" cy="283464"/>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a:p>
        </p:txBody>
      </p:sp>
      <p:cxnSp>
        <p:nvCxnSpPr>
          <p:cNvPr id="18" name="Conector drept 17">
            <a:extLst>
              <a:ext uri="{FF2B5EF4-FFF2-40B4-BE49-F238E27FC236}">
                <a16:creationId xmlns:a16="http://schemas.microsoft.com/office/drawing/2014/main" id="{3819C324-07DF-49DB-A08C-0E6155CE3041}"/>
              </a:ext>
            </a:extLst>
          </p:cNvPr>
          <p:cNvCxnSpPr/>
          <p:nvPr userDrawn="1"/>
        </p:nvCxnSpPr>
        <p:spPr>
          <a:xfrm>
            <a:off x="11580000" y="6020920"/>
            <a:ext cx="612000"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75A34025-44F2-4A09-8629-F1794E9D35AF}"/>
              </a:ext>
            </a:extLst>
          </p:cNvPr>
          <p:cNvSpPr/>
          <p:nvPr userDrawn="1"/>
        </p:nvSpPr>
        <p:spPr>
          <a:xfrm>
            <a:off x="11466563" y="5966056"/>
            <a:ext cx="109728" cy="109728"/>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a:p>
        </p:txBody>
      </p:sp>
      <p:cxnSp>
        <p:nvCxnSpPr>
          <p:cNvPr id="20" name="Conector drept 19">
            <a:extLst>
              <a:ext uri="{FF2B5EF4-FFF2-40B4-BE49-F238E27FC236}">
                <a16:creationId xmlns:a16="http://schemas.microsoft.com/office/drawing/2014/main" id="{815854A2-EAE9-4B2A-84CF-5A4BD753863A}"/>
              </a:ext>
            </a:extLst>
          </p:cNvPr>
          <p:cNvCxnSpPr>
            <a:cxnSpLocks/>
          </p:cNvCxnSpPr>
          <p:nvPr userDrawn="1"/>
        </p:nvCxnSpPr>
        <p:spPr>
          <a:xfrm flipV="1">
            <a:off x="0" y="6020920"/>
            <a:ext cx="803275" cy="468"/>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ADC059E4-36DE-4100-8F15-85A9F37E84FE}"/>
              </a:ext>
            </a:extLst>
          </p:cNvPr>
          <p:cNvSpPr/>
          <p:nvPr userDrawn="1"/>
        </p:nvSpPr>
        <p:spPr>
          <a:xfrm>
            <a:off x="3616960" y="859665"/>
            <a:ext cx="2121408" cy="2121408"/>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a:p>
        </p:txBody>
      </p:sp>
      <p:sp>
        <p:nvSpPr>
          <p:cNvPr id="21" name="Oval 20">
            <a:extLst>
              <a:ext uri="{FF2B5EF4-FFF2-40B4-BE49-F238E27FC236}">
                <a16:creationId xmlns:a16="http://schemas.microsoft.com/office/drawing/2014/main" id="{34E475F8-9B44-4A3E-9F99-CF0346C89B8E}"/>
              </a:ext>
            </a:extLst>
          </p:cNvPr>
          <p:cNvSpPr/>
          <p:nvPr userDrawn="1"/>
        </p:nvSpPr>
        <p:spPr>
          <a:xfrm>
            <a:off x="5522965" y="836613"/>
            <a:ext cx="2816352" cy="2816352"/>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a:p>
        </p:txBody>
      </p:sp>
      <p:sp>
        <p:nvSpPr>
          <p:cNvPr id="22" name="Oval 21">
            <a:extLst>
              <a:ext uri="{FF2B5EF4-FFF2-40B4-BE49-F238E27FC236}">
                <a16:creationId xmlns:a16="http://schemas.microsoft.com/office/drawing/2014/main" id="{EF5FAF95-28E9-4D03-884C-A89CBC8B61DC}"/>
              </a:ext>
            </a:extLst>
          </p:cNvPr>
          <p:cNvSpPr/>
          <p:nvPr userDrawn="1"/>
        </p:nvSpPr>
        <p:spPr>
          <a:xfrm>
            <a:off x="8123915" y="859665"/>
            <a:ext cx="3273552" cy="3273552"/>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a:p>
        </p:txBody>
      </p:sp>
      <p:sp>
        <p:nvSpPr>
          <p:cNvPr id="27" name="Substituent text 15">
            <a:extLst>
              <a:ext uri="{FF2B5EF4-FFF2-40B4-BE49-F238E27FC236}">
                <a16:creationId xmlns:a16="http://schemas.microsoft.com/office/drawing/2014/main" id="{5F221D05-AC12-4B7C-A00B-E28F93E23D7A}"/>
              </a:ext>
            </a:extLst>
          </p:cNvPr>
          <p:cNvSpPr>
            <a:spLocks noGrp="1"/>
          </p:cNvSpPr>
          <p:nvPr>
            <p:ph type="body" sz="quarter" idx="26" hasCustomPrompt="1"/>
          </p:nvPr>
        </p:nvSpPr>
        <p:spPr>
          <a:xfrm>
            <a:off x="3851931" y="1382322"/>
            <a:ext cx="1681092" cy="978408"/>
          </a:xfrm>
          <a:prstGeom prst="rect">
            <a:avLst/>
          </a:prstGeom>
          <a:ln w="6350">
            <a:noFill/>
          </a:ln>
        </p:spPr>
        <p:txBody>
          <a:bodyPr lIns="0" tIns="0" rIns="0" bIns="0" rtlCol="0" anchor="ctr" anchorCtr="0">
            <a:noAutofit/>
          </a:bodyPr>
          <a:lstStyle>
            <a:lvl1pPr marL="0" indent="0" algn="ctr">
              <a:buNone/>
              <a:defRPr sz="7000" b="1">
                <a:ln w="6350">
                  <a:solidFill>
                    <a:schemeClr val="tx1"/>
                  </a:solidFill>
                </a:ln>
                <a:noFill/>
                <a:latin typeface="Tahoma" panose="020B0604030504040204" pitchFamily="34" charset="0"/>
              </a:defRPr>
            </a:lvl1pPr>
          </a:lstStyle>
          <a:p>
            <a:pPr lvl="0" rtl="0"/>
            <a:r>
              <a:rPr lang="ro-RO" noProof="0"/>
              <a:t>25 lei</a:t>
            </a:r>
          </a:p>
        </p:txBody>
      </p:sp>
      <p:sp>
        <p:nvSpPr>
          <p:cNvPr id="28" name="Substituent text 2">
            <a:extLst>
              <a:ext uri="{FF2B5EF4-FFF2-40B4-BE49-F238E27FC236}">
                <a16:creationId xmlns:a16="http://schemas.microsoft.com/office/drawing/2014/main" id="{A3904B01-A725-4CE3-9321-D42F3E296703}"/>
              </a:ext>
            </a:extLst>
          </p:cNvPr>
          <p:cNvSpPr>
            <a:spLocks noGrp="1"/>
          </p:cNvSpPr>
          <p:nvPr>
            <p:ph type="body" idx="29" hasCustomPrompt="1"/>
          </p:nvPr>
        </p:nvSpPr>
        <p:spPr>
          <a:xfrm>
            <a:off x="3927524" y="2363691"/>
            <a:ext cx="1519848" cy="617093"/>
          </a:xfrm>
        </p:spPr>
        <p:txBody>
          <a:bodyPr lIns="0" tIns="0" rIns="0" bIns="0" rtlCol="0" anchor="t" anchorCtr="0">
            <a:normAutofit/>
          </a:bodyPr>
          <a:lstStyle>
            <a:lvl1pPr marL="0" indent="0" algn="ctr">
              <a:spcBef>
                <a:spcPts val="600"/>
              </a:spcBef>
              <a:buClr>
                <a:schemeClr val="tx1"/>
              </a:buClr>
              <a:buFont typeface="Courier New" panose="02070309020205020404" pitchFamily="49" charset="0"/>
              <a:buNone/>
              <a:defRPr sz="2000" b="1">
                <a:solidFill>
                  <a:schemeClr val="bg2"/>
                </a:solidFill>
                <a:latin typeface="Tahoma" panose="020B060403050404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Secțiunea 1</a:t>
            </a:r>
            <a:br>
              <a:rPr lang="ro-RO" noProof="0"/>
            </a:br>
            <a:r>
              <a:rPr lang="ro-RO" noProof="0"/>
              <a:t>Titlu</a:t>
            </a:r>
          </a:p>
        </p:txBody>
      </p:sp>
      <p:sp>
        <p:nvSpPr>
          <p:cNvPr id="29" name="Substituent text 2">
            <a:extLst>
              <a:ext uri="{FF2B5EF4-FFF2-40B4-BE49-F238E27FC236}">
                <a16:creationId xmlns:a16="http://schemas.microsoft.com/office/drawing/2014/main" id="{D9CE08AF-782B-4514-BE33-D3AED71A7344}"/>
              </a:ext>
            </a:extLst>
          </p:cNvPr>
          <p:cNvSpPr>
            <a:spLocks noGrp="1"/>
          </p:cNvSpPr>
          <p:nvPr>
            <p:ph type="body" idx="30" hasCustomPrompt="1"/>
          </p:nvPr>
        </p:nvSpPr>
        <p:spPr>
          <a:xfrm>
            <a:off x="3806132" y="1185842"/>
            <a:ext cx="1519848" cy="250619"/>
          </a:xfrm>
        </p:spPr>
        <p:txBody>
          <a:bodyPr lIns="0" tIns="0" rIns="0" bIns="0" rtlCol="0" anchor="t" anchorCtr="0">
            <a:normAutofit/>
          </a:bodyPr>
          <a:lstStyle>
            <a:lvl1pPr marL="0" indent="0" algn="r">
              <a:spcBef>
                <a:spcPts val="600"/>
              </a:spcBef>
              <a:buClr>
                <a:schemeClr val="tx1"/>
              </a:buClr>
              <a:buFont typeface="Courier New" panose="02070309020205020404" pitchFamily="49" charset="0"/>
              <a:buNone/>
              <a:defRPr sz="1800" b="0">
                <a:solidFill>
                  <a:schemeClr val="tx1"/>
                </a:solidFill>
                <a:latin typeface="+mn-lt"/>
                <a:cs typeface="Segoe UI Light" panose="020B05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MILIARDE</a:t>
            </a:r>
          </a:p>
        </p:txBody>
      </p:sp>
      <p:sp>
        <p:nvSpPr>
          <p:cNvPr id="30" name="Substituent text 15">
            <a:extLst>
              <a:ext uri="{FF2B5EF4-FFF2-40B4-BE49-F238E27FC236}">
                <a16:creationId xmlns:a16="http://schemas.microsoft.com/office/drawing/2014/main" id="{614098B4-704D-42A8-B776-2C93C30C39DA}"/>
              </a:ext>
            </a:extLst>
          </p:cNvPr>
          <p:cNvSpPr>
            <a:spLocks noGrp="1"/>
          </p:cNvSpPr>
          <p:nvPr>
            <p:ph type="body" sz="quarter" idx="31" hasCustomPrompt="1"/>
          </p:nvPr>
        </p:nvSpPr>
        <p:spPr>
          <a:xfrm>
            <a:off x="6113495" y="1767897"/>
            <a:ext cx="1681092" cy="978408"/>
          </a:xfrm>
          <a:prstGeom prst="rect">
            <a:avLst/>
          </a:prstGeom>
          <a:ln w="6350">
            <a:noFill/>
          </a:ln>
        </p:spPr>
        <p:txBody>
          <a:bodyPr lIns="0" tIns="0" rIns="0" bIns="0" rtlCol="0" anchor="ctr" anchorCtr="0">
            <a:noAutofit/>
          </a:bodyPr>
          <a:lstStyle>
            <a:lvl1pPr marL="0" indent="0" algn="ctr">
              <a:buNone/>
              <a:defRPr sz="7000" b="1">
                <a:ln w="6350">
                  <a:solidFill>
                    <a:schemeClr val="tx1"/>
                  </a:solidFill>
                </a:ln>
                <a:noFill/>
                <a:latin typeface="Tahoma" panose="020B0604030504040204" pitchFamily="34" charset="0"/>
              </a:defRPr>
            </a:lvl1pPr>
          </a:lstStyle>
          <a:p>
            <a:pPr lvl="0" rtl="0"/>
            <a:r>
              <a:rPr lang="ro-RO" noProof="0"/>
              <a:t>50 lei</a:t>
            </a:r>
          </a:p>
        </p:txBody>
      </p:sp>
      <p:sp>
        <p:nvSpPr>
          <p:cNvPr id="31" name="Substituent text 2">
            <a:extLst>
              <a:ext uri="{FF2B5EF4-FFF2-40B4-BE49-F238E27FC236}">
                <a16:creationId xmlns:a16="http://schemas.microsoft.com/office/drawing/2014/main" id="{CE6465F4-0B4D-4B43-BE59-BC984FE8EF05}"/>
              </a:ext>
            </a:extLst>
          </p:cNvPr>
          <p:cNvSpPr>
            <a:spLocks noGrp="1"/>
          </p:cNvSpPr>
          <p:nvPr>
            <p:ph type="body" idx="32" hasCustomPrompt="1"/>
          </p:nvPr>
        </p:nvSpPr>
        <p:spPr>
          <a:xfrm>
            <a:off x="6189088" y="2753338"/>
            <a:ext cx="1519848" cy="617093"/>
          </a:xfrm>
        </p:spPr>
        <p:txBody>
          <a:bodyPr lIns="0" tIns="0" rIns="0" bIns="0" rtlCol="0" anchor="t" anchorCtr="0">
            <a:normAutofit/>
          </a:bodyPr>
          <a:lstStyle>
            <a:lvl1pPr marL="0" indent="0" algn="ctr">
              <a:spcBef>
                <a:spcPts val="600"/>
              </a:spcBef>
              <a:buClr>
                <a:schemeClr val="tx1"/>
              </a:buClr>
              <a:buFont typeface="Courier New" panose="02070309020205020404" pitchFamily="49" charset="0"/>
              <a:buNone/>
              <a:defRPr sz="2000" b="1">
                <a:solidFill>
                  <a:schemeClr val="bg2"/>
                </a:solidFill>
                <a:latin typeface="Tahoma" panose="020B060403050404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Secțiunea 1</a:t>
            </a:r>
            <a:br>
              <a:rPr lang="ro-RO" noProof="0"/>
            </a:br>
            <a:r>
              <a:rPr lang="ro-RO" noProof="0"/>
              <a:t>Titlu</a:t>
            </a:r>
          </a:p>
        </p:txBody>
      </p:sp>
      <p:sp>
        <p:nvSpPr>
          <p:cNvPr id="32" name="Substituent text 2">
            <a:extLst>
              <a:ext uri="{FF2B5EF4-FFF2-40B4-BE49-F238E27FC236}">
                <a16:creationId xmlns:a16="http://schemas.microsoft.com/office/drawing/2014/main" id="{4DBC997E-F996-4F59-A610-3C8558F180CA}"/>
              </a:ext>
            </a:extLst>
          </p:cNvPr>
          <p:cNvSpPr>
            <a:spLocks noGrp="1"/>
          </p:cNvSpPr>
          <p:nvPr>
            <p:ph type="body" idx="33" hasCustomPrompt="1"/>
          </p:nvPr>
        </p:nvSpPr>
        <p:spPr>
          <a:xfrm>
            <a:off x="6067696" y="1537655"/>
            <a:ext cx="1519848" cy="250619"/>
          </a:xfrm>
        </p:spPr>
        <p:txBody>
          <a:bodyPr lIns="0" tIns="0" rIns="0" bIns="0" rtlCol="0" anchor="t" anchorCtr="0">
            <a:normAutofit/>
          </a:bodyPr>
          <a:lstStyle>
            <a:lvl1pPr marL="0" indent="0" algn="r">
              <a:spcBef>
                <a:spcPts val="600"/>
              </a:spcBef>
              <a:buClr>
                <a:schemeClr val="tx1"/>
              </a:buClr>
              <a:buFont typeface="Courier New" panose="02070309020205020404" pitchFamily="49" charset="0"/>
              <a:buNone/>
              <a:defRPr sz="1800" b="0">
                <a:solidFill>
                  <a:schemeClr val="tx1"/>
                </a:solidFill>
                <a:latin typeface="+mn-lt"/>
                <a:cs typeface="Segoe UI Light" panose="020B05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MILIARDE</a:t>
            </a:r>
          </a:p>
        </p:txBody>
      </p:sp>
      <p:sp>
        <p:nvSpPr>
          <p:cNvPr id="33" name="Substituent text 15">
            <a:extLst>
              <a:ext uri="{FF2B5EF4-FFF2-40B4-BE49-F238E27FC236}">
                <a16:creationId xmlns:a16="http://schemas.microsoft.com/office/drawing/2014/main" id="{D2098E46-8023-469E-86ED-39848BCA69B9}"/>
              </a:ext>
            </a:extLst>
          </p:cNvPr>
          <p:cNvSpPr>
            <a:spLocks noGrp="1"/>
          </p:cNvSpPr>
          <p:nvPr>
            <p:ph type="body" sz="quarter" idx="34" hasCustomPrompt="1"/>
          </p:nvPr>
        </p:nvSpPr>
        <p:spPr>
          <a:xfrm>
            <a:off x="8714444" y="2049128"/>
            <a:ext cx="2010420" cy="978408"/>
          </a:xfrm>
          <a:prstGeom prst="rect">
            <a:avLst/>
          </a:prstGeom>
          <a:ln w="6350">
            <a:noFill/>
          </a:ln>
        </p:spPr>
        <p:txBody>
          <a:bodyPr lIns="0" tIns="0" rIns="0" bIns="0" rtlCol="0" anchor="ctr" anchorCtr="0">
            <a:noAutofit/>
          </a:bodyPr>
          <a:lstStyle>
            <a:lvl1pPr marL="0" indent="0" algn="ctr">
              <a:buNone/>
              <a:defRPr sz="7000" b="1">
                <a:ln w="6350">
                  <a:solidFill>
                    <a:schemeClr val="tx1"/>
                  </a:solidFill>
                </a:ln>
                <a:noFill/>
                <a:latin typeface="Tahoma" panose="020B0604030504040204" pitchFamily="34" charset="0"/>
              </a:defRPr>
            </a:lvl1pPr>
          </a:lstStyle>
          <a:p>
            <a:pPr lvl="0" rtl="0"/>
            <a:r>
              <a:rPr lang="ro-RO" noProof="0"/>
              <a:t>100 lei</a:t>
            </a:r>
          </a:p>
        </p:txBody>
      </p:sp>
      <p:sp>
        <p:nvSpPr>
          <p:cNvPr id="34" name="Substituent text 2">
            <a:extLst>
              <a:ext uri="{FF2B5EF4-FFF2-40B4-BE49-F238E27FC236}">
                <a16:creationId xmlns:a16="http://schemas.microsoft.com/office/drawing/2014/main" id="{93715D94-9DBE-476D-B2A4-208BC6D40C35}"/>
              </a:ext>
            </a:extLst>
          </p:cNvPr>
          <p:cNvSpPr>
            <a:spLocks noGrp="1"/>
          </p:cNvSpPr>
          <p:nvPr>
            <p:ph type="body" idx="35" hasCustomPrompt="1"/>
          </p:nvPr>
        </p:nvSpPr>
        <p:spPr>
          <a:xfrm>
            <a:off x="8981735" y="3034569"/>
            <a:ext cx="1519848" cy="617093"/>
          </a:xfrm>
        </p:spPr>
        <p:txBody>
          <a:bodyPr lIns="0" tIns="0" rIns="0" bIns="0" rtlCol="0" anchor="t" anchorCtr="0">
            <a:normAutofit/>
          </a:bodyPr>
          <a:lstStyle>
            <a:lvl1pPr marL="0" indent="0" algn="ctr">
              <a:spcBef>
                <a:spcPts val="600"/>
              </a:spcBef>
              <a:buClr>
                <a:schemeClr val="tx1"/>
              </a:buClr>
              <a:buFont typeface="Courier New" panose="02070309020205020404" pitchFamily="49" charset="0"/>
              <a:buNone/>
              <a:defRPr sz="2000" b="1">
                <a:solidFill>
                  <a:schemeClr val="bg2"/>
                </a:solidFill>
                <a:latin typeface="Tahoma" panose="020B060403050404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Secțiunea 1</a:t>
            </a:r>
            <a:br>
              <a:rPr lang="ro-RO" noProof="0"/>
            </a:br>
            <a:r>
              <a:rPr lang="ro-RO" noProof="0"/>
              <a:t>Titlu</a:t>
            </a:r>
          </a:p>
        </p:txBody>
      </p:sp>
      <p:sp>
        <p:nvSpPr>
          <p:cNvPr id="35" name="Substituent text 2">
            <a:extLst>
              <a:ext uri="{FF2B5EF4-FFF2-40B4-BE49-F238E27FC236}">
                <a16:creationId xmlns:a16="http://schemas.microsoft.com/office/drawing/2014/main" id="{C6E1A50B-8AFF-497B-8AEC-C61D95DC0685}"/>
              </a:ext>
            </a:extLst>
          </p:cNvPr>
          <p:cNvSpPr>
            <a:spLocks noGrp="1"/>
          </p:cNvSpPr>
          <p:nvPr>
            <p:ph type="body" idx="36" hasCustomPrompt="1"/>
          </p:nvPr>
        </p:nvSpPr>
        <p:spPr>
          <a:xfrm>
            <a:off x="9089050" y="1818886"/>
            <a:ext cx="1519848" cy="250619"/>
          </a:xfrm>
        </p:spPr>
        <p:txBody>
          <a:bodyPr lIns="0" tIns="0" rIns="0" bIns="0" rtlCol="0" anchor="t" anchorCtr="0">
            <a:normAutofit/>
          </a:bodyPr>
          <a:lstStyle>
            <a:lvl1pPr marL="0" indent="0" algn="r">
              <a:spcBef>
                <a:spcPts val="600"/>
              </a:spcBef>
              <a:buClr>
                <a:schemeClr val="tx1"/>
              </a:buClr>
              <a:buFont typeface="Courier New" panose="02070309020205020404" pitchFamily="49" charset="0"/>
              <a:buNone/>
              <a:defRPr sz="1800" b="0">
                <a:solidFill>
                  <a:schemeClr val="tx1"/>
                </a:solidFill>
                <a:latin typeface="+mn-lt"/>
                <a:cs typeface="Segoe UI Light" panose="020B05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MILIARDE</a:t>
            </a:r>
          </a:p>
        </p:txBody>
      </p:sp>
    </p:spTree>
    <p:extLst>
      <p:ext uri="{BB962C8B-B14F-4D97-AF65-F5344CB8AC3E}">
        <p14:creationId xmlns:p14="http://schemas.microsoft.com/office/powerpoint/2010/main" val="39429258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ouă conținuturi cu subtitrare">
    <p:spTree>
      <p:nvGrpSpPr>
        <p:cNvPr id="1" name=""/>
        <p:cNvGrpSpPr/>
        <p:nvPr/>
      </p:nvGrpSpPr>
      <p:grpSpPr>
        <a:xfrm>
          <a:off x="0" y="0"/>
          <a:ext cx="0" cy="0"/>
          <a:chOff x="0" y="0"/>
          <a:chExt cx="0" cy="0"/>
        </a:xfrm>
      </p:grpSpPr>
      <p:sp>
        <p:nvSpPr>
          <p:cNvPr id="15" name="Dreptunghi 14">
            <a:extLst>
              <a:ext uri="{FF2B5EF4-FFF2-40B4-BE49-F238E27FC236}">
                <a16:creationId xmlns:a16="http://schemas.microsoft.com/office/drawing/2014/main" id="{E8E3FDB8-6D5C-48FE-99EA-7EC60F4D8191}"/>
              </a:ext>
            </a:extLst>
          </p:cNvPr>
          <p:cNvSpPr/>
          <p:nvPr userDrawn="1"/>
        </p:nvSpPr>
        <p:spPr>
          <a:xfrm>
            <a:off x="0" y="0"/>
            <a:ext cx="12192000" cy="6858000"/>
          </a:xfrm>
          <a:prstGeom prst="rect">
            <a:avLst/>
          </a:prstGeom>
          <a:gradFill flip="none" rotWithShape="1">
            <a:gsLst>
              <a:gs pos="0">
                <a:schemeClr val="accent2"/>
              </a:gs>
              <a:gs pos="34000">
                <a:srgbClr val="0F1722"/>
              </a:gs>
              <a:gs pos="69000">
                <a:srgbClr val="0F1722"/>
              </a:gs>
              <a:gs pos="100000">
                <a:schemeClr val="accent5"/>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rtl="0"/>
            <a:endParaRPr lang="ro-RO" noProof="0"/>
          </a:p>
        </p:txBody>
      </p:sp>
      <p:sp>
        <p:nvSpPr>
          <p:cNvPr id="5" name="Substituent dată 4">
            <a:extLst>
              <a:ext uri="{FF2B5EF4-FFF2-40B4-BE49-F238E27FC236}">
                <a16:creationId xmlns:a16="http://schemas.microsoft.com/office/drawing/2014/main" id="{2D9775F3-A041-479A-8038-652B7D9C72E9}"/>
              </a:ext>
            </a:extLst>
          </p:cNvPr>
          <p:cNvSpPr>
            <a:spLocks noGrp="1"/>
          </p:cNvSpPr>
          <p:nvPr>
            <p:ph type="dt" sz="half" idx="10"/>
          </p:nvPr>
        </p:nvSpPr>
        <p:spPr/>
        <p:txBody>
          <a:bodyPr rtlCol="0"/>
          <a:lstStyle/>
          <a:p>
            <a:pPr rtl="0"/>
            <a:r>
              <a:rPr lang="ro-RO" noProof="0"/>
              <a:t>DD.MM.20XX</a:t>
            </a:r>
          </a:p>
        </p:txBody>
      </p:sp>
      <p:sp>
        <p:nvSpPr>
          <p:cNvPr id="6" name="Substituent subsol 5">
            <a:extLst>
              <a:ext uri="{FF2B5EF4-FFF2-40B4-BE49-F238E27FC236}">
                <a16:creationId xmlns:a16="http://schemas.microsoft.com/office/drawing/2014/main" id="{29BEDD04-BE4E-4B91-B13E-0C4FB3E1658F}"/>
              </a:ext>
            </a:extLst>
          </p:cNvPr>
          <p:cNvSpPr>
            <a:spLocks noGrp="1"/>
          </p:cNvSpPr>
          <p:nvPr>
            <p:ph type="ftr" sz="quarter" idx="11"/>
          </p:nvPr>
        </p:nvSpPr>
        <p:spPr/>
        <p:txBody>
          <a:bodyPr rtlCol="0"/>
          <a:lstStyle/>
          <a:p>
            <a:pPr rtl="0"/>
            <a:r>
              <a:rPr lang="ro-RO" noProof="0"/>
              <a:t>ADĂUGAREA UNUI SUBSOL</a:t>
            </a:r>
          </a:p>
        </p:txBody>
      </p:sp>
      <p:sp>
        <p:nvSpPr>
          <p:cNvPr id="7" name="Substituent număr diapozitiv 6">
            <a:extLst>
              <a:ext uri="{FF2B5EF4-FFF2-40B4-BE49-F238E27FC236}">
                <a16:creationId xmlns:a16="http://schemas.microsoft.com/office/drawing/2014/main" id="{306DF5D8-12DC-494E-B0F1-2E9C86A14544}"/>
              </a:ext>
            </a:extLst>
          </p:cNvPr>
          <p:cNvSpPr>
            <a:spLocks noGrp="1"/>
          </p:cNvSpPr>
          <p:nvPr>
            <p:ph type="sldNum" sz="quarter" idx="12"/>
          </p:nvPr>
        </p:nvSpPr>
        <p:spPr/>
        <p:txBody>
          <a:bodyPr rtlCol="0"/>
          <a:lstStyle/>
          <a:p>
            <a:pPr rtl="0"/>
            <a:fld id="{8D581BC7-E183-40DB-AC97-C19EA4EB8894}" type="slidenum">
              <a:rPr lang="ro-RO" noProof="0" smtClean="0"/>
              <a:t>‹#›</a:t>
            </a:fld>
            <a:endParaRPr lang="ro-RO" noProof="0"/>
          </a:p>
        </p:txBody>
      </p:sp>
      <p:sp>
        <p:nvSpPr>
          <p:cNvPr id="8" name="Titlu 1">
            <a:extLst>
              <a:ext uri="{FF2B5EF4-FFF2-40B4-BE49-F238E27FC236}">
                <a16:creationId xmlns:a16="http://schemas.microsoft.com/office/drawing/2014/main" id="{ABF87C9E-53A2-4DE1-89DC-3907BE2E3D3C}"/>
              </a:ext>
            </a:extLst>
          </p:cNvPr>
          <p:cNvSpPr>
            <a:spLocks noGrp="1"/>
          </p:cNvSpPr>
          <p:nvPr>
            <p:ph type="title" hasCustomPrompt="1"/>
          </p:nvPr>
        </p:nvSpPr>
        <p:spPr>
          <a:xfrm>
            <a:off x="6096000" y="707529"/>
            <a:ext cx="5314072" cy="569086"/>
          </a:xfrm>
        </p:spPr>
        <p:txBody>
          <a:bodyPr lIns="0" tIns="0" rIns="0" bIns="0" rtlCol="0" anchor="b">
            <a:normAutofit/>
          </a:bodyPr>
          <a:lstStyle>
            <a:lvl1pPr algn="l">
              <a:defRPr sz="3600"/>
            </a:lvl1pPr>
          </a:lstStyle>
          <a:p>
            <a:pPr rtl="0"/>
            <a:r>
              <a:rPr lang="ro-RO" noProof="0"/>
              <a:t>FACEȚI CLIC PENTRU A EDITA TITLUL</a:t>
            </a:r>
          </a:p>
        </p:txBody>
      </p:sp>
      <p:sp>
        <p:nvSpPr>
          <p:cNvPr id="9" name="Substituent text 2">
            <a:extLst>
              <a:ext uri="{FF2B5EF4-FFF2-40B4-BE49-F238E27FC236}">
                <a16:creationId xmlns:a16="http://schemas.microsoft.com/office/drawing/2014/main" id="{EB453F8F-AA02-4E0D-93BF-8CF4F1490377}"/>
              </a:ext>
            </a:extLst>
          </p:cNvPr>
          <p:cNvSpPr>
            <a:spLocks noGrp="1"/>
          </p:cNvSpPr>
          <p:nvPr>
            <p:ph type="body" idx="1" hasCustomPrompt="1"/>
          </p:nvPr>
        </p:nvSpPr>
        <p:spPr>
          <a:xfrm>
            <a:off x="6096000" y="1625821"/>
            <a:ext cx="5292725" cy="978407"/>
          </a:xfrm>
        </p:spPr>
        <p:txBody>
          <a:bodyPr lIns="0" tIns="0" rIns="0" bIns="0" rtlCol="0">
            <a:normAutofit/>
          </a:bodyPr>
          <a:lstStyle>
            <a:lvl1pPr marL="0" indent="0" algn="l">
              <a:lnSpc>
                <a:spcPct val="100000"/>
              </a:lnSpc>
              <a:buNone/>
              <a:defRPr sz="1800" b="1">
                <a:solidFill>
                  <a:schemeClr val="tx1"/>
                </a:solidFill>
                <a:latin typeface="+mn-lt"/>
                <a:cs typeface="Segoe UI Semibold" panose="020B07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EDITAȚI STILURILE DE TEXT COORDONATOR</a:t>
            </a:r>
          </a:p>
        </p:txBody>
      </p:sp>
      <p:sp>
        <p:nvSpPr>
          <p:cNvPr id="10" name="Substituent imagine 10">
            <a:extLst>
              <a:ext uri="{FF2B5EF4-FFF2-40B4-BE49-F238E27FC236}">
                <a16:creationId xmlns:a16="http://schemas.microsoft.com/office/drawing/2014/main" id="{A541F291-2E4B-474E-9ED0-55C97A2A066D}"/>
              </a:ext>
            </a:extLst>
          </p:cNvPr>
          <p:cNvSpPr>
            <a:spLocks noGrp="1"/>
          </p:cNvSpPr>
          <p:nvPr>
            <p:ph type="pic" sz="quarter" idx="13"/>
          </p:nvPr>
        </p:nvSpPr>
        <p:spPr>
          <a:xfrm>
            <a:off x="831850" y="859665"/>
            <a:ext cx="1078992" cy="548640"/>
          </a:xfrm>
        </p:spPr>
        <p:txBody>
          <a:bodyPr rtlCol="0" anchor="ctr" anchorCtr="0">
            <a:normAutofit/>
          </a:bodyPr>
          <a:lstStyle>
            <a:lvl1pPr marL="0" indent="0" algn="ctr">
              <a:buNone/>
              <a:defRPr sz="1200"/>
            </a:lvl1pPr>
          </a:lstStyle>
          <a:p>
            <a:pPr rtl="0"/>
            <a:r>
              <a:rPr lang="ro-RO" noProof="0"/>
              <a:t>Faceți clic pe pictogramă pentru a adăuga o imagine</a:t>
            </a:r>
          </a:p>
        </p:txBody>
      </p:sp>
      <p:grpSp>
        <p:nvGrpSpPr>
          <p:cNvPr id="11" name="Grup 10">
            <a:extLst>
              <a:ext uri="{FF2B5EF4-FFF2-40B4-BE49-F238E27FC236}">
                <a16:creationId xmlns:a16="http://schemas.microsoft.com/office/drawing/2014/main" id="{59E4D57E-4989-4939-A31F-637543FAB606}"/>
              </a:ext>
            </a:extLst>
          </p:cNvPr>
          <p:cNvGrpSpPr/>
          <p:nvPr userDrawn="1"/>
        </p:nvGrpSpPr>
        <p:grpSpPr>
          <a:xfrm flipH="1">
            <a:off x="6096000" y="1383372"/>
            <a:ext cx="6096000" cy="100800"/>
            <a:chOff x="646015" y="3248308"/>
            <a:chExt cx="3107749" cy="100800"/>
          </a:xfrm>
        </p:grpSpPr>
        <p:cxnSp>
          <p:nvCxnSpPr>
            <p:cNvPr id="12" name="Conector drept 11">
              <a:extLst>
                <a:ext uri="{FF2B5EF4-FFF2-40B4-BE49-F238E27FC236}">
                  <a16:creationId xmlns:a16="http://schemas.microsoft.com/office/drawing/2014/main" id="{370B72A7-B625-48B8-88E6-BCE2A4DD531E}"/>
                </a:ext>
              </a:extLst>
            </p:cNvPr>
            <p:cNvCxnSpPr>
              <a:cxnSpLocks/>
            </p:cNvCxnSpPr>
            <p:nvPr userDrawn="1"/>
          </p:nvCxnSpPr>
          <p:spPr>
            <a:xfrm>
              <a:off x="646015" y="3290538"/>
              <a:ext cx="3107749"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01ED729F-F8A5-4244-9776-4935C260F11F}"/>
                </a:ext>
              </a:extLst>
            </p:cNvPr>
            <p:cNvSpPr/>
            <p:nvPr userDrawn="1"/>
          </p:nvSpPr>
          <p:spPr>
            <a:xfrm>
              <a:off x="3702376" y="3248308"/>
              <a:ext cx="51388" cy="100800"/>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a:p>
          </p:txBody>
        </p:sp>
      </p:grpSp>
      <p:cxnSp>
        <p:nvCxnSpPr>
          <p:cNvPr id="17" name="Conector drept 16">
            <a:extLst>
              <a:ext uri="{FF2B5EF4-FFF2-40B4-BE49-F238E27FC236}">
                <a16:creationId xmlns:a16="http://schemas.microsoft.com/office/drawing/2014/main" id="{6150998C-CF95-4C6F-8962-8EB2DB30177D}"/>
              </a:ext>
            </a:extLst>
          </p:cNvPr>
          <p:cNvCxnSpPr/>
          <p:nvPr userDrawn="1"/>
        </p:nvCxnSpPr>
        <p:spPr>
          <a:xfrm>
            <a:off x="11580000" y="6020920"/>
            <a:ext cx="612000"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F86A2ACD-8CF5-48A3-A678-E213A809B332}"/>
              </a:ext>
            </a:extLst>
          </p:cNvPr>
          <p:cNvSpPr/>
          <p:nvPr userDrawn="1"/>
        </p:nvSpPr>
        <p:spPr>
          <a:xfrm>
            <a:off x="11466563" y="5966056"/>
            <a:ext cx="109728" cy="109728"/>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a:p>
        </p:txBody>
      </p:sp>
      <p:cxnSp>
        <p:nvCxnSpPr>
          <p:cNvPr id="19" name="Conector drept 18">
            <a:extLst>
              <a:ext uri="{FF2B5EF4-FFF2-40B4-BE49-F238E27FC236}">
                <a16:creationId xmlns:a16="http://schemas.microsoft.com/office/drawing/2014/main" id="{F00811BB-0E37-4D70-84A5-97B3FBEDCBE6}"/>
              </a:ext>
            </a:extLst>
          </p:cNvPr>
          <p:cNvCxnSpPr>
            <a:cxnSpLocks/>
          </p:cNvCxnSpPr>
          <p:nvPr userDrawn="1"/>
        </p:nvCxnSpPr>
        <p:spPr>
          <a:xfrm flipV="1">
            <a:off x="0" y="6020920"/>
            <a:ext cx="803275" cy="468"/>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D03B3046-0457-4D23-8E0C-64E3FCD620BB}"/>
              </a:ext>
            </a:extLst>
          </p:cNvPr>
          <p:cNvSpPr/>
          <p:nvPr userDrawn="1"/>
        </p:nvSpPr>
        <p:spPr>
          <a:xfrm>
            <a:off x="809310" y="5879656"/>
            <a:ext cx="283464" cy="283464"/>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a:p>
        </p:txBody>
      </p:sp>
      <p:sp>
        <p:nvSpPr>
          <p:cNvPr id="34" name="Substituent text 2">
            <a:extLst>
              <a:ext uri="{FF2B5EF4-FFF2-40B4-BE49-F238E27FC236}">
                <a16:creationId xmlns:a16="http://schemas.microsoft.com/office/drawing/2014/main" id="{B17B484C-F876-40B2-89DE-FC7A9E54C835}"/>
              </a:ext>
            </a:extLst>
          </p:cNvPr>
          <p:cNvSpPr>
            <a:spLocks noGrp="1"/>
          </p:cNvSpPr>
          <p:nvPr>
            <p:ph type="body" idx="27" hasCustomPrompt="1"/>
          </p:nvPr>
        </p:nvSpPr>
        <p:spPr>
          <a:xfrm>
            <a:off x="831851" y="3335524"/>
            <a:ext cx="4817836" cy="2248846"/>
          </a:xfrm>
        </p:spPr>
        <p:txBody>
          <a:bodyPr lIns="0" tIns="0" rIns="0" bIns="0" rtlCol="0">
            <a:normAutofit/>
          </a:bodyPr>
          <a:lstStyle>
            <a:lvl1pPr marL="216000" indent="-216000">
              <a:lnSpc>
                <a:spcPct val="100000"/>
              </a:lnSpc>
              <a:spcBef>
                <a:spcPts val="600"/>
              </a:spcBef>
              <a:buClr>
                <a:schemeClr val="tx1"/>
              </a:buClr>
              <a:buFont typeface="Courier New" panose="02070309020205020404" pitchFamily="49" charset="0"/>
              <a:buChar char="o"/>
              <a:defRPr sz="1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Editați stilurile de text coordonator</a:t>
            </a:r>
          </a:p>
        </p:txBody>
      </p:sp>
      <p:sp>
        <p:nvSpPr>
          <p:cNvPr id="36" name="Substituent text 2">
            <a:extLst>
              <a:ext uri="{FF2B5EF4-FFF2-40B4-BE49-F238E27FC236}">
                <a16:creationId xmlns:a16="http://schemas.microsoft.com/office/drawing/2014/main" id="{99E02476-A734-4A74-BC42-F104B37C8C19}"/>
              </a:ext>
            </a:extLst>
          </p:cNvPr>
          <p:cNvSpPr>
            <a:spLocks noGrp="1"/>
          </p:cNvSpPr>
          <p:nvPr>
            <p:ph type="body" idx="29" hasCustomPrompt="1"/>
          </p:nvPr>
        </p:nvSpPr>
        <p:spPr>
          <a:xfrm>
            <a:off x="831850" y="2905291"/>
            <a:ext cx="2915732" cy="360000"/>
          </a:xfrm>
        </p:spPr>
        <p:txBody>
          <a:bodyPr lIns="0" tIns="0" rIns="0" bIns="0" rtlCol="0" anchor="b" anchorCtr="0">
            <a:normAutofit/>
          </a:bodyPr>
          <a:lstStyle>
            <a:lvl1pPr marL="0" indent="0">
              <a:spcBef>
                <a:spcPts val="600"/>
              </a:spcBef>
              <a:buClr>
                <a:schemeClr val="tx1"/>
              </a:buClr>
              <a:buFont typeface="Courier New" panose="02070309020205020404" pitchFamily="49" charset="0"/>
              <a:buNone/>
              <a:defRPr sz="2000" b="1">
                <a:solidFill>
                  <a:schemeClr val="bg2"/>
                </a:solidFill>
                <a:latin typeface="Tahoma" panose="020B060403050404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Editați stilurile de text coordonator</a:t>
            </a:r>
          </a:p>
        </p:txBody>
      </p:sp>
      <p:sp>
        <p:nvSpPr>
          <p:cNvPr id="23" name="Substituent text 2">
            <a:extLst>
              <a:ext uri="{FF2B5EF4-FFF2-40B4-BE49-F238E27FC236}">
                <a16:creationId xmlns:a16="http://schemas.microsoft.com/office/drawing/2014/main" id="{ABD2EF23-562D-4049-92E3-48371C9E83A4}"/>
              </a:ext>
            </a:extLst>
          </p:cNvPr>
          <p:cNvSpPr>
            <a:spLocks noGrp="1"/>
          </p:cNvSpPr>
          <p:nvPr>
            <p:ph type="body" idx="30" hasCustomPrompt="1"/>
          </p:nvPr>
        </p:nvSpPr>
        <p:spPr>
          <a:xfrm>
            <a:off x="6098826" y="3335524"/>
            <a:ext cx="5311245" cy="2248846"/>
          </a:xfrm>
        </p:spPr>
        <p:txBody>
          <a:bodyPr lIns="0" tIns="0" rIns="0" bIns="0" rtlCol="0">
            <a:normAutofit/>
          </a:bodyPr>
          <a:lstStyle>
            <a:lvl1pPr marL="216000" indent="-216000">
              <a:lnSpc>
                <a:spcPct val="100000"/>
              </a:lnSpc>
              <a:spcBef>
                <a:spcPts val="600"/>
              </a:spcBef>
              <a:buClr>
                <a:schemeClr val="tx1"/>
              </a:buClr>
              <a:buFont typeface="Courier New" panose="02070309020205020404" pitchFamily="49" charset="0"/>
              <a:buChar char="o"/>
              <a:defRPr sz="1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Editați stilurile de text coordonator</a:t>
            </a:r>
          </a:p>
        </p:txBody>
      </p:sp>
      <p:sp>
        <p:nvSpPr>
          <p:cNvPr id="24" name="Substituent text 2">
            <a:extLst>
              <a:ext uri="{FF2B5EF4-FFF2-40B4-BE49-F238E27FC236}">
                <a16:creationId xmlns:a16="http://schemas.microsoft.com/office/drawing/2014/main" id="{FB2A0B34-417C-46AC-95C0-9B2A2FCC8BFC}"/>
              </a:ext>
            </a:extLst>
          </p:cNvPr>
          <p:cNvSpPr>
            <a:spLocks noGrp="1"/>
          </p:cNvSpPr>
          <p:nvPr>
            <p:ph type="body" idx="31" hasCustomPrompt="1"/>
          </p:nvPr>
        </p:nvSpPr>
        <p:spPr>
          <a:xfrm>
            <a:off x="6098826" y="2905291"/>
            <a:ext cx="2915732" cy="360000"/>
          </a:xfrm>
        </p:spPr>
        <p:txBody>
          <a:bodyPr lIns="0" tIns="0" rIns="0" bIns="0" rtlCol="0" anchor="b" anchorCtr="0">
            <a:normAutofit/>
          </a:bodyPr>
          <a:lstStyle>
            <a:lvl1pPr marL="0" indent="0">
              <a:spcBef>
                <a:spcPts val="600"/>
              </a:spcBef>
              <a:buClr>
                <a:schemeClr val="tx1"/>
              </a:buClr>
              <a:buFont typeface="Courier New" panose="02070309020205020404" pitchFamily="49" charset="0"/>
              <a:buNone/>
              <a:defRPr sz="2000" b="1">
                <a:solidFill>
                  <a:schemeClr val="bg2"/>
                </a:solidFill>
                <a:latin typeface="Tahoma" panose="020B060403050404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Editați stilurile de text coordonator</a:t>
            </a:r>
          </a:p>
        </p:txBody>
      </p:sp>
    </p:spTree>
    <p:extLst>
      <p:ext uri="{BB962C8B-B14F-4D97-AF65-F5344CB8AC3E}">
        <p14:creationId xmlns:p14="http://schemas.microsoft.com/office/powerpoint/2010/main" val="77808666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spect diagramă">
    <p:spTree>
      <p:nvGrpSpPr>
        <p:cNvPr id="1" name=""/>
        <p:cNvGrpSpPr/>
        <p:nvPr/>
      </p:nvGrpSpPr>
      <p:grpSpPr>
        <a:xfrm>
          <a:off x="0" y="0"/>
          <a:ext cx="0" cy="0"/>
          <a:chOff x="0" y="0"/>
          <a:chExt cx="0" cy="0"/>
        </a:xfrm>
      </p:grpSpPr>
      <p:sp>
        <p:nvSpPr>
          <p:cNvPr id="15" name="Dreptunghi 14">
            <a:extLst>
              <a:ext uri="{FF2B5EF4-FFF2-40B4-BE49-F238E27FC236}">
                <a16:creationId xmlns:a16="http://schemas.microsoft.com/office/drawing/2014/main" id="{E8E3FDB8-6D5C-48FE-99EA-7EC60F4D8191}"/>
              </a:ext>
            </a:extLst>
          </p:cNvPr>
          <p:cNvSpPr/>
          <p:nvPr userDrawn="1"/>
        </p:nvSpPr>
        <p:spPr>
          <a:xfrm>
            <a:off x="0" y="0"/>
            <a:ext cx="12192000" cy="6858000"/>
          </a:xfrm>
          <a:prstGeom prst="rect">
            <a:avLst/>
          </a:prstGeom>
          <a:gradFill flip="none" rotWithShape="1">
            <a:gsLst>
              <a:gs pos="0">
                <a:schemeClr val="accent2"/>
              </a:gs>
              <a:gs pos="34000">
                <a:srgbClr val="0F1722"/>
              </a:gs>
              <a:gs pos="69000">
                <a:srgbClr val="0F1722"/>
              </a:gs>
              <a:gs pos="100000">
                <a:schemeClr val="accent5"/>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rtl="0"/>
            <a:endParaRPr lang="ro-RO" noProof="0"/>
          </a:p>
        </p:txBody>
      </p:sp>
      <p:sp>
        <p:nvSpPr>
          <p:cNvPr id="5" name="Substituent dată 4">
            <a:extLst>
              <a:ext uri="{FF2B5EF4-FFF2-40B4-BE49-F238E27FC236}">
                <a16:creationId xmlns:a16="http://schemas.microsoft.com/office/drawing/2014/main" id="{2D9775F3-A041-479A-8038-652B7D9C72E9}"/>
              </a:ext>
            </a:extLst>
          </p:cNvPr>
          <p:cNvSpPr>
            <a:spLocks noGrp="1"/>
          </p:cNvSpPr>
          <p:nvPr>
            <p:ph type="dt" sz="half" idx="10"/>
          </p:nvPr>
        </p:nvSpPr>
        <p:spPr/>
        <p:txBody>
          <a:bodyPr rtlCol="0"/>
          <a:lstStyle/>
          <a:p>
            <a:pPr rtl="0"/>
            <a:r>
              <a:rPr lang="ro-RO" noProof="0"/>
              <a:t>DD.MM.20XX</a:t>
            </a:r>
          </a:p>
        </p:txBody>
      </p:sp>
      <p:sp>
        <p:nvSpPr>
          <p:cNvPr id="6" name="Substituent subsol 5">
            <a:extLst>
              <a:ext uri="{FF2B5EF4-FFF2-40B4-BE49-F238E27FC236}">
                <a16:creationId xmlns:a16="http://schemas.microsoft.com/office/drawing/2014/main" id="{29BEDD04-BE4E-4B91-B13E-0C4FB3E1658F}"/>
              </a:ext>
            </a:extLst>
          </p:cNvPr>
          <p:cNvSpPr>
            <a:spLocks noGrp="1"/>
          </p:cNvSpPr>
          <p:nvPr>
            <p:ph type="ftr" sz="quarter" idx="11"/>
          </p:nvPr>
        </p:nvSpPr>
        <p:spPr/>
        <p:txBody>
          <a:bodyPr rtlCol="0"/>
          <a:lstStyle/>
          <a:p>
            <a:pPr rtl="0"/>
            <a:r>
              <a:rPr lang="ro-RO" noProof="0"/>
              <a:t>ADĂUGAREA UNUI SUBSOL</a:t>
            </a:r>
          </a:p>
        </p:txBody>
      </p:sp>
      <p:sp>
        <p:nvSpPr>
          <p:cNvPr id="7" name="Substituent număr diapozitiv 6">
            <a:extLst>
              <a:ext uri="{FF2B5EF4-FFF2-40B4-BE49-F238E27FC236}">
                <a16:creationId xmlns:a16="http://schemas.microsoft.com/office/drawing/2014/main" id="{306DF5D8-12DC-494E-B0F1-2E9C86A14544}"/>
              </a:ext>
            </a:extLst>
          </p:cNvPr>
          <p:cNvSpPr>
            <a:spLocks noGrp="1"/>
          </p:cNvSpPr>
          <p:nvPr>
            <p:ph type="sldNum" sz="quarter" idx="12"/>
          </p:nvPr>
        </p:nvSpPr>
        <p:spPr/>
        <p:txBody>
          <a:bodyPr rtlCol="0"/>
          <a:lstStyle/>
          <a:p>
            <a:pPr rtl="0"/>
            <a:fld id="{8D581BC7-E183-40DB-AC97-C19EA4EB8894}" type="slidenum">
              <a:rPr lang="ro-RO" noProof="0" smtClean="0"/>
              <a:t>‹#›</a:t>
            </a:fld>
            <a:endParaRPr lang="ro-RO" noProof="0"/>
          </a:p>
        </p:txBody>
      </p:sp>
      <p:sp>
        <p:nvSpPr>
          <p:cNvPr id="8" name="Titlu 1">
            <a:extLst>
              <a:ext uri="{FF2B5EF4-FFF2-40B4-BE49-F238E27FC236}">
                <a16:creationId xmlns:a16="http://schemas.microsoft.com/office/drawing/2014/main" id="{ABF87C9E-53A2-4DE1-89DC-3907BE2E3D3C}"/>
              </a:ext>
            </a:extLst>
          </p:cNvPr>
          <p:cNvSpPr>
            <a:spLocks noGrp="1"/>
          </p:cNvSpPr>
          <p:nvPr>
            <p:ph type="title" hasCustomPrompt="1"/>
          </p:nvPr>
        </p:nvSpPr>
        <p:spPr>
          <a:xfrm>
            <a:off x="806105" y="707529"/>
            <a:ext cx="3704150" cy="569086"/>
          </a:xfrm>
        </p:spPr>
        <p:txBody>
          <a:bodyPr lIns="0" tIns="0" rIns="0" bIns="0" rtlCol="0" anchor="b">
            <a:normAutofit/>
          </a:bodyPr>
          <a:lstStyle>
            <a:lvl1pPr algn="l">
              <a:defRPr sz="3600"/>
            </a:lvl1pPr>
          </a:lstStyle>
          <a:p>
            <a:pPr rtl="0"/>
            <a:r>
              <a:rPr lang="ro-RO" noProof="0"/>
              <a:t>FACEȚI CLIC PENTRU A EDITA</a:t>
            </a:r>
          </a:p>
        </p:txBody>
      </p:sp>
      <p:grpSp>
        <p:nvGrpSpPr>
          <p:cNvPr id="11" name="Grup 10">
            <a:extLst>
              <a:ext uri="{FF2B5EF4-FFF2-40B4-BE49-F238E27FC236}">
                <a16:creationId xmlns:a16="http://schemas.microsoft.com/office/drawing/2014/main" id="{59E4D57E-4989-4939-A31F-637543FAB606}"/>
              </a:ext>
            </a:extLst>
          </p:cNvPr>
          <p:cNvGrpSpPr/>
          <p:nvPr userDrawn="1"/>
        </p:nvGrpSpPr>
        <p:grpSpPr>
          <a:xfrm>
            <a:off x="-6" y="1375202"/>
            <a:ext cx="3590826" cy="100800"/>
            <a:chOff x="646012" y="3240138"/>
            <a:chExt cx="1830609" cy="100800"/>
          </a:xfrm>
        </p:grpSpPr>
        <p:cxnSp>
          <p:nvCxnSpPr>
            <p:cNvPr id="12" name="Conector drept 11">
              <a:extLst>
                <a:ext uri="{FF2B5EF4-FFF2-40B4-BE49-F238E27FC236}">
                  <a16:creationId xmlns:a16="http://schemas.microsoft.com/office/drawing/2014/main" id="{370B72A7-B625-48B8-88E6-BCE2A4DD531E}"/>
                </a:ext>
              </a:extLst>
            </p:cNvPr>
            <p:cNvCxnSpPr>
              <a:cxnSpLocks/>
            </p:cNvCxnSpPr>
            <p:nvPr userDrawn="1"/>
          </p:nvCxnSpPr>
          <p:spPr>
            <a:xfrm>
              <a:off x="646012" y="3290538"/>
              <a:ext cx="1800358"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01ED729F-F8A5-4244-9776-4935C260F11F}"/>
                </a:ext>
              </a:extLst>
            </p:cNvPr>
            <p:cNvSpPr/>
            <p:nvPr userDrawn="1"/>
          </p:nvSpPr>
          <p:spPr>
            <a:xfrm>
              <a:off x="2425233" y="3240138"/>
              <a:ext cx="51388" cy="100800"/>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a:p>
          </p:txBody>
        </p:sp>
      </p:grpSp>
      <p:cxnSp>
        <p:nvCxnSpPr>
          <p:cNvPr id="17" name="Conector drept 16">
            <a:extLst>
              <a:ext uri="{FF2B5EF4-FFF2-40B4-BE49-F238E27FC236}">
                <a16:creationId xmlns:a16="http://schemas.microsoft.com/office/drawing/2014/main" id="{6150998C-CF95-4C6F-8962-8EB2DB30177D}"/>
              </a:ext>
            </a:extLst>
          </p:cNvPr>
          <p:cNvCxnSpPr/>
          <p:nvPr userDrawn="1"/>
        </p:nvCxnSpPr>
        <p:spPr>
          <a:xfrm>
            <a:off x="11580000" y="6020920"/>
            <a:ext cx="612000"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F86A2ACD-8CF5-48A3-A678-E213A809B332}"/>
              </a:ext>
            </a:extLst>
          </p:cNvPr>
          <p:cNvSpPr/>
          <p:nvPr userDrawn="1"/>
        </p:nvSpPr>
        <p:spPr>
          <a:xfrm>
            <a:off x="11466563" y="5966056"/>
            <a:ext cx="109728" cy="109728"/>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a:p>
        </p:txBody>
      </p:sp>
      <p:cxnSp>
        <p:nvCxnSpPr>
          <p:cNvPr id="19" name="Conector drept 18">
            <a:extLst>
              <a:ext uri="{FF2B5EF4-FFF2-40B4-BE49-F238E27FC236}">
                <a16:creationId xmlns:a16="http://schemas.microsoft.com/office/drawing/2014/main" id="{F00811BB-0E37-4D70-84A5-97B3FBEDCBE6}"/>
              </a:ext>
            </a:extLst>
          </p:cNvPr>
          <p:cNvCxnSpPr>
            <a:cxnSpLocks/>
          </p:cNvCxnSpPr>
          <p:nvPr userDrawn="1"/>
        </p:nvCxnSpPr>
        <p:spPr>
          <a:xfrm flipV="1">
            <a:off x="0" y="6020920"/>
            <a:ext cx="803275" cy="468"/>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D03B3046-0457-4D23-8E0C-64E3FCD620BB}"/>
              </a:ext>
            </a:extLst>
          </p:cNvPr>
          <p:cNvSpPr/>
          <p:nvPr userDrawn="1"/>
        </p:nvSpPr>
        <p:spPr>
          <a:xfrm>
            <a:off x="809310" y="5879656"/>
            <a:ext cx="283464" cy="283464"/>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a:p>
        </p:txBody>
      </p:sp>
      <p:sp>
        <p:nvSpPr>
          <p:cNvPr id="21" name="Substituent imagine 11" descr="Cadran cu siglele concurenței">
            <a:extLst>
              <a:ext uri="{FF2B5EF4-FFF2-40B4-BE49-F238E27FC236}">
                <a16:creationId xmlns:a16="http://schemas.microsoft.com/office/drawing/2014/main" id="{58A093A6-410B-4E4B-BA54-D31E8313D9B1}"/>
              </a:ext>
            </a:extLst>
          </p:cNvPr>
          <p:cNvSpPr>
            <a:spLocks noGrp="1"/>
          </p:cNvSpPr>
          <p:nvPr>
            <p:ph type="pic" sz="quarter" idx="39" hasCustomPrompt="1"/>
          </p:nvPr>
        </p:nvSpPr>
        <p:spPr>
          <a:xfrm>
            <a:off x="3928670" y="2872719"/>
            <a:ext cx="1772153" cy="777240"/>
          </a:xfrm>
          <a:noFill/>
        </p:spPr>
        <p:txBody>
          <a:bodyPr rtlCol="0" anchor="ctr" anchorCtr="0">
            <a:noAutofit/>
          </a:bodyPr>
          <a:lstStyle>
            <a:lvl1pPr marL="0" indent="0" algn="ctr">
              <a:buNone/>
              <a:defRPr sz="2000" i="1">
                <a:solidFill>
                  <a:schemeClr val="tx1"/>
                </a:solidFill>
              </a:defRPr>
            </a:lvl1pPr>
          </a:lstStyle>
          <a:p>
            <a:pPr rtl="0"/>
            <a:r>
              <a:rPr lang="ro-RO" noProof="0"/>
              <a:t>Concurent 2</a:t>
            </a:r>
          </a:p>
          <a:p>
            <a:pPr rtl="0"/>
            <a:r>
              <a:rPr lang="ro-RO" noProof="0"/>
              <a:t>Siglă</a:t>
            </a:r>
          </a:p>
        </p:txBody>
      </p:sp>
      <p:sp>
        <p:nvSpPr>
          <p:cNvPr id="22" name="Substituent imagine 11" descr="Cadran cu siglele concurenței">
            <a:extLst>
              <a:ext uri="{FF2B5EF4-FFF2-40B4-BE49-F238E27FC236}">
                <a16:creationId xmlns:a16="http://schemas.microsoft.com/office/drawing/2014/main" id="{C852F764-614E-4E0D-B231-E5EF9B5D3AFE}"/>
              </a:ext>
            </a:extLst>
          </p:cNvPr>
          <p:cNvSpPr>
            <a:spLocks noGrp="1"/>
          </p:cNvSpPr>
          <p:nvPr>
            <p:ph type="pic" sz="quarter" idx="40" hasCustomPrompt="1"/>
          </p:nvPr>
        </p:nvSpPr>
        <p:spPr>
          <a:xfrm>
            <a:off x="806105" y="2171148"/>
            <a:ext cx="1655064" cy="777240"/>
          </a:xfrm>
          <a:noFill/>
        </p:spPr>
        <p:txBody>
          <a:bodyPr rtlCol="0" anchor="ctr" anchorCtr="0">
            <a:noAutofit/>
          </a:bodyPr>
          <a:lstStyle>
            <a:lvl1pPr marL="0" indent="0" algn="ctr">
              <a:buNone/>
              <a:defRPr sz="2000" i="1">
                <a:solidFill>
                  <a:schemeClr val="tx1"/>
                </a:solidFill>
              </a:defRPr>
            </a:lvl1pPr>
          </a:lstStyle>
          <a:p>
            <a:pPr rtl="0"/>
            <a:r>
              <a:rPr lang="ro-RO" noProof="0"/>
              <a:t>Concurent 1</a:t>
            </a:r>
          </a:p>
          <a:p>
            <a:pPr rtl="0"/>
            <a:r>
              <a:rPr lang="ro-RO" noProof="0"/>
              <a:t>Siglă</a:t>
            </a:r>
          </a:p>
        </p:txBody>
      </p:sp>
      <p:sp>
        <p:nvSpPr>
          <p:cNvPr id="25" name="Substituent imagine 11" descr="Cadran cu siglele concurenței">
            <a:extLst>
              <a:ext uri="{FF2B5EF4-FFF2-40B4-BE49-F238E27FC236}">
                <a16:creationId xmlns:a16="http://schemas.microsoft.com/office/drawing/2014/main" id="{0349F007-C349-4EF3-A61F-86C43BEB5478}"/>
              </a:ext>
            </a:extLst>
          </p:cNvPr>
          <p:cNvSpPr>
            <a:spLocks noGrp="1"/>
          </p:cNvSpPr>
          <p:nvPr>
            <p:ph type="pic" sz="quarter" idx="41" hasCustomPrompt="1"/>
          </p:nvPr>
        </p:nvSpPr>
        <p:spPr>
          <a:xfrm>
            <a:off x="2729582" y="4456262"/>
            <a:ext cx="1772153" cy="777240"/>
          </a:xfrm>
          <a:noFill/>
        </p:spPr>
        <p:txBody>
          <a:bodyPr rtlCol="0" anchor="ctr" anchorCtr="0">
            <a:noAutofit/>
          </a:bodyPr>
          <a:lstStyle>
            <a:lvl1pPr marL="0" indent="0" algn="ctr">
              <a:buNone/>
              <a:defRPr sz="2000" i="1">
                <a:solidFill>
                  <a:schemeClr val="tx1"/>
                </a:solidFill>
              </a:defRPr>
            </a:lvl1pPr>
          </a:lstStyle>
          <a:p>
            <a:pPr rtl="0"/>
            <a:r>
              <a:rPr lang="ro-RO" noProof="0"/>
              <a:t>Concurent 3</a:t>
            </a:r>
          </a:p>
          <a:p>
            <a:pPr rtl="0"/>
            <a:r>
              <a:rPr lang="ro-RO" noProof="0"/>
              <a:t>Siglă</a:t>
            </a:r>
          </a:p>
        </p:txBody>
      </p:sp>
      <p:sp>
        <p:nvSpPr>
          <p:cNvPr id="26" name="Substituent imagine 11" descr="Cadran cu siglele concurenței">
            <a:extLst>
              <a:ext uri="{FF2B5EF4-FFF2-40B4-BE49-F238E27FC236}">
                <a16:creationId xmlns:a16="http://schemas.microsoft.com/office/drawing/2014/main" id="{FEA8BDDC-623F-4C67-AD04-E7801B537019}"/>
              </a:ext>
            </a:extLst>
          </p:cNvPr>
          <p:cNvSpPr>
            <a:spLocks noGrp="1"/>
          </p:cNvSpPr>
          <p:nvPr>
            <p:ph type="pic" sz="quarter" idx="42" hasCustomPrompt="1"/>
          </p:nvPr>
        </p:nvSpPr>
        <p:spPr>
          <a:xfrm>
            <a:off x="6829546" y="2770168"/>
            <a:ext cx="1772153" cy="777240"/>
          </a:xfrm>
          <a:noFill/>
        </p:spPr>
        <p:txBody>
          <a:bodyPr rtlCol="0" anchor="ctr" anchorCtr="0">
            <a:noAutofit/>
          </a:bodyPr>
          <a:lstStyle>
            <a:lvl1pPr marL="0" indent="0" algn="ctr">
              <a:buNone/>
              <a:defRPr sz="2000" i="1">
                <a:solidFill>
                  <a:schemeClr val="tx1"/>
                </a:solidFill>
              </a:defRPr>
            </a:lvl1pPr>
          </a:lstStyle>
          <a:p>
            <a:pPr rtl="0"/>
            <a:r>
              <a:rPr lang="ro-RO" noProof="0"/>
              <a:t>Concurent 4</a:t>
            </a:r>
          </a:p>
          <a:p>
            <a:pPr rtl="0"/>
            <a:r>
              <a:rPr lang="ro-RO" noProof="0" err="1"/>
              <a:t>Siglăя</a:t>
            </a:r>
            <a:endParaRPr lang="ro-RO" noProof="0"/>
          </a:p>
        </p:txBody>
      </p:sp>
      <p:sp>
        <p:nvSpPr>
          <p:cNvPr id="27" name="Substituent imagine 11" descr="Cadran cu siglele concurenței">
            <a:extLst>
              <a:ext uri="{FF2B5EF4-FFF2-40B4-BE49-F238E27FC236}">
                <a16:creationId xmlns:a16="http://schemas.microsoft.com/office/drawing/2014/main" id="{28B0D00B-97E7-4133-B35A-AC2EF334CD2B}"/>
              </a:ext>
            </a:extLst>
          </p:cNvPr>
          <p:cNvSpPr>
            <a:spLocks noGrp="1"/>
          </p:cNvSpPr>
          <p:nvPr>
            <p:ph type="pic" sz="quarter" idx="43" hasCustomPrompt="1"/>
          </p:nvPr>
        </p:nvSpPr>
        <p:spPr>
          <a:xfrm>
            <a:off x="6610067" y="4588832"/>
            <a:ext cx="1772153" cy="777240"/>
          </a:xfrm>
          <a:noFill/>
        </p:spPr>
        <p:txBody>
          <a:bodyPr rtlCol="0" anchor="ctr" anchorCtr="0">
            <a:noAutofit/>
          </a:bodyPr>
          <a:lstStyle>
            <a:lvl1pPr marL="0" indent="0" algn="ctr">
              <a:buNone/>
              <a:defRPr sz="2000" i="1">
                <a:solidFill>
                  <a:schemeClr val="tx1"/>
                </a:solidFill>
              </a:defRPr>
            </a:lvl1pPr>
          </a:lstStyle>
          <a:p>
            <a:pPr rtl="0"/>
            <a:r>
              <a:rPr lang="ro-RO" noProof="0"/>
              <a:t>Concurent 5</a:t>
            </a:r>
          </a:p>
          <a:p>
            <a:pPr rtl="0"/>
            <a:r>
              <a:rPr lang="ro-RO" noProof="0"/>
              <a:t>Siglă</a:t>
            </a:r>
          </a:p>
        </p:txBody>
      </p:sp>
      <p:sp>
        <p:nvSpPr>
          <p:cNvPr id="28" name="Substituent imagine 11" descr="Cadran cu siglele concurenței">
            <a:extLst>
              <a:ext uri="{FF2B5EF4-FFF2-40B4-BE49-F238E27FC236}">
                <a16:creationId xmlns:a16="http://schemas.microsoft.com/office/drawing/2014/main" id="{8D1A7417-EFAD-46F6-ADA5-117D4C7B1A9D}"/>
              </a:ext>
            </a:extLst>
          </p:cNvPr>
          <p:cNvSpPr>
            <a:spLocks noGrp="1"/>
          </p:cNvSpPr>
          <p:nvPr>
            <p:ph type="pic" sz="quarter" idx="44" hasCustomPrompt="1"/>
          </p:nvPr>
        </p:nvSpPr>
        <p:spPr>
          <a:xfrm>
            <a:off x="9571158" y="4977452"/>
            <a:ext cx="1772153" cy="777240"/>
          </a:xfrm>
          <a:noFill/>
        </p:spPr>
        <p:txBody>
          <a:bodyPr rtlCol="0" anchor="ctr" anchorCtr="0">
            <a:noAutofit/>
          </a:bodyPr>
          <a:lstStyle>
            <a:lvl1pPr marL="0" indent="0" algn="ctr">
              <a:buNone/>
              <a:defRPr sz="2000" i="1">
                <a:solidFill>
                  <a:schemeClr val="tx1"/>
                </a:solidFill>
              </a:defRPr>
            </a:lvl1pPr>
          </a:lstStyle>
          <a:p>
            <a:pPr rtl="0"/>
            <a:r>
              <a:rPr lang="ro-RO" noProof="0"/>
              <a:t>Concurent 6</a:t>
            </a:r>
          </a:p>
          <a:p>
            <a:pPr rtl="0"/>
            <a:r>
              <a:rPr lang="ro-RO" noProof="0"/>
              <a:t>Siglă</a:t>
            </a:r>
          </a:p>
        </p:txBody>
      </p:sp>
      <p:sp>
        <p:nvSpPr>
          <p:cNvPr id="29" name="Substituent text 7">
            <a:extLst>
              <a:ext uri="{FF2B5EF4-FFF2-40B4-BE49-F238E27FC236}">
                <a16:creationId xmlns:a16="http://schemas.microsoft.com/office/drawing/2014/main" id="{D4B80E14-BBC8-42CC-8777-FFF50D168A09}"/>
              </a:ext>
            </a:extLst>
          </p:cNvPr>
          <p:cNvSpPr>
            <a:spLocks noGrp="1"/>
          </p:cNvSpPr>
          <p:nvPr>
            <p:ph type="body" sz="quarter" idx="46" hasCustomPrompt="1"/>
          </p:nvPr>
        </p:nvSpPr>
        <p:spPr>
          <a:xfrm>
            <a:off x="789869" y="3642757"/>
            <a:ext cx="2741612" cy="248888"/>
          </a:xfrm>
        </p:spPr>
        <p:txBody>
          <a:bodyPr wrap="square" lIns="0" tIns="0" rIns="0" bIns="0" rtlCol="0">
            <a:noAutofit/>
          </a:bodyPr>
          <a:lstStyle>
            <a:lvl1pPr marL="0" indent="0">
              <a:buNone/>
              <a:defRPr sz="2000" b="0">
                <a:solidFill>
                  <a:schemeClr val="tx2"/>
                </a:solidFill>
                <a:latin typeface="Tahoma" panose="020B0604030504040204" pitchFamily="34" charset="0"/>
              </a:defRPr>
            </a:lvl1pPr>
            <a:lvl2pPr marL="457200" indent="0">
              <a:buNone/>
              <a:defRPr sz="1200" b="1"/>
            </a:lvl2pPr>
            <a:lvl3pPr>
              <a:defRPr sz="1200" b="1"/>
            </a:lvl3pPr>
            <a:lvl4pPr>
              <a:defRPr sz="1200" b="1"/>
            </a:lvl4pPr>
            <a:lvl5pPr>
              <a:defRPr sz="1200" b="1"/>
            </a:lvl5pPr>
          </a:lstStyle>
          <a:p>
            <a:pPr lvl="0" rtl="0"/>
            <a:r>
              <a:rPr lang="ro-RO" noProof="0"/>
              <a:t>Mai scump</a:t>
            </a:r>
          </a:p>
        </p:txBody>
      </p:sp>
      <p:sp>
        <p:nvSpPr>
          <p:cNvPr id="30" name="Substituent text 7">
            <a:extLst>
              <a:ext uri="{FF2B5EF4-FFF2-40B4-BE49-F238E27FC236}">
                <a16:creationId xmlns:a16="http://schemas.microsoft.com/office/drawing/2014/main" id="{95033551-3DD0-4EBE-8DFD-9335F8BA9268}"/>
              </a:ext>
            </a:extLst>
          </p:cNvPr>
          <p:cNvSpPr>
            <a:spLocks noGrp="1"/>
          </p:cNvSpPr>
          <p:nvPr>
            <p:ph type="body" sz="quarter" idx="48" hasCustomPrompt="1"/>
          </p:nvPr>
        </p:nvSpPr>
        <p:spPr>
          <a:xfrm>
            <a:off x="6315481" y="5884080"/>
            <a:ext cx="2741612" cy="248888"/>
          </a:xfrm>
        </p:spPr>
        <p:txBody>
          <a:bodyPr wrap="square" lIns="0" tIns="0" rIns="0" bIns="0" rtlCol="0">
            <a:noAutofit/>
          </a:bodyPr>
          <a:lstStyle>
            <a:lvl1pPr marL="0" indent="0" algn="l">
              <a:buNone/>
              <a:defRPr sz="2000" b="0">
                <a:solidFill>
                  <a:schemeClr val="tx2"/>
                </a:solidFill>
                <a:latin typeface="Tahoma" panose="020B0604030504040204" pitchFamily="34" charset="0"/>
              </a:defRPr>
            </a:lvl1pPr>
            <a:lvl2pPr marL="457200" indent="0">
              <a:buNone/>
              <a:defRPr sz="1200" b="1"/>
            </a:lvl2pPr>
            <a:lvl3pPr>
              <a:defRPr sz="1200" b="1"/>
            </a:lvl3pPr>
            <a:lvl4pPr>
              <a:defRPr sz="1200" b="1"/>
            </a:lvl4pPr>
            <a:lvl5pPr>
              <a:defRPr sz="1200" b="1"/>
            </a:lvl5pPr>
          </a:lstStyle>
          <a:p>
            <a:pPr lvl="0" rtl="0"/>
            <a:r>
              <a:rPr lang="ro-RO" noProof="0"/>
              <a:t>Mai puțin accesibil</a:t>
            </a:r>
          </a:p>
        </p:txBody>
      </p:sp>
      <p:sp>
        <p:nvSpPr>
          <p:cNvPr id="31" name="Substituent text 7">
            <a:extLst>
              <a:ext uri="{FF2B5EF4-FFF2-40B4-BE49-F238E27FC236}">
                <a16:creationId xmlns:a16="http://schemas.microsoft.com/office/drawing/2014/main" id="{CC507E62-D7F3-4E81-8DE2-5A7084588A33}"/>
              </a:ext>
            </a:extLst>
          </p:cNvPr>
          <p:cNvSpPr>
            <a:spLocks noGrp="1"/>
          </p:cNvSpPr>
          <p:nvPr>
            <p:ph type="body" sz="quarter" idx="49" hasCustomPrompt="1"/>
          </p:nvPr>
        </p:nvSpPr>
        <p:spPr>
          <a:xfrm>
            <a:off x="6315481" y="1343118"/>
            <a:ext cx="2741612" cy="248888"/>
          </a:xfrm>
        </p:spPr>
        <p:txBody>
          <a:bodyPr wrap="square" lIns="0" tIns="0" rIns="0" bIns="0" rtlCol="0">
            <a:noAutofit/>
          </a:bodyPr>
          <a:lstStyle>
            <a:lvl1pPr marL="0" indent="0" algn="l">
              <a:buNone/>
              <a:defRPr sz="2000" b="0">
                <a:solidFill>
                  <a:schemeClr val="tx2"/>
                </a:solidFill>
                <a:latin typeface="Tahoma" panose="020B0604030504040204" pitchFamily="34" charset="0"/>
              </a:defRPr>
            </a:lvl1pPr>
            <a:lvl2pPr marL="457200" indent="0">
              <a:buNone/>
              <a:defRPr sz="1200" b="1"/>
            </a:lvl2pPr>
            <a:lvl3pPr>
              <a:defRPr sz="1200" b="1"/>
            </a:lvl3pPr>
            <a:lvl4pPr>
              <a:defRPr sz="1200" b="1"/>
            </a:lvl4pPr>
            <a:lvl5pPr>
              <a:defRPr sz="1200" b="1"/>
            </a:lvl5pPr>
          </a:lstStyle>
          <a:p>
            <a:pPr lvl="0" rtl="0"/>
            <a:r>
              <a:rPr lang="ro-RO" noProof="0"/>
              <a:t>Mai accesibil</a:t>
            </a:r>
          </a:p>
        </p:txBody>
      </p:sp>
      <p:sp>
        <p:nvSpPr>
          <p:cNvPr id="32" name="Substituent imagine 13">
            <a:extLst>
              <a:ext uri="{FF2B5EF4-FFF2-40B4-BE49-F238E27FC236}">
                <a16:creationId xmlns:a16="http://schemas.microsoft.com/office/drawing/2014/main" id="{61EF622D-8E08-41C3-BEBA-2274C2AB487A}"/>
              </a:ext>
            </a:extLst>
          </p:cNvPr>
          <p:cNvSpPr>
            <a:spLocks noGrp="1"/>
          </p:cNvSpPr>
          <p:nvPr>
            <p:ph type="pic" sz="quarter" idx="50"/>
          </p:nvPr>
        </p:nvSpPr>
        <p:spPr>
          <a:xfrm>
            <a:off x="9417999" y="1977257"/>
            <a:ext cx="1481328" cy="758952"/>
          </a:xfrm>
          <a:noFill/>
          <a:ln>
            <a:noFill/>
          </a:ln>
        </p:spPr>
        <p:txBody>
          <a:bodyPr rtlCol="0" anchor="ctr" anchorCtr="0">
            <a:noAutofit/>
          </a:bodyPr>
          <a:lstStyle>
            <a:lvl1pPr marL="0" indent="0" algn="ctr">
              <a:buNone/>
              <a:defRPr sz="1400">
                <a:solidFill>
                  <a:schemeClr val="tx1"/>
                </a:solidFill>
              </a:defRPr>
            </a:lvl1pPr>
          </a:lstStyle>
          <a:p>
            <a:pPr rtl="0"/>
            <a:r>
              <a:rPr lang="ro-RO" noProof="0"/>
              <a:t>Faceți clic pe pictogramă pentru a adăuga o imagine</a:t>
            </a:r>
          </a:p>
        </p:txBody>
      </p:sp>
      <p:sp>
        <p:nvSpPr>
          <p:cNvPr id="33" name="Substituent text 7">
            <a:extLst>
              <a:ext uri="{FF2B5EF4-FFF2-40B4-BE49-F238E27FC236}">
                <a16:creationId xmlns:a16="http://schemas.microsoft.com/office/drawing/2014/main" id="{690ADA54-0156-49A9-AEF7-A4972EEB15AA}"/>
              </a:ext>
            </a:extLst>
          </p:cNvPr>
          <p:cNvSpPr>
            <a:spLocks noGrp="1"/>
          </p:cNvSpPr>
          <p:nvPr>
            <p:ph type="body" sz="quarter" idx="51" hasCustomPrompt="1"/>
          </p:nvPr>
        </p:nvSpPr>
        <p:spPr>
          <a:xfrm>
            <a:off x="8651686" y="3642757"/>
            <a:ext cx="2741612" cy="248888"/>
          </a:xfrm>
        </p:spPr>
        <p:txBody>
          <a:bodyPr lIns="0" tIns="0" rIns="0" bIns="0" rtlCol="0">
            <a:noAutofit/>
          </a:bodyPr>
          <a:lstStyle>
            <a:lvl1pPr marL="0" indent="0" algn="r">
              <a:buNone/>
              <a:defRPr sz="2000" b="0">
                <a:solidFill>
                  <a:schemeClr val="tx2"/>
                </a:solidFill>
                <a:latin typeface="Tahoma" panose="020B0604030504040204" pitchFamily="34" charset="0"/>
              </a:defRPr>
            </a:lvl1pPr>
            <a:lvl2pPr marL="457200" indent="0">
              <a:buNone/>
              <a:defRPr sz="1200" b="1"/>
            </a:lvl2pPr>
            <a:lvl3pPr>
              <a:defRPr sz="1200" b="1"/>
            </a:lvl3pPr>
            <a:lvl4pPr>
              <a:defRPr sz="1200" b="1"/>
            </a:lvl4pPr>
            <a:lvl5pPr>
              <a:defRPr sz="1200" b="1"/>
            </a:lvl5pPr>
          </a:lstStyle>
          <a:p>
            <a:pPr lvl="0" rtl="0"/>
            <a:r>
              <a:rPr lang="ro-RO" noProof="0"/>
              <a:t>Mai ieftin</a:t>
            </a:r>
          </a:p>
        </p:txBody>
      </p:sp>
      <p:grpSp>
        <p:nvGrpSpPr>
          <p:cNvPr id="4" name="Grup 3">
            <a:extLst>
              <a:ext uri="{FF2B5EF4-FFF2-40B4-BE49-F238E27FC236}">
                <a16:creationId xmlns:a16="http://schemas.microsoft.com/office/drawing/2014/main" id="{32193FB7-0142-40DD-9186-F3156B0AE4B0}"/>
              </a:ext>
            </a:extLst>
          </p:cNvPr>
          <p:cNvGrpSpPr/>
          <p:nvPr userDrawn="1"/>
        </p:nvGrpSpPr>
        <p:grpSpPr>
          <a:xfrm>
            <a:off x="6045600" y="1376748"/>
            <a:ext cx="100800" cy="5481252"/>
            <a:chOff x="6045600" y="1376748"/>
            <a:chExt cx="100800" cy="5481252"/>
          </a:xfrm>
        </p:grpSpPr>
        <p:cxnSp>
          <p:nvCxnSpPr>
            <p:cNvPr id="3" name="Conector drept 2">
              <a:extLst>
                <a:ext uri="{FF2B5EF4-FFF2-40B4-BE49-F238E27FC236}">
                  <a16:creationId xmlns:a16="http://schemas.microsoft.com/office/drawing/2014/main" id="{CD1389D4-2EB7-40E2-B21B-4EE70FCA2236}"/>
                </a:ext>
              </a:extLst>
            </p:cNvPr>
            <p:cNvCxnSpPr>
              <a:cxnSpLocks/>
            </p:cNvCxnSpPr>
            <p:nvPr userDrawn="1"/>
          </p:nvCxnSpPr>
          <p:spPr>
            <a:xfrm rot="16200000">
              <a:off x="3389377" y="4151376"/>
              <a:ext cx="541324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Oval 34">
              <a:extLst>
                <a:ext uri="{FF2B5EF4-FFF2-40B4-BE49-F238E27FC236}">
                  <a16:creationId xmlns:a16="http://schemas.microsoft.com/office/drawing/2014/main" id="{BA48E795-AD00-4819-94E4-A5211D331715}"/>
                </a:ext>
              </a:extLst>
            </p:cNvPr>
            <p:cNvSpPr/>
            <p:nvPr userDrawn="1"/>
          </p:nvSpPr>
          <p:spPr>
            <a:xfrm>
              <a:off x="6045600" y="1376748"/>
              <a:ext cx="100800" cy="1008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a:p>
          </p:txBody>
        </p:sp>
      </p:grpSp>
      <p:grpSp>
        <p:nvGrpSpPr>
          <p:cNvPr id="37" name="Grup 36">
            <a:extLst>
              <a:ext uri="{FF2B5EF4-FFF2-40B4-BE49-F238E27FC236}">
                <a16:creationId xmlns:a16="http://schemas.microsoft.com/office/drawing/2014/main" id="{41BD97BD-35F4-4534-8B74-24D44A99BC58}"/>
              </a:ext>
            </a:extLst>
          </p:cNvPr>
          <p:cNvGrpSpPr/>
          <p:nvPr userDrawn="1"/>
        </p:nvGrpSpPr>
        <p:grpSpPr>
          <a:xfrm rot="5400000">
            <a:off x="5669857" y="-1673474"/>
            <a:ext cx="100800" cy="11440514"/>
            <a:chOff x="6045600" y="1329588"/>
            <a:chExt cx="100800" cy="11440514"/>
          </a:xfrm>
        </p:grpSpPr>
        <p:cxnSp>
          <p:nvCxnSpPr>
            <p:cNvPr id="38" name="Conector drept 37">
              <a:extLst>
                <a:ext uri="{FF2B5EF4-FFF2-40B4-BE49-F238E27FC236}">
                  <a16:creationId xmlns:a16="http://schemas.microsoft.com/office/drawing/2014/main" id="{D8351F13-467F-49F8-8279-C5B29A51798F}"/>
                </a:ext>
              </a:extLst>
            </p:cNvPr>
            <p:cNvCxnSpPr>
              <a:cxnSpLocks/>
            </p:cNvCxnSpPr>
            <p:nvPr userDrawn="1"/>
          </p:nvCxnSpPr>
          <p:spPr>
            <a:xfrm rot="16200000">
              <a:off x="408032" y="7082102"/>
              <a:ext cx="11376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Oval 38">
              <a:extLst>
                <a:ext uri="{FF2B5EF4-FFF2-40B4-BE49-F238E27FC236}">
                  <a16:creationId xmlns:a16="http://schemas.microsoft.com/office/drawing/2014/main" id="{09AA12FA-7959-4581-B344-DF9E7B0AD37A}"/>
                </a:ext>
              </a:extLst>
            </p:cNvPr>
            <p:cNvSpPr/>
            <p:nvPr userDrawn="1"/>
          </p:nvSpPr>
          <p:spPr>
            <a:xfrm>
              <a:off x="6045600" y="1329588"/>
              <a:ext cx="100800" cy="1008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a:p>
          </p:txBody>
        </p:sp>
      </p:grpSp>
    </p:spTree>
    <p:extLst>
      <p:ext uri="{BB962C8B-B14F-4D97-AF65-F5344CB8AC3E}">
        <p14:creationId xmlns:p14="http://schemas.microsoft.com/office/powerpoint/2010/main" val="29395588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spect de conținut cu trei secțiuni">
    <p:spTree>
      <p:nvGrpSpPr>
        <p:cNvPr id="1" name=""/>
        <p:cNvGrpSpPr/>
        <p:nvPr/>
      </p:nvGrpSpPr>
      <p:grpSpPr>
        <a:xfrm>
          <a:off x="0" y="0"/>
          <a:ext cx="0" cy="0"/>
          <a:chOff x="0" y="0"/>
          <a:chExt cx="0" cy="0"/>
        </a:xfrm>
      </p:grpSpPr>
      <p:sp>
        <p:nvSpPr>
          <p:cNvPr id="7" name="Dreptunghi 6">
            <a:extLst>
              <a:ext uri="{FF2B5EF4-FFF2-40B4-BE49-F238E27FC236}">
                <a16:creationId xmlns:a16="http://schemas.microsoft.com/office/drawing/2014/main" id="{09F1B35C-893A-4033-ADC0-2192AFA29271}"/>
              </a:ext>
            </a:extLst>
          </p:cNvPr>
          <p:cNvSpPr/>
          <p:nvPr userDrawn="1"/>
        </p:nvSpPr>
        <p:spPr>
          <a:xfrm>
            <a:off x="0" y="0"/>
            <a:ext cx="12192000" cy="6858000"/>
          </a:xfrm>
          <a:prstGeom prst="rect">
            <a:avLst/>
          </a:prstGeom>
          <a:gradFill flip="none" rotWithShape="1">
            <a:gsLst>
              <a:gs pos="0">
                <a:schemeClr val="accent2"/>
              </a:gs>
              <a:gs pos="34000">
                <a:srgbClr val="0F1722"/>
              </a:gs>
              <a:gs pos="69000">
                <a:srgbClr val="0F1722"/>
              </a:gs>
              <a:gs pos="100000">
                <a:schemeClr val="accent5"/>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rtl="0"/>
            <a:endParaRPr lang="ro-RO" noProof="0"/>
          </a:p>
        </p:txBody>
      </p:sp>
      <p:sp>
        <p:nvSpPr>
          <p:cNvPr id="2" name="Titlu 1">
            <a:extLst>
              <a:ext uri="{FF2B5EF4-FFF2-40B4-BE49-F238E27FC236}">
                <a16:creationId xmlns:a16="http://schemas.microsoft.com/office/drawing/2014/main" id="{CD637DF8-B064-4F36-89F8-EBF538A2E7F2}"/>
              </a:ext>
            </a:extLst>
          </p:cNvPr>
          <p:cNvSpPr>
            <a:spLocks noGrp="1"/>
          </p:cNvSpPr>
          <p:nvPr>
            <p:ph type="title" hasCustomPrompt="1"/>
          </p:nvPr>
        </p:nvSpPr>
        <p:spPr>
          <a:xfrm>
            <a:off x="803277" y="1512271"/>
            <a:ext cx="2828198" cy="1286838"/>
          </a:xfrm>
        </p:spPr>
        <p:txBody>
          <a:bodyPr lIns="0" tIns="0" rIns="0" bIns="0" rtlCol="0" anchor="b">
            <a:normAutofit/>
          </a:bodyPr>
          <a:lstStyle>
            <a:lvl1pPr>
              <a:defRPr sz="3600"/>
            </a:lvl1pPr>
          </a:lstStyle>
          <a:p>
            <a:pPr rtl="0"/>
            <a:r>
              <a:rPr lang="ro-RO" noProof="0"/>
              <a:t>FACEȚI CLIC PENTRU A EDITA</a:t>
            </a:r>
          </a:p>
        </p:txBody>
      </p:sp>
      <p:sp>
        <p:nvSpPr>
          <p:cNvPr id="3" name="Substituent text 2">
            <a:extLst>
              <a:ext uri="{FF2B5EF4-FFF2-40B4-BE49-F238E27FC236}">
                <a16:creationId xmlns:a16="http://schemas.microsoft.com/office/drawing/2014/main" id="{8A72532A-5006-46B7-AE99-3A6891CD0254}"/>
              </a:ext>
            </a:extLst>
          </p:cNvPr>
          <p:cNvSpPr>
            <a:spLocks noGrp="1"/>
          </p:cNvSpPr>
          <p:nvPr>
            <p:ph type="body" idx="1" hasCustomPrompt="1"/>
          </p:nvPr>
        </p:nvSpPr>
        <p:spPr>
          <a:xfrm>
            <a:off x="826771" y="3148315"/>
            <a:ext cx="2216876" cy="2098138"/>
          </a:xfrm>
        </p:spPr>
        <p:txBody>
          <a:bodyPr lIns="0" tIns="0" rIns="0" bIns="0" rtlCol="0">
            <a:normAutofit/>
          </a:bodyPr>
          <a:lstStyle>
            <a:lvl1pPr marL="0" indent="0">
              <a:lnSpc>
                <a:spcPct val="100000"/>
              </a:lnSpc>
              <a:buNone/>
              <a:defRPr sz="1800" b="1">
                <a:solidFill>
                  <a:schemeClr val="tx1"/>
                </a:solidFill>
                <a:latin typeface="+mn-lt"/>
                <a:cs typeface="Segoe UI Semibold" panose="020B07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EDITAȚI STILURILE DE TEXT COORDONATOR</a:t>
            </a:r>
          </a:p>
        </p:txBody>
      </p:sp>
      <p:sp>
        <p:nvSpPr>
          <p:cNvPr id="4" name="Substituent dată 3">
            <a:extLst>
              <a:ext uri="{FF2B5EF4-FFF2-40B4-BE49-F238E27FC236}">
                <a16:creationId xmlns:a16="http://schemas.microsoft.com/office/drawing/2014/main" id="{49EFC6D7-3241-401C-A16A-4A7CC2653954}"/>
              </a:ext>
            </a:extLst>
          </p:cNvPr>
          <p:cNvSpPr>
            <a:spLocks noGrp="1"/>
          </p:cNvSpPr>
          <p:nvPr>
            <p:ph type="dt" sz="half" idx="10"/>
          </p:nvPr>
        </p:nvSpPr>
        <p:spPr/>
        <p:txBody>
          <a:bodyPr rtlCol="0"/>
          <a:lstStyle/>
          <a:p>
            <a:pPr rtl="0"/>
            <a:r>
              <a:rPr lang="ro-RO" noProof="0"/>
              <a:t>DD.MM.20XX</a:t>
            </a:r>
          </a:p>
        </p:txBody>
      </p:sp>
      <p:sp>
        <p:nvSpPr>
          <p:cNvPr id="5" name="Substituent subsol 4">
            <a:extLst>
              <a:ext uri="{FF2B5EF4-FFF2-40B4-BE49-F238E27FC236}">
                <a16:creationId xmlns:a16="http://schemas.microsoft.com/office/drawing/2014/main" id="{F345D6DC-ABA5-4D00-9CD3-92FFDD1FA2DC}"/>
              </a:ext>
            </a:extLst>
          </p:cNvPr>
          <p:cNvSpPr>
            <a:spLocks noGrp="1"/>
          </p:cNvSpPr>
          <p:nvPr>
            <p:ph type="ftr" sz="quarter" idx="11"/>
          </p:nvPr>
        </p:nvSpPr>
        <p:spPr/>
        <p:txBody>
          <a:bodyPr rtlCol="0"/>
          <a:lstStyle/>
          <a:p>
            <a:pPr rtl="0"/>
            <a:r>
              <a:rPr lang="ro-RO" noProof="0"/>
              <a:t>ADĂUGAREA UNUI SUBSOL</a:t>
            </a:r>
          </a:p>
        </p:txBody>
      </p:sp>
      <p:sp>
        <p:nvSpPr>
          <p:cNvPr id="6" name="Substituent număr diapozitiv 5">
            <a:extLst>
              <a:ext uri="{FF2B5EF4-FFF2-40B4-BE49-F238E27FC236}">
                <a16:creationId xmlns:a16="http://schemas.microsoft.com/office/drawing/2014/main" id="{92459C86-0106-40E0-AA18-795EC5787677}"/>
              </a:ext>
            </a:extLst>
          </p:cNvPr>
          <p:cNvSpPr>
            <a:spLocks noGrp="1"/>
          </p:cNvSpPr>
          <p:nvPr>
            <p:ph type="sldNum" sz="quarter" idx="12"/>
          </p:nvPr>
        </p:nvSpPr>
        <p:spPr/>
        <p:txBody>
          <a:bodyPr rtlCol="0"/>
          <a:lstStyle/>
          <a:p>
            <a:pPr rtl="0"/>
            <a:fld id="{8D581BC7-E183-40DB-AC97-C19EA4EB8894}" type="slidenum">
              <a:rPr lang="ro-RO" noProof="0" smtClean="0"/>
              <a:t>‹#›</a:t>
            </a:fld>
            <a:endParaRPr lang="ro-RO" noProof="0"/>
          </a:p>
        </p:txBody>
      </p:sp>
      <p:sp>
        <p:nvSpPr>
          <p:cNvPr id="11" name="Substituent imagine 10">
            <a:extLst>
              <a:ext uri="{FF2B5EF4-FFF2-40B4-BE49-F238E27FC236}">
                <a16:creationId xmlns:a16="http://schemas.microsoft.com/office/drawing/2014/main" id="{6D14F7B3-A6CF-491C-9855-75B5784CC456}"/>
              </a:ext>
            </a:extLst>
          </p:cNvPr>
          <p:cNvSpPr>
            <a:spLocks noGrp="1"/>
          </p:cNvSpPr>
          <p:nvPr>
            <p:ph type="pic" sz="quarter" idx="13"/>
          </p:nvPr>
        </p:nvSpPr>
        <p:spPr>
          <a:xfrm>
            <a:off x="831850" y="859665"/>
            <a:ext cx="1078992" cy="548640"/>
          </a:xfrm>
        </p:spPr>
        <p:txBody>
          <a:bodyPr rtlCol="0" anchor="ctr" anchorCtr="0">
            <a:normAutofit/>
          </a:bodyPr>
          <a:lstStyle>
            <a:lvl1pPr marL="0" indent="0" algn="ctr">
              <a:buNone/>
              <a:defRPr sz="1200"/>
            </a:lvl1pPr>
          </a:lstStyle>
          <a:p>
            <a:pPr rtl="0"/>
            <a:r>
              <a:rPr lang="ro-RO" noProof="0"/>
              <a:t>Faceți clic pe pictogramă pentru a adăuga o imagine</a:t>
            </a:r>
          </a:p>
        </p:txBody>
      </p:sp>
      <p:grpSp>
        <p:nvGrpSpPr>
          <p:cNvPr id="15" name="Grup 14">
            <a:extLst>
              <a:ext uri="{FF2B5EF4-FFF2-40B4-BE49-F238E27FC236}">
                <a16:creationId xmlns:a16="http://schemas.microsoft.com/office/drawing/2014/main" id="{B7317392-EF87-4050-8BBE-32F74B0CF15A}"/>
              </a:ext>
            </a:extLst>
          </p:cNvPr>
          <p:cNvGrpSpPr/>
          <p:nvPr userDrawn="1"/>
        </p:nvGrpSpPr>
        <p:grpSpPr>
          <a:xfrm>
            <a:off x="0" y="2897696"/>
            <a:ext cx="3455460" cy="100800"/>
            <a:chOff x="0" y="3240138"/>
            <a:chExt cx="3455460" cy="100800"/>
          </a:xfrm>
        </p:grpSpPr>
        <p:cxnSp>
          <p:nvCxnSpPr>
            <p:cNvPr id="13" name="Conector drept 12">
              <a:extLst>
                <a:ext uri="{FF2B5EF4-FFF2-40B4-BE49-F238E27FC236}">
                  <a16:creationId xmlns:a16="http://schemas.microsoft.com/office/drawing/2014/main" id="{785A4134-866D-4143-AC1E-8A2FFDB49855}"/>
                </a:ext>
              </a:extLst>
            </p:cNvPr>
            <p:cNvCxnSpPr/>
            <p:nvPr userDrawn="1"/>
          </p:nvCxnSpPr>
          <p:spPr>
            <a:xfrm>
              <a:off x="0" y="3290538"/>
              <a:ext cx="3412326"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1BBC5D9C-B8FB-455B-9398-36DB21F2765E}"/>
                </a:ext>
              </a:extLst>
            </p:cNvPr>
            <p:cNvSpPr/>
            <p:nvPr userDrawn="1"/>
          </p:nvSpPr>
          <p:spPr>
            <a:xfrm>
              <a:off x="3354660" y="3240138"/>
              <a:ext cx="100800" cy="100800"/>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a:p>
          </p:txBody>
        </p:sp>
      </p:grpSp>
      <p:sp>
        <p:nvSpPr>
          <p:cNvPr id="17" name="Oval 16">
            <a:extLst>
              <a:ext uri="{FF2B5EF4-FFF2-40B4-BE49-F238E27FC236}">
                <a16:creationId xmlns:a16="http://schemas.microsoft.com/office/drawing/2014/main" id="{72225750-E4CE-4A81-A0C3-4023030D637E}"/>
              </a:ext>
            </a:extLst>
          </p:cNvPr>
          <p:cNvSpPr/>
          <p:nvPr userDrawn="1"/>
        </p:nvSpPr>
        <p:spPr>
          <a:xfrm>
            <a:off x="809310" y="5879656"/>
            <a:ext cx="283464" cy="283464"/>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a:p>
        </p:txBody>
      </p:sp>
      <p:cxnSp>
        <p:nvCxnSpPr>
          <p:cNvPr id="18" name="Conector drept 17">
            <a:extLst>
              <a:ext uri="{FF2B5EF4-FFF2-40B4-BE49-F238E27FC236}">
                <a16:creationId xmlns:a16="http://schemas.microsoft.com/office/drawing/2014/main" id="{3819C324-07DF-49DB-A08C-0E6155CE3041}"/>
              </a:ext>
            </a:extLst>
          </p:cNvPr>
          <p:cNvCxnSpPr/>
          <p:nvPr userDrawn="1"/>
        </p:nvCxnSpPr>
        <p:spPr>
          <a:xfrm>
            <a:off x="11580000" y="6020920"/>
            <a:ext cx="612000"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75A34025-44F2-4A09-8629-F1794E9D35AF}"/>
              </a:ext>
            </a:extLst>
          </p:cNvPr>
          <p:cNvSpPr/>
          <p:nvPr userDrawn="1"/>
        </p:nvSpPr>
        <p:spPr>
          <a:xfrm>
            <a:off x="11466563" y="5966056"/>
            <a:ext cx="109728" cy="109728"/>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a:p>
        </p:txBody>
      </p:sp>
      <p:cxnSp>
        <p:nvCxnSpPr>
          <p:cNvPr id="20" name="Conector drept 19">
            <a:extLst>
              <a:ext uri="{FF2B5EF4-FFF2-40B4-BE49-F238E27FC236}">
                <a16:creationId xmlns:a16="http://schemas.microsoft.com/office/drawing/2014/main" id="{815854A2-EAE9-4B2A-84CF-5A4BD753863A}"/>
              </a:ext>
            </a:extLst>
          </p:cNvPr>
          <p:cNvCxnSpPr>
            <a:cxnSpLocks/>
          </p:cNvCxnSpPr>
          <p:nvPr userDrawn="1"/>
        </p:nvCxnSpPr>
        <p:spPr>
          <a:xfrm flipV="1">
            <a:off x="0" y="6020920"/>
            <a:ext cx="803275" cy="468"/>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1" name="Substituent text 15">
            <a:extLst>
              <a:ext uri="{FF2B5EF4-FFF2-40B4-BE49-F238E27FC236}">
                <a16:creationId xmlns:a16="http://schemas.microsoft.com/office/drawing/2014/main" id="{DA80730C-5AC9-41A0-ACC5-624F0652D685}"/>
              </a:ext>
            </a:extLst>
          </p:cNvPr>
          <p:cNvSpPr>
            <a:spLocks noGrp="1"/>
          </p:cNvSpPr>
          <p:nvPr>
            <p:ph type="body" sz="quarter" idx="26" hasCustomPrompt="1"/>
          </p:nvPr>
        </p:nvSpPr>
        <p:spPr>
          <a:xfrm>
            <a:off x="4475261" y="2631676"/>
            <a:ext cx="978408" cy="978408"/>
          </a:xfrm>
          <a:prstGeom prst="ellipse">
            <a:avLst/>
          </a:prstGeom>
          <a:ln w="6350">
            <a:solidFill>
              <a:schemeClr val="tx1"/>
            </a:solidFill>
          </a:ln>
        </p:spPr>
        <p:txBody>
          <a:bodyPr lIns="0" tIns="72000" rIns="0" bIns="0" rtlCol="0" anchor="ctr" anchorCtr="0">
            <a:noAutofit/>
          </a:bodyPr>
          <a:lstStyle>
            <a:lvl1pPr marL="0" indent="0" algn="ctr">
              <a:buNone/>
              <a:defRPr sz="7000" b="1">
                <a:ln w="6350">
                  <a:solidFill>
                    <a:schemeClr val="tx1"/>
                  </a:solidFill>
                </a:ln>
                <a:noFill/>
                <a:latin typeface="Tahoma" panose="020B0604030504040204" pitchFamily="34" charset="0"/>
              </a:defRPr>
            </a:lvl1pPr>
          </a:lstStyle>
          <a:p>
            <a:pPr lvl="0" rtl="0"/>
            <a:r>
              <a:rPr lang="ro-RO" noProof="0"/>
              <a:t>1</a:t>
            </a:r>
          </a:p>
        </p:txBody>
      </p:sp>
      <p:sp>
        <p:nvSpPr>
          <p:cNvPr id="22" name="Substituent text 15">
            <a:extLst>
              <a:ext uri="{FF2B5EF4-FFF2-40B4-BE49-F238E27FC236}">
                <a16:creationId xmlns:a16="http://schemas.microsoft.com/office/drawing/2014/main" id="{515B23A8-23EB-4E6E-A24C-4154570D7DC0}"/>
              </a:ext>
            </a:extLst>
          </p:cNvPr>
          <p:cNvSpPr>
            <a:spLocks noGrp="1"/>
          </p:cNvSpPr>
          <p:nvPr>
            <p:ph type="body" sz="quarter" idx="28" hasCustomPrompt="1"/>
          </p:nvPr>
        </p:nvSpPr>
        <p:spPr>
          <a:xfrm>
            <a:off x="7436251" y="2015540"/>
            <a:ext cx="978408" cy="978408"/>
          </a:xfrm>
          <a:prstGeom prst="ellipse">
            <a:avLst/>
          </a:prstGeom>
          <a:ln w="6350">
            <a:solidFill>
              <a:schemeClr val="tx1"/>
            </a:solidFill>
          </a:ln>
        </p:spPr>
        <p:txBody>
          <a:bodyPr lIns="0" tIns="36000" rIns="0" bIns="0" rtlCol="0" anchor="ctr" anchorCtr="0">
            <a:noAutofit/>
          </a:bodyPr>
          <a:lstStyle>
            <a:lvl1pPr marL="0" indent="0" algn="ctr">
              <a:buNone/>
              <a:defRPr sz="7000" b="1">
                <a:ln w="6350">
                  <a:solidFill>
                    <a:schemeClr val="tx1"/>
                  </a:solidFill>
                </a:ln>
                <a:noFill/>
                <a:latin typeface="Tahoma" panose="020B0604030504040204" pitchFamily="34" charset="0"/>
              </a:defRPr>
            </a:lvl1pPr>
          </a:lstStyle>
          <a:p>
            <a:pPr lvl="0" rtl="0"/>
            <a:r>
              <a:rPr lang="ro-RO" noProof="0"/>
              <a:t>2</a:t>
            </a:r>
          </a:p>
        </p:txBody>
      </p:sp>
      <p:sp>
        <p:nvSpPr>
          <p:cNvPr id="23" name="Substituent text 15">
            <a:extLst>
              <a:ext uri="{FF2B5EF4-FFF2-40B4-BE49-F238E27FC236}">
                <a16:creationId xmlns:a16="http://schemas.microsoft.com/office/drawing/2014/main" id="{C12919ED-FD55-4081-BB4A-2B2FDA3BED17}"/>
              </a:ext>
            </a:extLst>
          </p:cNvPr>
          <p:cNvSpPr>
            <a:spLocks noGrp="1"/>
          </p:cNvSpPr>
          <p:nvPr>
            <p:ph type="body" sz="quarter" idx="31" hasCustomPrompt="1"/>
          </p:nvPr>
        </p:nvSpPr>
        <p:spPr>
          <a:xfrm>
            <a:off x="10397240" y="1239687"/>
            <a:ext cx="978408" cy="978408"/>
          </a:xfrm>
          <a:prstGeom prst="ellipse">
            <a:avLst/>
          </a:prstGeom>
          <a:ln w="6350">
            <a:solidFill>
              <a:schemeClr val="tx1"/>
            </a:solidFill>
          </a:ln>
        </p:spPr>
        <p:txBody>
          <a:bodyPr lIns="0" tIns="36000" rIns="0" bIns="0" rtlCol="0" anchor="ctr" anchorCtr="0">
            <a:noAutofit/>
          </a:bodyPr>
          <a:lstStyle>
            <a:lvl1pPr marL="0" indent="0" algn="ctr">
              <a:buNone/>
              <a:defRPr sz="7000" b="1">
                <a:ln w="6350">
                  <a:solidFill>
                    <a:schemeClr val="tx1"/>
                  </a:solidFill>
                </a:ln>
                <a:noFill/>
                <a:latin typeface="Tahoma" panose="020B0604030504040204" pitchFamily="34" charset="0"/>
              </a:defRPr>
            </a:lvl1pPr>
          </a:lstStyle>
          <a:p>
            <a:pPr lvl="0" rtl="0"/>
            <a:r>
              <a:rPr lang="ro-RO" noProof="0"/>
              <a:t>3</a:t>
            </a:r>
          </a:p>
        </p:txBody>
      </p:sp>
      <p:cxnSp>
        <p:nvCxnSpPr>
          <p:cNvPr id="24" name="Conector drept 23">
            <a:extLst>
              <a:ext uri="{FF2B5EF4-FFF2-40B4-BE49-F238E27FC236}">
                <a16:creationId xmlns:a16="http://schemas.microsoft.com/office/drawing/2014/main" id="{56A6259C-432B-4405-9E82-995AF092FB7A}"/>
              </a:ext>
            </a:extLst>
          </p:cNvPr>
          <p:cNvCxnSpPr>
            <a:cxnSpLocks/>
          </p:cNvCxnSpPr>
          <p:nvPr userDrawn="1"/>
        </p:nvCxnSpPr>
        <p:spPr>
          <a:xfrm rot="16200000" flipV="1">
            <a:off x="4068065" y="1728891"/>
            <a:ext cx="17928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Conector drept 24">
            <a:extLst>
              <a:ext uri="{FF2B5EF4-FFF2-40B4-BE49-F238E27FC236}">
                <a16:creationId xmlns:a16="http://schemas.microsoft.com/office/drawing/2014/main" id="{13BC485E-8BCE-479F-A7E9-7F9E193E6E96}"/>
              </a:ext>
            </a:extLst>
          </p:cNvPr>
          <p:cNvCxnSpPr>
            <a:cxnSpLocks/>
          </p:cNvCxnSpPr>
          <p:nvPr userDrawn="1"/>
        </p:nvCxnSpPr>
        <p:spPr>
          <a:xfrm>
            <a:off x="4964465" y="836613"/>
            <a:ext cx="5925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Conector drept 25">
            <a:extLst>
              <a:ext uri="{FF2B5EF4-FFF2-40B4-BE49-F238E27FC236}">
                <a16:creationId xmlns:a16="http://schemas.microsoft.com/office/drawing/2014/main" id="{D5094BC6-BA16-4E05-868C-3AE971AF3DA4}"/>
              </a:ext>
            </a:extLst>
          </p:cNvPr>
          <p:cNvCxnSpPr>
            <a:cxnSpLocks/>
          </p:cNvCxnSpPr>
          <p:nvPr userDrawn="1"/>
        </p:nvCxnSpPr>
        <p:spPr>
          <a:xfrm rot="16200000" flipV="1">
            <a:off x="10688444" y="1030491"/>
            <a:ext cx="39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Conector drept 26">
            <a:extLst>
              <a:ext uri="{FF2B5EF4-FFF2-40B4-BE49-F238E27FC236}">
                <a16:creationId xmlns:a16="http://schemas.microsoft.com/office/drawing/2014/main" id="{F9130EC6-4A8D-447F-862E-E5A693E68C8C}"/>
              </a:ext>
            </a:extLst>
          </p:cNvPr>
          <p:cNvCxnSpPr>
            <a:cxnSpLocks/>
          </p:cNvCxnSpPr>
          <p:nvPr userDrawn="1"/>
        </p:nvCxnSpPr>
        <p:spPr>
          <a:xfrm flipV="1">
            <a:off x="7925455" y="837355"/>
            <a:ext cx="0" cy="117818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Substituent text 2">
            <a:extLst>
              <a:ext uri="{FF2B5EF4-FFF2-40B4-BE49-F238E27FC236}">
                <a16:creationId xmlns:a16="http://schemas.microsoft.com/office/drawing/2014/main" id="{1B29C9C1-9494-4E8B-A0F3-611E947A19B3}"/>
              </a:ext>
            </a:extLst>
          </p:cNvPr>
          <p:cNvSpPr>
            <a:spLocks noGrp="1"/>
          </p:cNvSpPr>
          <p:nvPr>
            <p:ph type="body" idx="27" hasCustomPrompt="1"/>
          </p:nvPr>
        </p:nvSpPr>
        <p:spPr>
          <a:xfrm>
            <a:off x="3151266" y="4543170"/>
            <a:ext cx="2589369" cy="1280958"/>
          </a:xfrm>
        </p:spPr>
        <p:txBody>
          <a:bodyPr lIns="0" tIns="0" rIns="0" bIns="0" rtlCol="0">
            <a:normAutofit/>
          </a:bodyPr>
          <a:lstStyle>
            <a:lvl1pPr marL="216000" indent="-216000">
              <a:lnSpc>
                <a:spcPct val="100000"/>
              </a:lnSpc>
              <a:spcBef>
                <a:spcPts val="600"/>
              </a:spcBef>
              <a:buClr>
                <a:schemeClr val="tx1"/>
              </a:buClr>
              <a:buFont typeface="Courier New" panose="02070309020205020404" pitchFamily="49" charset="0"/>
              <a:buChar char="o"/>
              <a:defRPr sz="1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Editați stilurile de text coordonator</a:t>
            </a:r>
          </a:p>
        </p:txBody>
      </p:sp>
      <p:sp>
        <p:nvSpPr>
          <p:cNvPr id="30" name="Substituent text 2">
            <a:extLst>
              <a:ext uri="{FF2B5EF4-FFF2-40B4-BE49-F238E27FC236}">
                <a16:creationId xmlns:a16="http://schemas.microsoft.com/office/drawing/2014/main" id="{ABB09D16-148A-45C2-B0B8-1495E8DC7D64}"/>
              </a:ext>
            </a:extLst>
          </p:cNvPr>
          <p:cNvSpPr>
            <a:spLocks noGrp="1"/>
          </p:cNvSpPr>
          <p:nvPr>
            <p:ph type="body" idx="29" hasCustomPrompt="1"/>
          </p:nvPr>
        </p:nvSpPr>
        <p:spPr>
          <a:xfrm>
            <a:off x="3151265" y="4246467"/>
            <a:ext cx="2415199" cy="236141"/>
          </a:xfrm>
        </p:spPr>
        <p:txBody>
          <a:bodyPr lIns="0" tIns="0" rIns="0" bIns="0" rtlCol="0" anchor="b" anchorCtr="0">
            <a:normAutofit/>
          </a:bodyPr>
          <a:lstStyle>
            <a:lvl1pPr marL="0" indent="0" algn="r">
              <a:spcBef>
                <a:spcPts val="600"/>
              </a:spcBef>
              <a:buClr>
                <a:schemeClr val="tx1"/>
              </a:buClr>
              <a:buFont typeface="Courier New" panose="02070309020205020404" pitchFamily="49" charset="0"/>
              <a:buNone/>
              <a:defRPr sz="1600" b="0" i="1">
                <a:solidFill>
                  <a:schemeClr val="tx1"/>
                </a:solidFill>
                <a:latin typeface="+mn-lt"/>
                <a:cs typeface="Segoe UI" panose="020B05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Editați stilurile de text coordonator</a:t>
            </a:r>
          </a:p>
        </p:txBody>
      </p:sp>
      <p:sp>
        <p:nvSpPr>
          <p:cNvPr id="31" name="Substituent text 2">
            <a:extLst>
              <a:ext uri="{FF2B5EF4-FFF2-40B4-BE49-F238E27FC236}">
                <a16:creationId xmlns:a16="http://schemas.microsoft.com/office/drawing/2014/main" id="{67814C7C-3597-4B16-A4AC-D81985C587BD}"/>
              </a:ext>
            </a:extLst>
          </p:cNvPr>
          <p:cNvSpPr>
            <a:spLocks noGrp="1"/>
          </p:cNvSpPr>
          <p:nvPr>
            <p:ph type="body" idx="32" hasCustomPrompt="1"/>
          </p:nvPr>
        </p:nvSpPr>
        <p:spPr>
          <a:xfrm>
            <a:off x="3151265" y="3883902"/>
            <a:ext cx="2415199" cy="360000"/>
          </a:xfrm>
        </p:spPr>
        <p:txBody>
          <a:bodyPr lIns="0" tIns="0" rIns="0" bIns="0" rtlCol="0" anchor="b" anchorCtr="0">
            <a:normAutofit/>
          </a:bodyPr>
          <a:lstStyle>
            <a:lvl1pPr marL="0" indent="0" algn="r">
              <a:spcBef>
                <a:spcPts val="600"/>
              </a:spcBef>
              <a:buClr>
                <a:schemeClr val="tx1"/>
              </a:buClr>
              <a:buFont typeface="Courier New" panose="02070309020205020404" pitchFamily="49" charset="0"/>
              <a:buNone/>
              <a:defRPr sz="2000" b="1">
                <a:solidFill>
                  <a:schemeClr val="bg2"/>
                </a:solidFill>
                <a:latin typeface="Tahoma" panose="020B060403050404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Editați textul coordonator</a:t>
            </a:r>
          </a:p>
        </p:txBody>
      </p:sp>
      <p:sp>
        <p:nvSpPr>
          <p:cNvPr id="43" name="Substituent text 2">
            <a:extLst>
              <a:ext uri="{FF2B5EF4-FFF2-40B4-BE49-F238E27FC236}">
                <a16:creationId xmlns:a16="http://schemas.microsoft.com/office/drawing/2014/main" id="{EFE2A8C5-F462-436C-B748-BBE5D58CB8B4}"/>
              </a:ext>
            </a:extLst>
          </p:cNvPr>
          <p:cNvSpPr>
            <a:spLocks noGrp="1"/>
          </p:cNvSpPr>
          <p:nvPr>
            <p:ph type="body" idx="33" hasCustomPrompt="1"/>
          </p:nvPr>
        </p:nvSpPr>
        <p:spPr>
          <a:xfrm>
            <a:off x="6048861" y="3849559"/>
            <a:ext cx="2589369" cy="1786953"/>
          </a:xfrm>
        </p:spPr>
        <p:txBody>
          <a:bodyPr lIns="0" tIns="0" rIns="0" bIns="0" rtlCol="0">
            <a:normAutofit/>
          </a:bodyPr>
          <a:lstStyle>
            <a:lvl1pPr marL="216000" indent="-216000">
              <a:lnSpc>
                <a:spcPct val="100000"/>
              </a:lnSpc>
              <a:spcBef>
                <a:spcPts val="600"/>
              </a:spcBef>
              <a:buClr>
                <a:schemeClr val="tx1"/>
              </a:buClr>
              <a:buFont typeface="Courier New" panose="02070309020205020404" pitchFamily="49" charset="0"/>
              <a:buChar char="o"/>
              <a:defRPr sz="1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Editați stilurile de text coordonator</a:t>
            </a:r>
          </a:p>
        </p:txBody>
      </p:sp>
      <p:sp>
        <p:nvSpPr>
          <p:cNvPr id="44" name="Substituent text 2">
            <a:extLst>
              <a:ext uri="{FF2B5EF4-FFF2-40B4-BE49-F238E27FC236}">
                <a16:creationId xmlns:a16="http://schemas.microsoft.com/office/drawing/2014/main" id="{586DAC0D-9859-40A1-8456-F0B43D96718B}"/>
              </a:ext>
            </a:extLst>
          </p:cNvPr>
          <p:cNvSpPr>
            <a:spLocks noGrp="1"/>
          </p:cNvSpPr>
          <p:nvPr>
            <p:ph type="body" idx="34" hasCustomPrompt="1"/>
          </p:nvPr>
        </p:nvSpPr>
        <p:spPr>
          <a:xfrm>
            <a:off x="6048860" y="3552857"/>
            <a:ext cx="2415199" cy="236141"/>
          </a:xfrm>
        </p:spPr>
        <p:txBody>
          <a:bodyPr lIns="0" tIns="0" rIns="0" bIns="0" rtlCol="0" anchor="b" anchorCtr="0">
            <a:normAutofit/>
          </a:bodyPr>
          <a:lstStyle>
            <a:lvl1pPr marL="0" indent="0" algn="r">
              <a:spcBef>
                <a:spcPts val="600"/>
              </a:spcBef>
              <a:buClr>
                <a:schemeClr val="tx1"/>
              </a:buClr>
              <a:buFont typeface="Courier New" panose="02070309020205020404" pitchFamily="49" charset="0"/>
              <a:buNone/>
              <a:defRPr sz="1600" b="0" i="1">
                <a:solidFill>
                  <a:schemeClr val="tx1"/>
                </a:solidFill>
                <a:latin typeface="+mn-lt"/>
                <a:cs typeface="Segoe UI" panose="020B05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Editați stilurile de text coordonator</a:t>
            </a:r>
          </a:p>
        </p:txBody>
      </p:sp>
      <p:sp>
        <p:nvSpPr>
          <p:cNvPr id="45" name="Substituent text 2">
            <a:extLst>
              <a:ext uri="{FF2B5EF4-FFF2-40B4-BE49-F238E27FC236}">
                <a16:creationId xmlns:a16="http://schemas.microsoft.com/office/drawing/2014/main" id="{37B983EE-F89D-4F09-8A9F-2347FA364217}"/>
              </a:ext>
            </a:extLst>
          </p:cNvPr>
          <p:cNvSpPr>
            <a:spLocks noGrp="1"/>
          </p:cNvSpPr>
          <p:nvPr>
            <p:ph type="body" idx="35" hasCustomPrompt="1"/>
          </p:nvPr>
        </p:nvSpPr>
        <p:spPr>
          <a:xfrm>
            <a:off x="6048860" y="3190292"/>
            <a:ext cx="2415199" cy="360000"/>
          </a:xfrm>
        </p:spPr>
        <p:txBody>
          <a:bodyPr lIns="0" tIns="0" rIns="0" bIns="0" rtlCol="0" anchor="b" anchorCtr="0">
            <a:normAutofit/>
          </a:bodyPr>
          <a:lstStyle>
            <a:lvl1pPr marL="0" indent="0" algn="r">
              <a:spcBef>
                <a:spcPts val="600"/>
              </a:spcBef>
              <a:buClr>
                <a:schemeClr val="tx1"/>
              </a:buClr>
              <a:buFont typeface="Courier New" panose="02070309020205020404" pitchFamily="49" charset="0"/>
              <a:buNone/>
              <a:defRPr sz="2000" b="1">
                <a:solidFill>
                  <a:schemeClr val="bg2"/>
                </a:solidFill>
                <a:latin typeface="Tahoma" panose="020B060403050404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Editați textul coordonator</a:t>
            </a:r>
          </a:p>
        </p:txBody>
      </p:sp>
      <p:sp>
        <p:nvSpPr>
          <p:cNvPr id="46" name="Substituent text 2">
            <a:extLst>
              <a:ext uri="{FF2B5EF4-FFF2-40B4-BE49-F238E27FC236}">
                <a16:creationId xmlns:a16="http://schemas.microsoft.com/office/drawing/2014/main" id="{D30DD128-A937-4A2F-B070-523A5BAAE260}"/>
              </a:ext>
            </a:extLst>
          </p:cNvPr>
          <p:cNvSpPr>
            <a:spLocks noGrp="1"/>
          </p:cNvSpPr>
          <p:nvPr>
            <p:ph type="body" idx="36" hasCustomPrompt="1"/>
          </p:nvPr>
        </p:nvSpPr>
        <p:spPr>
          <a:xfrm>
            <a:off x="8975159" y="3147170"/>
            <a:ext cx="2589369" cy="2311934"/>
          </a:xfrm>
        </p:spPr>
        <p:txBody>
          <a:bodyPr lIns="0" tIns="0" rIns="0" bIns="0" rtlCol="0">
            <a:normAutofit/>
          </a:bodyPr>
          <a:lstStyle>
            <a:lvl1pPr marL="216000" indent="-216000">
              <a:lnSpc>
                <a:spcPct val="100000"/>
              </a:lnSpc>
              <a:spcBef>
                <a:spcPts val="600"/>
              </a:spcBef>
              <a:buClr>
                <a:schemeClr val="tx1"/>
              </a:buClr>
              <a:buFont typeface="Courier New" panose="02070309020205020404" pitchFamily="49" charset="0"/>
              <a:buChar char="o"/>
              <a:defRPr sz="1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Editați stilurile de text coordonator</a:t>
            </a:r>
          </a:p>
        </p:txBody>
      </p:sp>
      <p:sp>
        <p:nvSpPr>
          <p:cNvPr id="47" name="Substituent text 2">
            <a:extLst>
              <a:ext uri="{FF2B5EF4-FFF2-40B4-BE49-F238E27FC236}">
                <a16:creationId xmlns:a16="http://schemas.microsoft.com/office/drawing/2014/main" id="{5737B87C-E3C0-46B2-8B79-63EB60491503}"/>
              </a:ext>
            </a:extLst>
          </p:cNvPr>
          <p:cNvSpPr>
            <a:spLocks noGrp="1"/>
          </p:cNvSpPr>
          <p:nvPr>
            <p:ph type="body" idx="37" hasCustomPrompt="1"/>
          </p:nvPr>
        </p:nvSpPr>
        <p:spPr>
          <a:xfrm>
            <a:off x="8975158" y="2850467"/>
            <a:ext cx="2415199" cy="236141"/>
          </a:xfrm>
        </p:spPr>
        <p:txBody>
          <a:bodyPr lIns="0" tIns="0" rIns="0" bIns="0" rtlCol="0" anchor="b" anchorCtr="0">
            <a:normAutofit/>
          </a:bodyPr>
          <a:lstStyle>
            <a:lvl1pPr marL="0" indent="0" algn="r">
              <a:spcBef>
                <a:spcPts val="600"/>
              </a:spcBef>
              <a:buClr>
                <a:schemeClr val="tx1"/>
              </a:buClr>
              <a:buFont typeface="Courier New" panose="02070309020205020404" pitchFamily="49" charset="0"/>
              <a:buNone/>
              <a:defRPr sz="1600" b="0" i="1">
                <a:solidFill>
                  <a:schemeClr val="tx1"/>
                </a:solidFill>
                <a:latin typeface="+mn-lt"/>
                <a:cs typeface="Segoe UI" panose="020B05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Editați stilurile de text coordonator</a:t>
            </a:r>
          </a:p>
        </p:txBody>
      </p:sp>
      <p:sp>
        <p:nvSpPr>
          <p:cNvPr id="48" name="Substituent text 2">
            <a:extLst>
              <a:ext uri="{FF2B5EF4-FFF2-40B4-BE49-F238E27FC236}">
                <a16:creationId xmlns:a16="http://schemas.microsoft.com/office/drawing/2014/main" id="{22F76863-7DCD-4365-80F0-001D51F08779}"/>
              </a:ext>
            </a:extLst>
          </p:cNvPr>
          <p:cNvSpPr>
            <a:spLocks noGrp="1"/>
          </p:cNvSpPr>
          <p:nvPr>
            <p:ph type="body" idx="38" hasCustomPrompt="1"/>
          </p:nvPr>
        </p:nvSpPr>
        <p:spPr>
          <a:xfrm>
            <a:off x="8975158" y="2487902"/>
            <a:ext cx="2415199" cy="360000"/>
          </a:xfrm>
        </p:spPr>
        <p:txBody>
          <a:bodyPr lIns="0" tIns="0" rIns="0" bIns="0" rtlCol="0" anchor="b" anchorCtr="0">
            <a:normAutofit/>
          </a:bodyPr>
          <a:lstStyle>
            <a:lvl1pPr marL="0" indent="0" algn="r">
              <a:spcBef>
                <a:spcPts val="600"/>
              </a:spcBef>
              <a:buClr>
                <a:schemeClr val="tx1"/>
              </a:buClr>
              <a:buFont typeface="Courier New" panose="02070309020205020404" pitchFamily="49" charset="0"/>
              <a:buNone/>
              <a:defRPr sz="2000" b="1">
                <a:solidFill>
                  <a:schemeClr val="bg2"/>
                </a:solidFill>
                <a:latin typeface="Tahoma" panose="020B060403050404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Editați textul coordonator</a:t>
            </a:r>
          </a:p>
        </p:txBody>
      </p:sp>
    </p:spTree>
    <p:extLst>
      <p:ext uri="{BB962C8B-B14F-4D97-AF65-F5344CB8AC3E}">
        <p14:creationId xmlns:p14="http://schemas.microsoft.com/office/powerpoint/2010/main" val="30782733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spect de conținut tabel și diagramă">
    <p:spTree>
      <p:nvGrpSpPr>
        <p:cNvPr id="1" name=""/>
        <p:cNvGrpSpPr/>
        <p:nvPr/>
      </p:nvGrpSpPr>
      <p:grpSpPr>
        <a:xfrm>
          <a:off x="0" y="0"/>
          <a:ext cx="0" cy="0"/>
          <a:chOff x="0" y="0"/>
          <a:chExt cx="0" cy="0"/>
        </a:xfrm>
      </p:grpSpPr>
      <p:sp>
        <p:nvSpPr>
          <p:cNvPr id="15" name="Dreptunghi 14">
            <a:extLst>
              <a:ext uri="{FF2B5EF4-FFF2-40B4-BE49-F238E27FC236}">
                <a16:creationId xmlns:a16="http://schemas.microsoft.com/office/drawing/2014/main" id="{E8E3FDB8-6D5C-48FE-99EA-7EC60F4D8191}"/>
              </a:ext>
            </a:extLst>
          </p:cNvPr>
          <p:cNvSpPr/>
          <p:nvPr userDrawn="1"/>
        </p:nvSpPr>
        <p:spPr>
          <a:xfrm>
            <a:off x="0" y="0"/>
            <a:ext cx="12192000" cy="6858000"/>
          </a:xfrm>
          <a:prstGeom prst="rect">
            <a:avLst/>
          </a:prstGeom>
          <a:gradFill flip="none" rotWithShape="1">
            <a:gsLst>
              <a:gs pos="0">
                <a:schemeClr val="accent2"/>
              </a:gs>
              <a:gs pos="34000">
                <a:srgbClr val="0F1722"/>
              </a:gs>
              <a:gs pos="69000">
                <a:srgbClr val="0F1722"/>
              </a:gs>
              <a:gs pos="100000">
                <a:schemeClr val="accent5"/>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rtl="0"/>
            <a:endParaRPr lang="ro-RO" noProof="0"/>
          </a:p>
        </p:txBody>
      </p:sp>
      <p:sp>
        <p:nvSpPr>
          <p:cNvPr id="5" name="Substituent dată 4">
            <a:extLst>
              <a:ext uri="{FF2B5EF4-FFF2-40B4-BE49-F238E27FC236}">
                <a16:creationId xmlns:a16="http://schemas.microsoft.com/office/drawing/2014/main" id="{2D9775F3-A041-479A-8038-652B7D9C72E9}"/>
              </a:ext>
            </a:extLst>
          </p:cNvPr>
          <p:cNvSpPr>
            <a:spLocks noGrp="1"/>
          </p:cNvSpPr>
          <p:nvPr>
            <p:ph type="dt" sz="half" idx="10"/>
          </p:nvPr>
        </p:nvSpPr>
        <p:spPr/>
        <p:txBody>
          <a:bodyPr rtlCol="0"/>
          <a:lstStyle/>
          <a:p>
            <a:pPr rtl="0"/>
            <a:r>
              <a:rPr lang="ro-RO" noProof="0"/>
              <a:t>DD.MM.20XX</a:t>
            </a:r>
          </a:p>
        </p:txBody>
      </p:sp>
      <p:sp>
        <p:nvSpPr>
          <p:cNvPr id="6" name="Substituent subsol 5">
            <a:extLst>
              <a:ext uri="{FF2B5EF4-FFF2-40B4-BE49-F238E27FC236}">
                <a16:creationId xmlns:a16="http://schemas.microsoft.com/office/drawing/2014/main" id="{29BEDD04-BE4E-4B91-B13E-0C4FB3E1658F}"/>
              </a:ext>
            </a:extLst>
          </p:cNvPr>
          <p:cNvSpPr>
            <a:spLocks noGrp="1"/>
          </p:cNvSpPr>
          <p:nvPr>
            <p:ph type="ftr" sz="quarter" idx="11"/>
          </p:nvPr>
        </p:nvSpPr>
        <p:spPr/>
        <p:txBody>
          <a:bodyPr rtlCol="0"/>
          <a:lstStyle/>
          <a:p>
            <a:pPr rtl="0"/>
            <a:r>
              <a:rPr lang="ro-RO" noProof="0"/>
              <a:t>ADĂUGAREA UNUI SUBSOL</a:t>
            </a:r>
          </a:p>
        </p:txBody>
      </p:sp>
      <p:sp>
        <p:nvSpPr>
          <p:cNvPr id="7" name="Substituent număr diapozitiv 6">
            <a:extLst>
              <a:ext uri="{FF2B5EF4-FFF2-40B4-BE49-F238E27FC236}">
                <a16:creationId xmlns:a16="http://schemas.microsoft.com/office/drawing/2014/main" id="{306DF5D8-12DC-494E-B0F1-2E9C86A14544}"/>
              </a:ext>
            </a:extLst>
          </p:cNvPr>
          <p:cNvSpPr>
            <a:spLocks noGrp="1"/>
          </p:cNvSpPr>
          <p:nvPr>
            <p:ph type="sldNum" sz="quarter" idx="12"/>
          </p:nvPr>
        </p:nvSpPr>
        <p:spPr/>
        <p:txBody>
          <a:bodyPr rtlCol="0"/>
          <a:lstStyle/>
          <a:p>
            <a:pPr rtl="0"/>
            <a:fld id="{8D581BC7-E183-40DB-AC97-C19EA4EB8894}" type="slidenum">
              <a:rPr lang="ro-RO" noProof="0" smtClean="0"/>
              <a:t>‹#›</a:t>
            </a:fld>
            <a:endParaRPr lang="ro-RO" noProof="0"/>
          </a:p>
        </p:txBody>
      </p:sp>
      <p:sp>
        <p:nvSpPr>
          <p:cNvPr id="8" name="Titlu 1">
            <a:extLst>
              <a:ext uri="{FF2B5EF4-FFF2-40B4-BE49-F238E27FC236}">
                <a16:creationId xmlns:a16="http://schemas.microsoft.com/office/drawing/2014/main" id="{ABF87C9E-53A2-4DE1-89DC-3907BE2E3D3C}"/>
              </a:ext>
            </a:extLst>
          </p:cNvPr>
          <p:cNvSpPr>
            <a:spLocks noGrp="1"/>
          </p:cNvSpPr>
          <p:nvPr>
            <p:ph type="title" hasCustomPrompt="1"/>
          </p:nvPr>
        </p:nvSpPr>
        <p:spPr>
          <a:xfrm>
            <a:off x="6096000" y="707529"/>
            <a:ext cx="5314072" cy="569086"/>
          </a:xfrm>
        </p:spPr>
        <p:txBody>
          <a:bodyPr lIns="0" tIns="0" rIns="0" bIns="0" rtlCol="0" anchor="b">
            <a:normAutofit/>
          </a:bodyPr>
          <a:lstStyle>
            <a:lvl1pPr algn="l">
              <a:defRPr sz="3600"/>
            </a:lvl1pPr>
          </a:lstStyle>
          <a:p>
            <a:pPr rtl="0"/>
            <a:r>
              <a:rPr lang="ro-RO" noProof="0"/>
              <a:t>FACEȚI CLIC PENTRU A EDITA TITLUL</a:t>
            </a:r>
          </a:p>
        </p:txBody>
      </p:sp>
      <p:sp>
        <p:nvSpPr>
          <p:cNvPr id="10" name="Substituent imagine 10">
            <a:extLst>
              <a:ext uri="{FF2B5EF4-FFF2-40B4-BE49-F238E27FC236}">
                <a16:creationId xmlns:a16="http://schemas.microsoft.com/office/drawing/2014/main" id="{A541F291-2E4B-474E-9ED0-55C97A2A066D}"/>
              </a:ext>
            </a:extLst>
          </p:cNvPr>
          <p:cNvSpPr>
            <a:spLocks noGrp="1"/>
          </p:cNvSpPr>
          <p:nvPr>
            <p:ph type="pic" sz="quarter" idx="13"/>
          </p:nvPr>
        </p:nvSpPr>
        <p:spPr>
          <a:xfrm>
            <a:off x="831850" y="859665"/>
            <a:ext cx="1078992" cy="548640"/>
          </a:xfrm>
        </p:spPr>
        <p:txBody>
          <a:bodyPr rtlCol="0" anchor="ctr" anchorCtr="0">
            <a:normAutofit/>
          </a:bodyPr>
          <a:lstStyle>
            <a:lvl1pPr marL="0" indent="0" algn="ctr">
              <a:buNone/>
              <a:defRPr sz="1200"/>
            </a:lvl1pPr>
          </a:lstStyle>
          <a:p>
            <a:pPr rtl="0"/>
            <a:r>
              <a:rPr lang="ro-RO" noProof="0"/>
              <a:t>Faceți clic pe pictogramă pentru a adăuga o imagine</a:t>
            </a:r>
          </a:p>
        </p:txBody>
      </p:sp>
      <p:grpSp>
        <p:nvGrpSpPr>
          <p:cNvPr id="11" name="Grup 10">
            <a:extLst>
              <a:ext uri="{FF2B5EF4-FFF2-40B4-BE49-F238E27FC236}">
                <a16:creationId xmlns:a16="http://schemas.microsoft.com/office/drawing/2014/main" id="{59E4D57E-4989-4939-A31F-637543FAB606}"/>
              </a:ext>
            </a:extLst>
          </p:cNvPr>
          <p:cNvGrpSpPr/>
          <p:nvPr userDrawn="1"/>
        </p:nvGrpSpPr>
        <p:grpSpPr>
          <a:xfrm flipH="1">
            <a:off x="6096000" y="1383372"/>
            <a:ext cx="6096000" cy="100800"/>
            <a:chOff x="646015" y="3248308"/>
            <a:chExt cx="3107749" cy="100800"/>
          </a:xfrm>
        </p:grpSpPr>
        <p:cxnSp>
          <p:nvCxnSpPr>
            <p:cNvPr id="12" name="Conector drept 11">
              <a:extLst>
                <a:ext uri="{FF2B5EF4-FFF2-40B4-BE49-F238E27FC236}">
                  <a16:creationId xmlns:a16="http://schemas.microsoft.com/office/drawing/2014/main" id="{370B72A7-B625-48B8-88E6-BCE2A4DD531E}"/>
                </a:ext>
              </a:extLst>
            </p:cNvPr>
            <p:cNvCxnSpPr>
              <a:cxnSpLocks/>
            </p:cNvCxnSpPr>
            <p:nvPr userDrawn="1"/>
          </p:nvCxnSpPr>
          <p:spPr>
            <a:xfrm>
              <a:off x="646015" y="3290538"/>
              <a:ext cx="3107749"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01ED729F-F8A5-4244-9776-4935C260F11F}"/>
                </a:ext>
              </a:extLst>
            </p:cNvPr>
            <p:cNvSpPr/>
            <p:nvPr userDrawn="1"/>
          </p:nvSpPr>
          <p:spPr>
            <a:xfrm>
              <a:off x="3702376" y="3248308"/>
              <a:ext cx="51388" cy="100800"/>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a:p>
          </p:txBody>
        </p:sp>
      </p:grpSp>
      <p:cxnSp>
        <p:nvCxnSpPr>
          <p:cNvPr id="17" name="Conector drept 16">
            <a:extLst>
              <a:ext uri="{FF2B5EF4-FFF2-40B4-BE49-F238E27FC236}">
                <a16:creationId xmlns:a16="http://schemas.microsoft.com/office/drawing/2014/main" id="{6150998C-CF95-4C6F-8962-8EB2DB30177D}"/>
              </a:ext>
            </a:extLst>
          </p:cNvPr>
          <p:cNvCxnSpPr/>
          <p:nvPr userDrawn="1"/>
        </p:nvCxnSpPr>
        <p:spPr>
          <a:xfrm>
            <a:off x="11580000" y="6020920"/>
            <a:ext cx="612000"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F86A2ACD-8CF5-48A3-A678-E213A809B332}"/>
              </a:ext>
            </a:extLst>
          </p:cNvPr>
          <p:cNvSpPr/>
          <p:nvPr userDrawn="1"/>
        </p:nvSpPr>
        <p:spPr>
          <a:xfrm>
            <a:off x="11466563" y="5966056"/>
            <a:ext cx="109728" cy="109728"/>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a:p>
        </p:txBody>
      </p:sp>
      <p:cxnSp>
        <p:nvCxnSpPr>
          <p:cNvPr id="19" name="Conector drept 18">
            <a:extLst>
              <a:ext uri="{FF2B5EF4-FFF2-40B4-BE49-F238E27FC236}">
                <a16:creationId xmlns:a16="http://schemas.microsoft.com/office/drawing/2014/main" id="{F00811BB-0E37-4D70-84A5-97B3FBEDCBE6}"/>
              </a:ext>
            </a:extLst>
          </p:cNvPr>
          <p:cNvCxnSpPr>
            <a:cxnSpLocks/>
          </p:cNvCxnSpPr>
          <p:nvPr userDrawn="1"/>
        </p:nvCxnSpPr>
        <p:spPr>
          <a:xfrm flipV="1">
            <a:off x="0" y="6020920"/>
            <a:ext cx="803275" cy="468"/>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D03B3046-0457-4D23-8E0C-64E3FCD620BB}"/>
              </a:ext>
            </a:extLst>
          </p:cNvPr>
          <p:cNvSpPr/>
          <p:nvPr userDrawn="1"/>
        </p:nvSpPr>
        <p:spPr>
          <a:xfrm>
            <a:off x="809310" y="5879656"/>
            <a:ext cx="283464" cy="283464"/>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a:p>
        </p:txBody>
      </p:sp>
      <p:sp>
        <p:nvSpPr>
          <p:cNvPr id="36" name="Substituent text 2">
            <a:extLst>
              <a:ext uri="{FF2B5EF4-FFF2-40B4-BE49-F238E27FC236}">
                <a16:creationId xmlns:a16="http://schemas.microsoft.com/office/drawing/2014/main" id="{99E02476-A734-4A74-BC42-F104B37C8C19}"/>
              </a:ext>
            </a:extLst>
          </p:cNvPr>
          <p:cNvSpPr>
            <a:spLocks noGrp="1"/>
          </p:cNvSpPr>
          <p:nvPr>
            <p:ph type="body" idx="29" hasCustomPrompt="1"/>
          </p:nvPr>
        </p:nvSpPr>
        <p:spPr>
          <a:xfrm>
            <a:off x="831850" y="2031832"/>
            <a:ext cx="2915732" cy="360000"/>
          </a:xfrm>
        </p:spPr>
        <p:txBody>
          <a:bodyPr lIns="0" tIns="0" rIns="0" bIns="0" rtlCol="0" anchor="b" anchorCtr="0">
            <a:normAutofit/>
          </a:bodyPr>
          <a:lstStyle>
            <a:lvl1pPr marL="0" indent="0">
              <a:spcBef>
                <a:spcPts val="600"/>
              </a:spcBef>
              <a:buClr>
                <a:schemeClr val="tx1"/>
              </a:buClr>
              <a:buFont typeface="Courier New" panose="02070309020205020404" pitchFamily="49" charset="0"/>
              <a:buNone/>
              <a:defRPr sz="2000" b="1">
                <a:solidFill>
                  <a:schemeClr val="bg2"/>
                </a:solidFill>
                <a:latin typeface="Tahoma" panose="020B060403050404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Editați stilurile de text coordonator</a:t>
            </a:r>
          </a:p>
        </p:txBody>
      </p:sp>
      <p:sp>
        <p:nvSpPr>
          <p:cNvPr id="24" name="Substituent text 2">
            <a:extLst>
              <a:ext uri="{FF2B5EF4-FFF2-40B4-BE49-F238E27FC236}">
                <a16:creationId xmlns:a16="http://schemas.microsoft.com/office/drawing/2014/main" id="{FB2A0B34-417C-46AC-95C0-9B2A2FCC8BFC}"/>
              </a:ext>
            </a:extLst>
          </p:cNvPr>
          <p:cNvSpPr>
            <a:spLocks noGrp="1"/>
          </p:cNvSpPr>
          <p:nvPr>
            <p:ph type="body" idx="31" hasCustomPrompt="1"/>
          </p:nvPr>
        </p:nvSpPr>
        <p:spPr>
          <a:xfrm>
            <a:off x="6096000" y="2031832"/>
            <a:ext cx="2915732" cy="360000"/>
          </a:xfrm>
        </p:spPr>
        <p:txBody>
          <a:bodyPr lIns="0" tIns="0" rIns="0" bIns="0" rtlCol="0" anchor="b" anchorCtr="0">
            <a:normAutofit/>
          </a:bodyPr>
          <a:lstStyle>
            <a:lvl1pPr marL="0" indent="0">
              <a:spcBef>
                <a:spcPts val="600"/>
              </a:spcBef>
              <a:buClr>
                <a:schemeClr val="tx1"/>
              </a:buClr>
              <a:buFont typeface="Courier New" panose="02070309020205020404" pitchFamily="49" charset="0"/>
              <a:buNone/>
              <a:defRPr sz="2000" b="1">
                <a:solidFill>
                  <a:schemeClr val="bg2"/>
                </a:solidFill>
                <a:latin typeface="Tahoma" panose="020B060403050404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Editați stilurile de text coordonator</a:t>
            </a:r>
          </a:p>
        </p:txBody>
      </p:sp>
      <p:sp>
        <p:nvSpPr>
          <p:cNvPr id="3" name="Substituent conținut 2">
            <a:extLst>
              <a:ext uri="{FF2B5EF4-FFF2-40B4-BE49-F238E27FC236}">
                <a16:creationId xmlns:a16="http://schemas.microsoft.com/office/drawing/2014/main" id="{7D36F8EF-728B-45C1-87D8-4AD8FA8F3716}"/>
              </a:ext>
            </a:extLst>
          </p:cNvPr>
          <p:cNvSpPr>
            <a:spLocks noGrp="1"/>
          </p:cNvSpPr>
          <p:nvPr>
            <p:ph sz="quarter" idx="32"/>
          </p:nvPr>
        </p:nvSpPr>
        <p:spPr>
          <a:xfrm>
            <a:off x="803275" y="2524125"/>
            <a:ext cx="4970463" cy="2935288"/>
          </a:xfrm>
        </p:spPr>
        <p:txBody>
          <a:bodyPr rtlCol="0">
            <a:normAutofit/>
          </a:bodyPr>
          <a:lstStyle>
            <a:lvl1pPr>
              <a:defRPr sz="1400"/>
            </a:lvl1pPr>
            <a:lvl2pPr>
              <a:defRPr sz="1400"/>
            </a:lvl2pPr>
            <a:lvl3pPr>
              <a:defRPr sz="1400"/>
            </a:lvl3pPr>
            <a:lvl4pPr>
              <a:defRPr sz="1400"/>
            </a:lvl4pPr>
            <a:lvl5pPr>
              <a:defRPr sz="1400"/>
            </a:lvl5pPr>
          </a:lstStyle>
          <a:p>
            <a:pPr lvl="0" rtl="0"/>
            <a:r>
              <a:rPr lang="ro-RO" noProof="0"/>
              <a:t>Faceţi clic pentru a edita Master stiluri text</a:t>
            </a:r>
          </a:p>
          <a:p>
            <a:pPr lvl="1" rtl="0"/>
            <a:r>
              <a:rPr lang="ro-RO" noProof="0"/>
              <a:t>al doilea nivel</a:t>
            </a:r>
          </a:p>
          <a:p>
            <a:pPr lvl="2" rtl="0"/>
            <a:r>
              <a:rPr lang="ro-RO" noProof="0"/>
              <a:t>al treilea nivel</a:t>
            </a:r>
          </a:p>
          <a:p>
            <a:pPr lvl="3" rtl="0"/>
            <a:r>
              <a:rPr lang="ro-RO" noProof="0"/>
              <a:t>al patrulea nivel</a:t>
            </a:r>
          </a:p>
          <a:p>
            <a:pPr lvl="4" rtl="0"/>
            <a:r>
              <a:rPr lang="ro-RO" noProof="0"/>
              <a:t>al cincilea nivel</a:t>
            </a:r>
          </a:p>
        </p:txBody>
      </p:sp>
      <p:sp>
        <p:nvSpPr>
          <p:cNvPr id="22" name="Substituent conținut 2">
            <a:extLst>
              <a:ext uri="{FF2B5EF4-FFF2-40B4-BE49-F238E27FC236}">
                <a16:creationId xmlns:a16="http://schemas.microsoft.com/office/drawing/2014/main" id="{7395C5B4-6B03-4F70-96F8-3AE3A7817B52}"/>
              </a:ext>
            </a:extLst>
          </p:cNvPr>
          <p:cNvSpPr>
            <a:spLocks noGrp="1"/>
          </p:cNvSpPr>
          <p:nvPr>
            <p:ph sz="quarter" idx="33"/>
          </p:nvPr>
        </p:nvSpPr>
        <p:spPr>
          <a:xfrm>
            <a:off x="6096000" y="2524125"/>
            <a:ext cx="4970463" cy="2935288"/>
          </a:xfrm>
        </p:spPr>
        <p:txBody>
          <a:bodyPr rtlCol="0">
            <a:normAutofit/>
          </a:bodyPr>
          <a:lstStyle>
            <a:lvl1pPr>
              <a:defRPr sz="1400"/>
            </a:lvl1pPr>
            <a:lvl2pPr>
              <a:defRPr sz="1400"/>
            </a:lvl2pPr>
            <a:lvl3pPr>
              <a:defRPr sz="1400"/>
            </a:lvl3pPr>
            <a:lvl4pPr>
              <a:defRPr sz="1400"/>
            </a:lvl4pPr>
            <a:lvl5pPr>
              <a:defRPr sz="1400"/>
            </a:lvl5pPr>
          </a:lstStyle>
          <a:p>
            <a:pPr lvl="0" rtl="0"/>
            <a:r>
              <a:rPr lang="ro-RO" noProof="0"/>
              <a:t>Faceţi clic pentru a edita Master stiluri text</a:t>
            </a:r>
          </a:p>
          <a:p>
            <a:pPr lvl="1" rtl="0"/>
            <a:r>
              <a:rPr lang="ro-RO" noProof="0"/>
              <a:t>al doilea nivel</a:t>
            </a:r>
          </a:p>
          <a:p>
            <a:pPr lvl="2" rtl="0"/>
            <a:r>
              <a:rPr lang="ro-RO" noProof="0"/>
              <a:t>al treilea nivel</a:t>
            </a:r>
          </a:p>
          <a:p>
            <a:pPr lvl="3" rtl="0"/>
            <a:r>
              <a:rPr lang="ro-RO" noProof="0"/>
              <a:t>al patrulea nivel</a:t>
            </a:r>
          </a:p>
          <a:p>
            <a:pPr lvl="4" rtl="0"/>
            <a:r>
              <a:rPr lang="ro-RO" noProof="0"/>
              <a:t>al cincilea nivel</a:t>
            </a:r>
          </a:p>
        </p:txBody>
      </p:sp>
    </p:spTree>
    <p:extLst>
      <p:ext uri="{BB962C8B-B14F-4D97-AF65-F5344CB8AC3E}">
        <p14:creationId xmlns:p14="http://schemas.microsoft.com/office/powerpoint/2010/main" val="7789154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Aspect conținut cronologie">
    <p:spTree>
      <p:nvGrpSpPr>
        <p:cNvPr id="1" name=""/>
        <p:cNvGrpSpPr/>
        <p:nvPr/>
      </p:nvGrpSpPr>
      <p:grpSpPr>
        <a:xfrm>
          <a:off x="0" y="0"/>
          <a:ext cx="0" cy="0"/>
          <a:chOff x="0" y="0"/>
          <a:chExt cx="0" cy="0"/>
        </a:xfrm>
      </p:grpSpPr>
      <p:sp>
        <p:nvSpPr>
          <p:cNvPr id="15" name="Dreptunghi 14">
            <a:extLst>
              <a:ext uri="{FF2B5EF4-FFF2-40B4-BE49-F238E27FC236}">
                <a16:creationId xmlns:a16="http://schemas.microsoft.com/office/drawing/2014/main" id="{E8E3FDB8-6D5C-48FE-99EA-7EC60F4D8191}"/>
              </a:ext>
            </a:extLst>
          </p:cNvPr>
          <p:cNvSpPr/>
          <p:nvPr userDrawn="1"/>
        </p:nvSpPr>
        <p:spPr>
          <a:xfrm>
            <a:off x="0" y="0"/>
            <a:ext cx="12192000" cy="6858000"/>
          </a:xfrm>
          <a:prstGeom prst="rect">
            <a:avLst/>
          </a:prstGeom>
          <a:gradFill flip="none" rotWithShape="1">
            <a:gsLst>
              <a:gs pos="0">
                <a:schemeClr val="accent2"/>
              </a:gs>
              <a:gs pos="34000">
                <a:srgbClr val="0F1722"/>
              </a:gs>
              <a:gs pos="69000">
                <a:srgbClr val="0F1722"/>
              </a:gs>
              <a:gs pos="100000">
                <a:schemeClr val="accent5"/>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rtl="0"/>
            <a:endParaRPr lang="ro-RO" noProof="0"/>
          </a:p>
        </p:txBody>
      </p:sp>
      <p:sp>
        <p:nvSpPr>
          <p:cNvPr id="5" name="Substituent dată 4">
            <a:extLst>
              <a:ext uri="{FF2B5EF4-FFF2-40B4-BE49-F238E27FC236}">
                <a16:creationId xmlns:a16="http://schemas.microsoft.com/office/drawing/2014/main" id="{2D9775F3-A041-479A-8038-652B7D9C72E9}"/>
              </a:ext>
            </a:extLst>
          </p:cNvPr>
          <p:cNvSpPr>
            <a:spLocks noGrp="1"/>
          </p:cNvSpPr>
          <p:nvPr>
            <p:ph type="dt" sz="half" idx="10"/>
          </p:nvPr>
        </p:nvSpPr>
        <p:spPr/>
        <p:txBody>
          <a:bodyPr rtlCol="0"/>
          <a:lstStyle/>
          <a:p>
            <a:pPr rtl="0"/>
            <a:r>
              <a:rPr lang="ro-RO" noProof="0"/>
              <a:t>DD.MM.20XX</a:t>
            </a:r>
          </a:p>
        </p:txBody>
      </p:sp>
      <p:sp>
        <p:nvSpPr>
          <p:cNvPr id="6" name="Substituent subsol 5">
            <a:extLst>
              <a:ext uri="{FF2B5EF4-FFF2-40B4-BE49-F238E27FC236}">
                <a16:creationId xmlns:a16="http://schemas.microsoft.com/office/drawing/2014/main" id="{29BEDD04-BE4E-4B91-B13E-0C4FB3E1658F}"/>
              </a:ext>
            </a:extLst>
          </p:cNvPr>
          <p:cNvSpPr>
            <a:spLocks noGrp="1"/>
          </p:cNvSpPr>
          <p:nvPr>
            <p:ph type="ftr" sz="quarter" idx="11"/>
          </p:nvPr>
        </p:nvSpPr>
        <p:spPr/>
        <p:txBody>
          <a:bodyPr rtlCol="0"/>
          <a:lstStyle/>
          <a:p>
            <a:pPr rtl="0"/>
            <a:r>
              <a:rPr lang="ro-RO" noProof="0"/>
              <a:t>ADĂUGAREA UNUI SUBSOL</a:t>
            </a:r>
          </a:p>
        </p:txBody>
      </p:sp>
      <p:sp>
        <p:nvSpPr>
          <p:cNvPr id="7" name="Substituent număr diapozitiv 6">
            <a:extLst>
              <a:ext uri="{FF2B5EF4-FFF2-40B4-BE49-F238E27FC236}">
                <a16:creationId xmlns:a16="http://schemas.microsoft.com/office/drawing/2014/main" id="{306DF5D8-12DC-494E-B0F1-2E9C86A14544}"/>
              </a:ext>
            </a:extLst>
          </p:cNvPr>
          <p:cNvSpPr>
            <a:spLocks noGrp="1"/>
          </p:cNvSpPr>
          <p:nvPr>
            <p:ph type="sldNum" sz="quarter" idx="12"/>
          </p:nvPr>
        </p:nvSpPr>
        <p:spPr/>
        <p:txBody>
          <a:bodyPr rtlCol="0"/>
          <a:lstStyle/>
          <a:p>
            <a:pPr rtl="0"/>
            <a:fld id="{8D581BC7-E183-40DB-AC97-C19EA4EB8894}" type="slidenum">
              <a:rPr lang="ro-RO" noProof="0" smtClean="0"/>
              <a:t>‹#›</a:t>
            </a:fld>
            <a:endParaRPr lang="ro-RO" noProof="0"/>
          </a:p>
        </p:txBody>
      </p:sp>
      <p:sp>
        <p:nvSpPr>
          <p:cNvPr id="8" name="Titlu 1">
            <a:extLst>
              <a:ext uri="{FF2B5EF4-FFF2-40B4-BE49-F238E27FC236}">
                <a16:creationId xmlns:a16="http://schemas.microsoft.com/office/drawing/2014/main" id="{ABF87C9E-53A2-4DE1-89DC-3907BE2E3D3C}"/>
              </a:ext>
            </a:extLst>
          </p:cNvPr>
          <p:cNvSpPr>
            <a:spLocks noGrp="1"/>
          </p:cNvSpPr>
          <p:nvPr>
            <p:ph type="title" hasCustomPrompt="1"/>
          </p:nvPr>
        </p:nvSpPr>
        <p:spPr>
          <a:xfrm>
            <a:off x="8736466" y="707529"/>
            <a:ext cx="2673606" cy="569086"/>
          </a:xfrm>
        </p:spPr>
        <p:txBody>
          <a:bodyPr lIns="0" tIns="0" rIns="0" bIns="0" rtlCol="0" anchor="b">
            <a:normAutofit/>
          </a:bodyPr>
          <a:lstStyle>
            <a:lvl1pPr algn="r">
              <a:defRPr sz="3600"/>
            </a:lvl1pPr>
          </a:lstStyle>
          <a:p>
            <a:pPr rtl="0"/>
            <a:r>
              <a:rPr lang="ro-RO" noProof="0"/>
              <a:t>CRONOLOGIE</a:t>
            </a:r>
          </a:p>
        </p:txBody>
      </p:sp>
      <p:sp>
        <p:nvSpPr>
          <p:cNvPr id="9" name="Substituent text 2">
            <a:extLst>
              <a:ext uri="{FF2B5EF4-FFF2-40B4-BE49-F238E27FC236}">
                <a16:creationId xmlns:a16="http://schemas.microsoft.com/office/drawing/2014/main" id="{EB453F8F-AA02-4E0D-93BF-8CF4F1490377}"/>
              </a:ext>
            </a:extLst>
          </p:cNvPr>
          <p:cNvSpPr>
            <a:spLocks noGrp="1"/>
          </p:cNvSpPr>
          <p:nvPr>
            <p:ph type="body" idx="1" hasCustomPrompt="1"/>
          </p:nvPr>
        </p:nvSpPr>
        <p:spPr>
          <a:xfrm>
            <a:off x="9147803" y="1625821"/>
            <a:ext cx="2262267" cy="2021536"/>
          </a:xfrm>
        </p:spPr>
        <p:txBody>
          <a:bodyPr lIns="0" tIns="0" rIns="0" bIns="0" rtlCol="0">
            <a:normAutofit/>
          </a:bodyPr>
          <a:lstStyle>
            <a:lvl1pPr marL="0" indent="0" algn="r">
              <a:lnSpc>
                <a:spcPct val="100000"/>
              </a:lnSpc>
              <a:buNone/>
              <a:defRPr sz="1800" b="1">
                <a:solidFill>
                  <a:schemeClr val="tx1"/>
                </a:solidFill>
                <a:latin typeface="+mn-lt"/>
                <a:cs typeface="Segoe UI Semibold" panose="020B07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EDITAȚI STILURILE DE TEXT COORDONATOR</a:t>
            </a:r>
          </a:p>
        </p:txBody>
      </p:sp>
      <p:sp>
        <p:nvSpPr>
          <p:cNvPr id="10" name="Substituent imagine 10">
            <a:extLst>
              <a:ext uri="{FF2B5EF4-FFF2-40B4-BE49-F238E27FC236}">
                <a16:creationId xmlns:a16="http://schemas.microsoft.com/office/drawing/2014/main" id="{A541F291-2E4B-474E-9ED0-55C97A2A066D}"/>
              </a:ext>
            </a:extLst>
          </p:cNvPr>
          <p:cNvSpPr>
            <a:spLocks noGrp="1"/>
          </p:cNvSpPr>
          <p:nvPr>
            <p:ph type="pic" sz="quarter" idx="13"/>
          </p:nvPr>
        </p:nvSpPr>
        <p:spPr>
          <a:xfrm>
            <a:off x="831850" y="859665"/>
            <a:ext cx="1078992" cy="548640"/>
          </a:xfrm>
        </p:spPr>
        <p:txBody>
          <a:bodyPr rtlCol="0" anchor="ctr" anchorCtr="0">
            <a:normAutofit/>
          </a:bodyPr>
          <a:lstStyle>
            <a:lvl1pPr marL="0" indent="0" algn="ctr">
              <a:buNone/>
              <a:defRPr sz="1200"/>
            </a:lvl1pPr>
          </a:lstStyle>
          <a:p>
            <a:pPr rtl="0"/>
            <a:r>
              <a:rPr lang="ro-RO" noProof="0"/>
              <a:t>Faceți clic pe pictogramă pentru a adăuga o imagine</a:t>
            </a:r>
          </a:p>
        </p:txBody>
      </p:sp>
      <p:grpSp>
        <p:nvGrpSpPr>
          <p:cNvPr id="11" name="Grup 10">
            <a:extLst>
              <a:ext uri="{FF2B5EF4-FFF2-40B4-BE49-F238E27FC236}">
                <a16:creationId xmlns:a16="http://schemas.microsoft.com/office/drawing/2014/main" id="{59E4D57E-4989-4939-A31F-637543FAB606}"/>
              </a:ext>
            </a:extLst>
          </p:cNvPr>
          <p:cNvGrpSpPr/>
          <p:nvPr userDrawn="1"/>
        </p:nvGrpSpPr>
        <p:grpSpPr>
          <a:xfrm flipH="1">
            <a:off x="9097797" y="1375202"/>
            <a:ext cx="3094215" cy="100800"/>
            <a:chOff x="2729179" y="3240138"/>
            <a:chExt cx="1577429" cy="100800"/>
          </a:xfrm>
        </p:grpSpPr>
        <p:cxnSp>
          <p:nvCxnSpPr>
            <p:cNvPr id="12" name="Conector drept 11">
              <a:extLst>
                <a:ext uri="{FF2B5EF4-FFF2-40B4-BE49-F238E27FC236}">
                  <a16:creationId xmlns:a16="http://schemas.microsoft.com/office/drawing/2014/main" id="{370B72A7-B625-48B8-88E6-BCE2A4DD531E}"/>
                </a:ext>
              </a:extLst>
            </p:cNvPr>
            <p:cNvCxnSpPr>
              <a:cxnSpLocks/>
            </p:cNvCxnSpPr>
            <p:nvPr userDrawn="1"/>
          </p:nvCxnSpPr>
          <p:spPr>
            <a:xfrm>
              <a:off x="2729179" y="3290538"/>
              <a:ext cx="1551931"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01ED729F-F8A5-4244-9776-4935C260F11F}"/>
                </a:ext>
              </a:extLst>
            </p:cNvPr>
            <p:cNvSpPr/>
            <p:nvPr userDrawn="1"/>
          </p:nvSpPr>
          <p:spPr>
            <a:xfrm>
              <a:off x="4255220" y="3240138"/>
              <a:ext cx="51388" cy="100800"/>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a:p>
          </p:txBody>
        </p:sp>
      </p:grpSp>
      <p:cxnSp>
        <p:nvCxnSpPr>
          <p:cNvPr id="17" name="Conector drept 16">
            <a:extLst>
              <a:ext uri="{FF2B5EF4-FFF2-40B4-BE49-F238E27FC236}">
                <a16:creationId xmlns:a16="http://schemas.microsoft.com/office/drawing/2014/main" id="{6150998C-CF95-4C6F-8962-8EB2DB30177D}"/>
              </a:ext>
            </a:extLst>
          </p:cNvPr>
          <p:cNvCxnSpPr/>
          <p:nvPr userDrawn="1"/>
        </p:nvCxnSpPr>
        <p:spPr>
          <a:xfrm>
            <a:off x="11580000" y="6020920"/>
            <a:ext cx="612000"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F86A2ACD-8CF5-48A3-A678-E213A809B332}"/>
              </a:ext>
            </a:extLst>
          </p:cNvPr>
          <p:cNvSpPr/>
          <p:nvPr userDrawn="1"/>
        </p:nvSpPr>
        <p:spPr>
          <a:xfrm>
            <a:off x="11466563" y="5966056"/>
            <a:ext cx="109728" cy="109728"/>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a:p>
        </p:txBody>
      </p:sp>
      <p:cxnSp>
        <p:nvCxnSpPr>
          <p:cNvPr id="19" name="Conector drept 18">
            <a:extLst>
              <a:ext uri="{FF2B5EF4-FFF2-40B4-BE49-F238E27FC236}">
                <a16:creationId xmlns:a16="http://schemas.microsoft.com/office/drawing/2014/main" id="{F00811BB-0E37-4D70-84A5-97B3FBEDCBE6}"/>
              </a:ext>
            </a:extLst>
          </p:cNvPr>
          <p:cNvCxnSpPr>
            <a:cxnSpLocks/>
          </p:cNvCxnSpPr>
          <p:nvPr userDrawn="1"/>
        </p:nvCxnSpPr>
        <p:spPr>
          <a:xfrm flipV="1">
            <a:off x="0" y="6020920"/>
            <a:ext cx="803275" cy="468"/>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D03B3046-0457-4D23-8E0C-64E3FCD620BB}"/>
              </a:ext>
            </a:extLst>
          </p:cNvPr>
          <p:cNvSpPr/>
          <p:nvPr userDrawn="1"/>
        </p:nvSpPr>
        <p:spPr>
          <a:xfrm>
            <a:off x="809310" y="5879656"/>
            <a:ext cx="283464" cy="283464"/>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a:p>
        </p:txBody>
      </p:sp>
      <p:sp>
        <p:nvSpPr>
          <p:cNvPr id="16" name="Substituent text 15">
            <a:extLst>
              <a:ext uri="{FF2B5EF4-FFF2-40B4-BE49-F238E27FC236}">
                <a16:creationId xmlns:a16="http://schemas.microsoft.com/office/drawing/2014/main" id="{D0092E26-7A96-4712-98A7-FFDA7C3D7721}"/>
              </a:ext>
            </a:extLst>
          </p:cNvPr>
          <p:cNvSpPr>
            <a:spLocks noGrp="1"/>
          </p:cNvSpPr>
          <p:nvPr>
            <p:ph type="body" sz="quarter" idx="26" hasCustomPrompt="1"/>
          </p:nvPr>
        </p:nvSpPr>
        <p:spPr>
          <a:xfrm>
            <a:off x="2618284" y="685667"/>
            <a:ext cx="2616212" cy="978408"/>
          </a:xfrm>
          <a:prstGeom prst="rect">
            <a:avLst/>
          </a:prstGeom>
          <a:ln w="6350">
            <a:noFill/>
          </a:ln>
        </p:spPr>
        <p:txBody>
          <a:bodyPr lIns="0" tIns="0" rIns="0" bIns="0" rtlCol="0" anchor="ctr" anchorCtr="0">
            <a:noAutofit/>
          </a:bodyPr>
          <a:lstStyle>
            <a:lvl1pPr marL="0" indent="0" algn="ctr">
              <a:buNone/>
              <a:defRPr sz="7000" b="1">
                <a:ln w="6350">
                  <a:solidFill>
                    <a:schemeClr val="tx1"/>
                  </a:solidFill>
                </a:ln>
                <a:noFill/>
                <a:latin typeface="Tahoma" panose="020B0604030504040204" pitchFamily="34" charset="0"/>
              </a:defRPr>
            </a:lvl1pPr>
          </a:lstStyle>
          <a:p>
            <a:pPr lvl="0" rtl="0"/>
            <a:r>
              <a:rPr lang="ro-RO" noProof="0"/>
              <a:t>20XX</a:t>
            </a:r>
          </a:p>
        </p:txBody>
      </p:sp>
      <p:sp>
        <p:nvSpPr>
          <p:cNvPr id="34" name="Substituent text 2">
            <a:extLst>
              <a:ext uri="{FF2B5EF4-FFF2-40B4-BE49-F238E27FC236}">
                <a16:creationId xmlns:a16="http://schemas.microsoft.com/office/drawing/2014/main" id="{B17B484C-F876-40B2-89DE-FC7A9E54C835}"/>
              </a:ext>
            </a:extLst>
          </p:cNvPr>
          <p:cNvSpPr>
            <a:spLocks noGrp="1"/>
          </p:cNvSpPr>
          <p:nvPr>
            <p:ph type="body" idx="27" hasCustomPrompt="1"/>
          </p:nvPr>
        </p:nvSpPr>
        <p:spPr>
          <a:xfrm>
            <a:off x="5930241" y="1079309"/>
            <a:ext cx="2810591" cy="758864"/>
          </a:xfrm>
        </p:spPr>
        <p:txBody>
          <a:bodyPr lIns="0" tIns="0" rIns="0" bIns="0" rtlCol="0">
            <a:normAutofit/>
          </a:bodyPr>
          <a:lstStyle>
            <a:lvl1pPr marL="0" indent="0">
              <a:lnSpc>
                <a:spcPct val="100000"/>
              </a:lnSpc>
              <a:spcBef>
                <a:spcPts val="600"/>
              </a:spcBef>
              <a:buClr>
                <a:schemeClr val="tx1"/>
              </a:buClr>
              <a:buFont typeface="Courier New" panose="02070309020205020404" pitchFamily="49" charset="0"/>
              <a:buNone/>
              <a:defRPr sz="1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Editați stilurile de text coordonator</a:t>
            </a:r>
          </a:p>
        </p:txBody>
      </p:sp>
      <p:sp>
        <p:nvSpPr>
          <p:cNvPr id="36" name="Substituent text 2">
            <a:extLst>
              <a:ext uri="{FF2B5EF4-FFF2-40B4-BE49-F238E27FC236}">
                <a16:creationId xmlns:a16="http://schemas.microsoft.com/office/drawing/2014/main" id="{99E02476-A734-4A74-BC42-F104B37C8C19}"/>
              </a:ext>
            </a:extLst>
          </p:cNvPr>
          <p:cNvSpPr>
            <a:spLocks noGrp="1"/>
          </p:cNvSpPr>
          <p:nvPr>
            <p:ph type="body" idx="29" hasCustomPrompt="1"/>
          </p:nvPr>
        </p:nvSpPr>
        <p:spPr>
          <a:xfrm>
            <a:off x="5930241" y="786637"/>
            <a:ext cx="2810591" cy="292671"/>
          </a:xfrm>
        </p:spPr>
        <p:txBody>
          <a:bodyPr lIns="0" tIns="0" rIns="0" bIns="0" rtlCol="0" anchor="t" anchorCtr="0">
            <a:normAutofit/>
          </a:bodyPr>
          <a:lstStyle>
            <a:lvl1pPr marL="0" indent="0">
              <a:spcBef>
                <a:spcPts val="600"/>
              </a:spcBef>
              <a:buClr>
                <a:schemeClr val="tx1"/>
              </a:buClr>
              <a:buFont typeface="Courier New" panose="02070309020205020404" pitchFamily="49" charset="0"/>
              <a:buNone/>
              <a:defRPr sz="2000" b="1">
                <a:solidFill>
                  <a:schemeClr val="bg2"/>
                </a:solidFill>
                <a:latin typeface="Tahoma" panose="020B060403050404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Editați stilurile de text coordonator</a:t>
            </a:r>
          </a:p>
        </p:txBody>
      </p:sp>
      <p:cxnSp>
        <p:nvCxnSpPr>
          <p:cNvPr id="14" name="Conector drept 13">
            <a:extLst>
              <a:ext uri="{FF2B5EF4-FFF2-40B4-BE49-F238E27FC236}">
                <a16:creationId xmlns:a16="http://schemas.microsoft.com/office/drawing/2014/main" id="{1AD3A3AB-488E-4090-9FD5-E005D5A9ECF5}"/>
              </a:ext>
            </a:extLst>
          </p:cNvPr>
          <p:cNvCxnSpPr>
            <a:cxnSpLocks/>
          </p:cNvCxnSpPr>
          <p:nvPr userDrawn="1"/>
        </p:nvCxnSpPr>
        <p:spPr>
          <a:xfrm rot="16200000">
            <a:off x="2094269" y="3429000"/>
            <a:ext cx="6858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BD6729DC-C5B3-485B-B5CD-F06FC3CAFD9A}"/>
              </a:ext>
            </a:extLst>
          </p:cNvPr>
          <p:cNvSpPr/>
          <p:nvPr userDrawn="1"/>
        </p:nvSpPr>
        <p:spPr>
          <a:xfrm>
            <a:off x="5372392" y="959827"/>
            <a:ext cx="301752" cy="301752"/>
          </a:xfrm>
          <a:prstGeom prst="ellipse">
            <a:avLst/>
          </a:prstGeom>
          <a:solidFill>
            <a:srgbClr val="0F172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a:p>
        </p:txBody>
      </p:sp>
      <p:sp>
        <p:nvSpPr>
          <p:cNvPr id="29" name="Oval 28">
            <a:extLst>
              <a:ext uri="{FF2B5EF4-FFF2-40B4-BE49-F238E27FC236}">
                <a16:creationId xmlns:a16="http://schemas.microsoft.com/office/drawing/2014/main" id="{C4046DD7-8FB2-43D4-8E94-3D35DC3E2891}"/>
              </a:ext>
            </a:extLst>
          </p:cNvPr>
          <p:cNvSpPr/>
          <p:nvPr userDrawn="1"/>
        </p:nvSpPr>
        <p:spPr>
          <a:xfrm>
            <a:off x="5372392" y="5362327"/>
            <a:ext cx="301752" cy="301752"/>
          </a:xfrm>
          <a:prstGeom prst="ellipse">
            <a:avLst/>
          </a:prstGeom>
          <a:solidFill>
            <a:srgbClr val="0F172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a:p>
        </p:txBody>
      </p:sp>
      <p:sp>
        <p:nvSpPr>
          <p:cNvPr id="30" name="Oval 29">
            <a:extLst>
              <a:ext uri="{FF2B5EF4-FFF2-40B4-BE49-F238E27FC236}">
                <a16:creationId xmlns:a16="http://schemas.microsoft.com/office/drawing/2014/main" id="{A320A73A-D3CB-4E04-B7E2-F3696B8ACDEA}"/>
              </a:ext>
            </a:extLst>
          </p:cNvPr>
          <p:cNvSpPr/>
          <p:nvPr userDrawn="1"/>
        </p:nvSpPr>
        <p:spPr>
          <a:xfrm>
            <a:off x="5372392" y="2427327"/>
            <a:ext cx="301752" cy="301752"/>
          </a:xfrm>
          <a:prstGeom prst="ellipse">
            <a:avLst/>
          </a:prstGeom>
          <a:solidFill>
            <a:srgbClr val="0F172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a:p>
        </p:txBody>
      </p:sp>
      <p:sp>
        <p:nvSpPr>
          <p:cNvPr id="31" name="Oval 30">
            <a:extLst>
              <a:ext uri="{FF2B5EF4-FFF2-40B4-BE49-F238E27FC236}">
                <a16:creationId xmlns:a16="http://schemas.microsoft.com/office/drawing/2014/main" id="{3E2B01F0-78A8-41AE-95B8-811603402031}"/>
              </a:ext>
            </a:extLst>
          </p:cNvPr>
          <p:cNvSpPr/>
          <p:nvPr userDrawn="1"/>
        </p:nvSpPr>
        <p:spPr>
          <a:xfrm>
            <a:off x="5372392" y="3894827"/>
            <a:ext cx="301752" cy="301752"/>
          </a:xfrm>
          <a:prstGeom prst="ellipse">
            <a:avLst/>
          </a:prstGeom>
          <a:solidFill>
            <a:srgbClr val="0F172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a:p>
        </p:txBody>
      </p:sp>
      <p:sp>
        <p:nvSpPr>
          <p:cNvPr id="32" name="Substituent text 2">
            <a:extLst>
              <a:ext uri="{FF2B5EF4-FFF2-40B4-BE49-F238E27FC236}">
                <a16:creationId xmlns:a16="http://schemas.microsoft.com/office/drawing/2014/main" id="{A70E382B-B932-45B7-BD95-6D722A4A2480}"/>
              </a:ext>
            </a:extLst>
          </p:cNvPr>
          <p:cNvSpPr>
            <a:spLocks noGrp="1"/>
          </p:cNvSpPr>
          <p:nvPr>
            <p:ph type="body" idx="31" hasCustomPrompt="1"/>
          </p:nvPr>
        </p:nvSpPr>
        <p:spPr>
          <a:xfrm>
            <a:off x="5930241" y="2532448"/>
            <a:ext cx="2810591" cy="758864"/>
          </a:xfrm>
        </p:spPr>
        <p:txBody>
          <a:bodyPr lIns="0" tIns="0" rIns="0" bIns="0" rtlCol="0">
            <a:normAutofit/>
          </a:bodyPr>
          <a:lstStyle>
            <a:lvl1pPr marL="0" indent="0">
              <a:lnSpc>
                <a:spcPct val="100000"/>
              </a:lnSpc>
              <a:spcBef>
                <a:spcPts val="600"/>
              </a:spcBef>
              <a:buClr>
                <a:schemeClr val="tx1"/>
              </a:buClr>
              <a:buFont typeface="Courier New" panose="02070309020205020404" pitchFamily="49" charset="0"/>
              <a:buNone/>
              <a:defRPr sz="1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Editați stilurile de text coordonator</a:t>
            </a:r>
          </a:p>
        </p:txBody>
      </p:sp>
      <p:sp>
        <p:nvSpPr>
          <p:cNvPr id="33" name="Substituent text 2">
            <a:extLst>
              <a:ext uri="{FF2B5EF4-FFF2-40B4-BE49-F238E27FC236}">
                <a16:creationId xmlns:a16="http://schemas.microsoft.com/office/drawing/2014/main" id="{2F096B52-06C2-46DF-BB33-70D931283F16}"/>
              </a:ext>
            </a:extLst>
          </p:cNvPr>
          <p:cNvSpPr>
            <a:spLocks noGrp="1"/>
          </p:cNvSpPr>
          <p:nvPr>
            <p:ph type="body" idx="32" hasCustomPrompt="1"/>
          </p:nvPr>
        </p:nvSpPr>
        <p:spPr>
          <a:xfrm>
            <a:off x="5930241" y="2239776"/>
            <a:ext cx="2810591" cy="292671"/>
          </a:xfrm>
        </p:spPr>
        <p:txBody>
          <a:bodyPr lIns="0" tIns="0" rIns="0" bIns="0" rtlCol="0" anchor="t" anchorCtr="0">
            <a:normAutofit/>
          </a:bodyPr>
          <a:lstStyle>
            <a:lvl1pPr marL="0" indent="0">
              <a:spcBef>
                <a:spcPts val="600"/>
              </a:spcBef>
              <a:buClr>
                <a:schemeClr val="tx1"/>
              </a:buClr>
              <a:buFont typeface="Courier New" panose="02070309020205020404" pitchFamily="49" charset="0"/>
              <a:buNone/>
              <a:defRPr sz="2000" b="1">
                <a:solidFill>
                  <a:schemeClr val="bg2"/>
                </a:solidFill>
                <a:latin typeface="Tahoma" panose="020B060403050404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Editați stilurile de text coordonator</a:t>
            </a:r>
          </a:p>
        </p:txBody>
      </p:sp>
      <p:sp>
        <p:nvSpPr>
          <p:cNvPr id="35" name="Substituent text 2">
            <a:extLst>
              <a:ext uri="{FF2B5EF4-FFF2-40B4-BE49-F238E27FC236}">
                <a16:creationId xmlns:a16="http://schemas.microsoft.com/office/drawing/2014/main" id="{5D87FD43-95C9-4217-AD5F-FE02E28AD4CE}"/>
              </a:ext>
            </a:extLst>
          </p:cNvPr>
          <p:cNvSpPr>
            <a:spLocks noGrp="1"/>
          </p:cNvSpPr>
          <p:nvPr>
            <p:ph type="body" idx="33" hasCustomPrompt="1"/>
          </p:nvPr>
        </p:nvSpPr>
        <p:spPr>
          <a:xfrm>
            <a:off x="5930241" y="3985587"/>
            <a:ext cx="2810591" cy="758864"/>
          </a:xfrm>
        </p:spPr>
        <p:txBody>
          <a:bodyPr lIns="0" tIns="0" rIns="0" bIns="0" rtlCol="0">
            <a:normAutofit/>
          </a:bodyPr>
          <a:lstStyle>
            <a:lvl1pPr marL="0" indent="0">
              <a:lnSpc>
                <a:spcPct val="100000"/>
              </a:lnSpc>
              <a:spcBef>
                <a:spcPts val="600"/>
              </a:spcBef>
              <a:buClr>
                <a:schemeClr val="tx1"/>
              </a:buClr>
              <a:buFont typeface="Courier New" panose="02070309020205020404" pitchFamily="49" charset="0"/>
              <a:buNone/>
              <a:defRPr sz="1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Editați stilurile de text coordonator</a:t>
            </a:r>
          </a:p>
        </p:txBody>
      </p:sp>
      <p:sp>
        <p:nvSpPr>
          <p:cNvPr id="37" name="Substituent text 2">
            <a:extLst>
              <a:ext uri="{FF2B5EF4-FFF2-40B4-BE49-F238E27FC236}">
                <a16:creationId xmlns:a16="http://schemas.microsoft.com/office/drawing/2014/main" id="{A6706CEB-523E-4248-9A66-5D139D8B0DE5}"/>
              </a:ext>
            </a:extLst>
          </p:cNvPr>
          <p:cNvSpPr>
            <a:spLocks noGrp="1"/>
          </p:cNvSpPr>
          <p:nvPr>
            <p:ph type="body" idx="34" hasCustomPrompt="1"/>
          </p:nvPr>
        </p:nvSpPr>
        <p:spPr>
          <a:xfrm>
            <a:off x="5930241" y="3692915"/>
            <a:ext cx="2810591" cy="292671"/>
          </a:xfrm>
        </p:spPr>
        <p:txBody>
          <a:bodyPr lIns="0" tIns="0" rIns="0" bIns="0" rtlCol="0" anchor="t" anchorCtr="0">
            <a:normAutofit/>
          </a:bodyPr>
          <a:lstStyle>
            <a:lvl1pPr marL="0" indent="0">
              <a:spcBef>
                <a:spcPts val="600"/>
              </a:spcBef>
              <a:buClr>
                <a:schemeClr val="tx1"/>
              </a:buClr>
              <a:buFont typeface="Courier New" panose="02070309020205020404" pitchFamily="49" charset="0"/>
              <a:buNone/>
              <a:defRPr sz="2000" b="1">
                <a:solidFill>
                  <a:schemeClr val="bg2"/>
                </a:solidFill>
                <a:latin typeface="Tahoma" panose="020B060403050404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Editați stilurile de text coordonator</a:t>
            </a:r>
          </a:p>
        </p:txBody>
      </p:sp>
      <p:sp>
        <p:nvSpPr>
          <p:cNvPr id="38" name="Substituent text 2">
            <a:extLst>
              <a:ext uri="{FF2B5EF4-FFF2-40B4-BE49-F238E27FC236}">
                <a16:creationId xmlns:a16="http://schemas.microsoft.com/office/drawing/2014/main" id="{6ADC931C-F9B2-467E-A024-CB5BE74BAD85}"/>
              </a:ext>
            </a:extLst>
          </p:cNvPr>
          <p:cNvSpPr>
            <a:spLocks noGrp="1"/>
          </p:cNvSpPr>
          <p:nvPr>
            <p:ph type="body" idx="35" hasCustomPrompt="1"/>
          </p:nvPr>
        </p:nvSpPr>
        <p:spPr>
          <a:xfrm>
            <a:off x="5930241" y="5438727"/>
            <a:ext cx="2810591" cy="758864"/>
          </a:xfrm>
        </p:spPr>
        <p:txBody>
          <a:bodyPr lIns="0" tIns="0" rIns="0" bIns="0" rtlCol="0">
            <a:normAutofit/>
          </a:bodyPr>
          <a:lstStyle>
            <a:lvl1pPr marL="0" indent="0">
              <a:lnSpc>
                <a:spcPct val="100000"/>
              </a:lnSpc>
              <a:spcBef>
                <a:spcPts val="600"/>
              </a:spcBef>
              <a:buClr>
                <a:schemeClr val="tx1"/>
              </a:buClr>
              <a:buFont typeface="Courier New" panose="02070309020205020404" pitchFamily="49" charset="0"/>
              <a:buNone/>
              <a:defRPr sz="1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Editați stilurile de text coordonator</a:t>
            </a:r>
          </a:p>
        </p:txBody>
      </p:sp>
      <p:sp>
        <p:nvSpPr>
          <p:cNvPr id="39" name="Substituent text 2">
            <a:extLst>
              <a:ext uri="{FF2B5EF4-FFF2-40B4-BE49-F238E27FC236}">
                <a16:creationId xmlns:a16="http://schemas.microsoft.com/office/drawing/2014/main" id="{0A301DE6-2E75-41F5-9314-B269815BA3F3}"/>
              </a:ext>
            </a:extLst>
          </p:cNvPr>
          <p:cNvSpPr>
            <a:spLocks noGrp="1"/>
          </p:cNvSpPr>
          <p:nvPr>
            <p:ph type="body" idx="36" hasCustomPrompt="1"/>
          </p:nvPr>
        </p:nvSpPr>
        <p:spPr>
          <a:xfrm>
            <a:off x="5930241" y="5146055"/>
            <a:ext cx="2810591" cy="292671"/>
          </a:xfrm>
        </p:spPr>
        <p:txBody>
          <a:bodyPr lIns="0" tIns="0" rIns="0" bIns="0" rtlCol="0" anchor="t" anchorCtr="0">
            <a:normAutofit/>
          </a:bodyPr>
          <a:lstStyle>
            <a:lvl1pPr marL="0" indent="0">
              <a:spcBef>
                <a:spcPts val="600"/>
              </a:spcBef>
              <a:buClr>
                <a:schemeClr val="tx1"/>
              </a:buClr>
              <a:buFont typeface="Courier New" panose="02070309020205020404" pitchFamily="49" charset="0"/>
              <a:buNone/>
              <a:defRPr sz="2000" b="1">
                <a:solidFill>
                  <a:schemeClr val="bg2"/>
                </a:solidFill>
                <a:latin typeface="Tahoma" panose="020B060403050404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Editați stilurile de text coordonator</a:t>
            </a:r>
          </a:p>
        </p:txBody>
      </p:sp>
      <p:sp>
        <p:nvSpPr>
          <p:cNvPr id="40" name="Substituent text 15">
            <a:extLst>
              <a:ext uri="{FF2B5EF4-FFF2-40B4-BE49-F238E27FC236}">
                <a16:creationId xmlns:a16="http://schemas.microsoft.com/office/drawing/2014/main" id="{B9154606-4DE0-4DC7-830A-371423BE4201}"/>
              </a:ext>
            </a:extLst>
          </p:cNvPr>
          <p:cNvSpPr>
            <a:spLocks noGrp="1"/>
          </p:cNvSpPr>
          <p:nvPr>
            <p:ph type="body" sz="quarter" idx="37" hasCustomPrompt="1"/>
          </p:nvPr>
        </p:nvSpPr>
        <p:spPr>
          <a:xfrm>
            <a:off x="2618284" y="2153566"/>
            <a:ext cx="2616212" cy="978408"/>
          </a:xfrm>
          <a:prstGeom prst="rect">
            <a:avLst/>
          </a:prstGeom>
          <a:ln w="6350">
            <a:noFill/>
          </a:ln>
        </p:spPr>
        <p:txBody>
          <a:bodyPr lIns="0" tIns="0" rIns="0" bIns="0" rtlCol="0" anchor="ctr" anchorCtr="0">
            <a:noAutofit/>
          </a:bodyPr>
          <a:lstStyle>
            <a:lvl1pPr marL="0" indent="0" algn="ctr">
              <a:buNone/>
              <a:defRPr sz="7000" b="1">
                <a:ln w="6350">
                  <a:solidFill>
                    <a:schemeClr val="tx1"/>
                  </a:solidFill>
                </a:ln>
                <a:noFill/>
                <a:latin typeface="Tahoma" panose="020B0604030504040204" pitchFamily="34" charset="0"/>
              </a:defRPr>
            </a:lvl1pPr>
          </a:lstStyle>
          <a:p>
            <a:pPr lvl="0" rtl="0"/>
            <a:r>
              <a:rPr lang="ro-RO" noProof="0"/>
              <a:t>20XX</a:t>
            </a:r>
          </a:p>
        </p:txBody>
      </p:sp>
      <p:sp>
        <p:nvSpPr>
          <p:cNvPr id="41" name="Substituent text 15">
            <a:extLst>
              <a:ext uri="{FF2B5EF4-FFF2-40B4-BE49-F238E27FC236}">
                <a16:creationId xmlns:a16="http://schemas.microsoft.com/office/drawing/2014/main" id="{5AC8C127-0F88-413C-B7BA-2ED0F81E7D4E}"/>
              </a:ext>
            </a:extLst>
          </p:cNvPr>
          <p:cNvSpPr>
            <a:spLocks noGrp="1"/>
          </p:cNvSpPr>
          <p:nvPr>
            <p:ph type="body" sz="quarter" idx="38" hasCustomPrompt="1"/>
          </p:nvPr>
        </p:nvSpPr>
        <p:spPr>
          <a:xfrm>
            <a:off x="2618284" y="3621465"/>
            <a:ext cx="2616212" cy="978408"/>
          </a:xfrm>
          <a:prstGeom prst="rect">
            <a:avLst/>
          </a:prstGeom>
          <a:ln w="6350">
            <a:noFill/>
          </a:ln>
        </p:spPr>
        <p:txBody>
          <a:bodyPr lIns="0" tIns="0" rIns="0" bIns="0" rtlCol="0" anchor="ctr" anchorCtr="0">
            <a:noAutofit/>
          </a:bodyPr>
          <a:lstStyle>
            <a:lvl1pPr marL="0" indent="0" algn="ctr">
              <a:buNone/>
              <a:defRPr sz="7000" b="1">
                <a:ln w="6350">
                  <a:solidFill>
                    <a:schemeClr val="tx1"/>
                  </a:solidFill>
                </a:ln>
                <a:noFill/>
                <a:latin typeface="Tahoma" panose="020B0604030504040204" pitchFamily="34" charset="0"/>
              </a:defRPr>
            </a:lvl1pPr>
          </a:lstStyle>
          <a:p>
            <a:pPr lvl="0" rtl="0"/>
            <a:r>
              <a:rPr lang="ro-RO" noProof="0"/>
              <a:t>20XX</a:t>
            </a:r>
          </a:p>
        </p:txBody>
      </p:sp>
      <p:sp>
        <p:nvSpPr>
          <p:cNvPr id="42" name="Substituent text 15">
            <a:extLst>
              <a:ext uri="{FF2B5EF4-FFF2-40B4-BE49-F238E27FC236}">
                <a16:creationId xmlns:a16="http://schemas.microsoft.com/office/drawing/2014/main" id="{63C5707A-6E08-4B58-A5FE-40063DB6548E}"/>
              </a:ext>
            </a:extLst>
          </p:cNvPr>
          <p:cNvSpPr>
            <a:spLocks noGrp="1"/>
          </p:cNvSpPr>
          <p:nvPr>
            <p:ph type="body" sz="quarter" idx="39" hasCustomPrompt="1"/>
          </p:nvPr>
        </p:nvSpPr>
        <p:spPr>
          <a:xfrm>
            <a:off x="2618284" y="5089363"/>
            <a:ext cx="2616212" cy="978408"/>
          </a:xfrm>
          <a:prstGeom prst="rect">
            <a:avLst/>
          </a:prstGeom>
          <a:ln w="6350">
            <a:noFill/>
          </a:ln>
        </p:spPr>
        <p:txBody>
          <a:bodyPr lIns="0" tIns="0" rIns="0" bIns="0" rtlCol="0" anchor="ctr" anchorCtr="0">
            <a:noAutofit/>
          </a:bodyPr>
          <a:lstStyle>
            <a:lvl1pPr marL="0" indent="0" algn="ctr">
              <a:buNone/>
              <a:defRPr sz="7000" b="1">
                <a:ln w="6350">
                  <a:solidFill>
                    <a:schemeClr val="tx1"/>
                  </a:solidFill>
                </a:ln>
                <a:noFill/>
                <a:latin typeface="Tahoma" panose="020B0604030504040204" pitchFamily="34" charset="0"/>
              </a:defRPr>
            </a:lvl1pPr>
          </a:lstStyle>
          <a:p>
            <a:pPr lvl="0" rtl="0"/>
            <a:r>
              <a:rPr lang="ro-RO" noProof="0"/>
              <a:t>20XX</a:t>
            </a:r>
          </a:p>
        </p:txBody>
      </p:sp>
    </p:spTree>
    <p:extLst>
      <p:ext uri="{BB962C8B-B14F-4D97-AF65-F5344CB8AC3E}">
        <p14:creationId xmlns:p14="http://schemas.microsoft.com/office/powerpoint/2010/main" val="362753567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Aspect tabel">
    <p:spTree>
      <p:nvGrpSpPr>
        <p:cNvPr id="1" name=""/>
        <p:cNvGrpSpPr/>
        <p:nvPr/>
      </p:nvGrpSpPr>
      <p:grpSpPr>
        <a:xfrm>
          <a:off x="0" y="0"/>
          <a:ext cx="0" cy="0"/>
          <a:chOff x="0" y="0"/>
          <a:chExt cx="0" cy="0"/>
        </a:xfrm>
      </p:grpSpPr>
      <p:sp>
        <p:nvSpPr>
          <p:cNvPr id="7" name="Dreptunghi 6">
            <a:extLst>
              <a:ext uri="{FF2B5EF4-FFF2-40B4-BE49-F238E27FC236}">
                <a16:creationId xmlns:a16="http://schemas.microsoft.com/office/drawing/2014/main" id="{09F1B35C-893A-4033-ADC0-2192AFA29271}"/>
              </a:ext>
            </a:extLst>
          </p:cNvPr>
          <p:cNvSpPr/>
          <p:nvPr userDrawn="1"/>
        </p:nvSpPr>
        <p:spPr>
          <a:xfrm>
            <a:off x="0" y="0"/>
            <a:ext cx="12192000" cy="6858000"/>
          </a:xfrm>
          <a:prstGeom prst="rect">
            <a:avLst/>
          </a:prstGeom>
          <a:gradFill flip="none" rotWithShape="1">
            <a:gsLst>
              <a:gs pos="0">
                <a:schemeClr val="accent2"/>
              </a:gs>
              <a:gs pos="34000">
                <a:srgbClr val="0F1722"/>
              </a:gs>
              <a:gs pos="69000">
                <a:srgbClr val="0F1722"/>
              </a:gs>
              <a:gs pos="100000">
                <a:schemeClr val="accent5"/>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rtl="0"/>
            <a:endParaRPr lang="ro-RO" noProof="0"/>
          </a:p>
        </p:txBody>
      </p:sp>
      <p:sp>
        <p:nvSpPr>
          <p:cNvPr id="2" name="Titlu 1">
            <a:extLst>
              <a:ext uri="{FF2B5EF4-FFF2-40B4-BE49-F238E27FC236}">
                <a16:creationId xmlns:a16="http://schemas.microsoft.com/office/drawing/2014/main" id="{CD637DF8-B064-4F36-89F8-EBF538A2E7F2}"/>
              </a:ext>
            </a:extLst>
          </p:cNvPr>
          <p:cNvSpPr>
            <a:spLocks noGrp="1"/>
          </p:cNvSpPr>
          <p:nvPr>
            <p:ph type="title" hasCustomPrompt="1"/>
          </p:nvPr>
        </p:nvSpPr>
        <p:spPr>
          <a:xfrm>
            <a:off x="803276" y="2260000"/>
            <a:ext cx="3911599" cy="1177174"/>
          </a:xfrm>
        </p:spPr>
        <p:txBody>
          <a:bodyPr lIns="0" tIns="0" rIns="0" bIns="0" rtlCol="0" anchor="b">
            <a:normAutofit/>
          </a:bodyPr>
          <a:lstStyle>
            <a:lvl1pPr>
              <a:defRPr sz="3600"/>
            </a:lvl1pPr>
          </a:lstStyle>
          <a:p>
            <a:pPr rtl="0"/>
            <a:r>
              <a:rPr lang="ro-RO" noProof="0"/>
              <a:t>FACEȚI CLIC PENTRU A EDITA</a:t>
            </a:r>
          </a:p>
        </p:txBody>
      </p:sp>
      <p:sp>
        <p:nvSpPr>
          <p:cNvPr id="3" name="Substituent text 2">
            <a:extLst>
              <a:ext uri="{FF2B5EF4-FFF2-40B4-BE49-F238E27FC236}">
                <a16:creationId xmlns:a16="http://schemas.microsoft.com/office/drawing/2014/main" id="{8A72532A-5006-46B7-AE99-3A6891CD0254}"/>
              </a:ext>
            </a:extLst>
          </p:cNvPr>
          <p:cNvSpPr>
            <a:spLocks noGrp="1"/>
          </p:cNvSpPr>
          <p:nvPr>
            <p:ph type="body" idx="1" hasCustomPrompt="1"/>
          </p:nvPr>
        </p:nvSpPr>
        <p:spPr>
          <a:xfrm>
            <a:off x="826770" y="3890303"/>
            <a:ext cx="3275463" cy="882062"/>
          </a:xfrm>
        </p:spPr>
        <p:txBody>
          <a:bodyPr lIns="0" tIns="0" rIns="0" bIns="0" rtlCol="0">
            <a:normAutofit/>
          </a:bodyPr>
          <a:lstStyle>
            <a:lvl1pPr marL="0" indent="0">
              <a:lnSpc>
                <a:spcPct val="100000"/>
              </a:lnSpc>
              <a:buNone/>
              <a:defRPr sz="1800" b="1">
                <a:solidFill>
                  <a:schemeClr val="tx1"/>
                </a:solidFill>
                <a:latin typeface="+mn-lt"/>
                <a:cs typeface="Segoe UI Semibold" panose="020B07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EDITAȚI STILURILE DE TEXT COORDONATOR</a:t>
            </a:r>
          </a:p>
        </p:txBody>
      </p:sp>
      <p:sp>
        <p:nvSpPr>
          <p:cNvPr id="4" name="Substituent dată 3">
            <a:extLst>
              <a:ext uri="{FF2B5EF4-FFF2-40B4-BE49-F238E27FC236}">
                <a16:creationId xmlns:a16="http://schemas.microsoft.com/office/drawing/2014/main" id="{49EFC6D7-3241-401C-A16A-4A7CC2653954}"/>
              </a:ext>
            </a:extLst>
          </p:cNvPr>
          <p:cNvSpPr>
            <a:spLocks noGrp="1"/>
          </p:cNvSpPr>
          <p:nvPr>
            <p:ph type="dt" sz="half" idx="10"/>
          </p:nvPr>
        </p:nvSpPr>
        <p:spPr/>
        <p:txBody>
          <a:bodyPr rtlCol="0"/>
          <a:lstStyle/>
          <a:p>
            <a:pPr rtl="0"/>
            <a:r>
              <a:rPr lang="ro-RO" noProof="0"/>
              <a:t>DD.MM.20XX</a:t>
            </a:r>
          </a:p>
        </p:txBody>
      </p:sp>
      <p:sp>
        <p:nvSpPr>
          <p:cNvPr id="5" name="Substituent subsol 4">
            <a:extLst>
              <a:ext uri="{FF2B5EF4-FFF2-40B4-BE49-F238E27FC236}">
                <a16:creationId xmlns:a16="http://schemas.microsoft.com/office/drawing/2014/main" id="{F345D6DC-ABA5-4D00-9CD3-92FFDD1FA2DC}"/>
              </a:ext>
            </a:extLst>
          </p:cNvPr>
          <p:cNvSpPr>
            <a:spLocks noGrp="1"/>
          </p:cNvSpPr>
          <p:nvPr>
            <p:ph type="ftr" sz="quarter" idx="11"/>
          </p:nvPr>
        </p:nvSpPr>
        <p:spPr/>
        <p:txBody>
          <a:bodyPr rtlCol="0"/>
          <a:lstStyle/>
          <a:p>
            <a:pPr rtl="0"/>
            <a:r>
              <a:rPr lang="ro-RO" noProof="0"/>
              <a:t>ADĂUGAREA UNUI SUBSOL</a:t>
            </a:r>
          </a:p>
        </p:txBody>
      </p:sp>
      <p:sp>
        <p:nvSpPr>
          <p:cNvPr id="6" name="Substituent număr diapozitiv 5">
            <a:extLst>
              <a:ext uri="{FF2B5EF4-FFF2-40B4-BE49-F238E27FC236}">
                <a16:creationId xmlns:a16="http://schemas.microsoft.com/office/drawing/2014/main" id="{92459C86-0106-40E0-AA18-795EC5787677}"/>
              </a:ext>
            </a:extLst>
          </p:cNvPr>
          <p:cNvSpPr>
            <a:spLocks noGrp="1"/>
          </p:cNvSpPr>
          <p:nvPr>
            <p:ph type="sldNum" sz="quarter" idx="12"/>
          </p:nvPr>
        </p:nvSpPr>
        <p:spPr/>
        <p:txBody>
          <a:bodyPr rtlCol="0"/>
          <a:lstStyle/>
          <a:p>
            <a:pPr rtl="0"/>
            <a:fld id="{8D581BC7-E183-40DB-AC97-C19EA4EB8894}" type="slidenum">
              <a:rPr lang="ro-RO" noProof="0" smtClean="0"/>
              <a:t>‹#›</a:t>
            </a:fld>
            <a:endParaRPr lang="ro-RO" noProof="0"/>
          </a:p>
        </p:txBody>
      </p:sp>
      <p:sp>
        <p:nvSpPr>
          <p:cNvPr id="11" name="Substituent imagine 10">
            <a:extLst>
              <a:ext uri="{FF2B5EF4-FFF2-40B4-BE49-F238E27FC236}">
                <a16:creationId xmlns:a16="http://schemas.microsoft.com/office/drawing/2014/main" id="{6D14F7B3-A6CF-491C-9855-75B5784CC456}"/>
              </a:ext>
            </a:extLst>
          </p:cNvPr>
          <p:cNvSpPr>
            <a:spLocks noGrp="1"/>
          </p:cNvSpPr>
          <p:nvPr>
            <p:ph type="pic" sz="quarter" idx="13"/>
          </p:nvPr>
        </p:nvSpPr>
        <p:spPr>
          <a:xfrm>
            <a:off x="831850" y="859665"/>
            <a:ext cx="1078992" cy="548640"/>
          </a:xfrm>
        </p:spPr>
        <p:txBody>
          <a:bodyPr rtlCol="0" anchor="ctr" anchorCtr="0">
            <a:normAutofit/>
          </a:bodyPr>
          <a:lstStyle>
            <a:lvl1pPr marL="0" indent="0" algn="ctr">
              <a:buNone/>
              <a:defRPr sz="1200"/>
            </a:lvl1pPr>
          </a:lstStyle>
          <a:p>
            <a:pPr rtl="0"/>
            <a:r>
              <a:rPr lang="ro-RO" noProof="0"/>
              <a:t>Faceți clic pe pictogramă pentru a adăuga o imagine</a:t>
            </a:r>
          </a:p>
        </p:txBody>
      </p:sp>
      <p:grpSp>
        <p:nvGrpSpPr>
          <p:cNvPr id="15" name="Grup 14">
            <a:extLst>
              <a:ext uri="{FF2B5EF4-FFF2-40B4-BE49-F238E27FC236}">
                <a16:creationId xmlns:a16="http://schemas.microsoft.com/office/drawing/2014/main" id="{B7317392-EF87-4050-8BBE-32F74B0CF15A}"/>
              </a:ext>
            </a:extLst>
          </p:cNvPr>
          <p:cNvGrpSpPr/>
          <p:nvPr userDrawn="1"/>
        </p:nvGrpSpPr>
        <p:grpSpPr>
          <a:xfrm>
            <a:off x="0" y="3598737"/>
            <a:ext cx="3352378" cy="100800"/>
            <a:chOff x="-1228304" y="3240138"/>
            <a:chExt cx="3352378" cy="100800"/>
          </a:xfrm>
        </p:grpSpPr>
        <p:cxnSp>
          <p:nvCxnSpPr>
            <p:cNvPr id="13" name="Conector drept 12">
              <a:extLst>
                <a:ext uri="{FF2B5EF4-FFF2-40B4-BE49-F238E27FC236}">
                  <a16:creationId xmlns:a16="http://schemas.microsoft.com/office/drawing/2014/main" id="{785A4134-866D-4143-AC1E-8A2FFDB49855}"/>
                </a:ext>
              </a:extLst>
            </p:cNvPr>
            <p:cNvCxnSpPr>
              <a:cxnSpLocks/>
            </p:cNvCxnSpPr>
            <p:nvPr userDrawn="1"/>
          </p:nvCxnSpPr>
          <p:spPr>
            <a:xfrm>
              <a:off x="-1228304" y="3290538"/>
              <a:ext cx="3316941"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1BBC5D9C-B8FB-455B-9398-36DB21F2765E}"/>
                </a:ext>
              </a:extLst>
            </p:cNvPr>
            <p:cNvSpPr/>
            <p:nvPr userDrawn="1"/>
          </p:nvSpPr>
          <p:spPr>
            <a:xfrm>
              <a:off x="2023274" y="3240138"/>
              <a:ext cx="100800" cy="100800"/>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a:p>
          </p:txBody>
        </p:sp>
      </p:grpSp>
      <p:sp>
        <p:nvSpPr>
          <p:cNvPr id="17" name="Oval 16">
            <a:extLst>
              <a:ext uri="{FF2B5EF4-FFF2-40B4-BE49-F238E27FC236}">
                <a16:creationId xmlns:a16="http://schemas.microsoft.com/office/drawing/2014/main" id="{72225750-E4CE-4A81-A0C3-4023030D637E}"/>
              </a:ext>
            </a:extLst>
          </p:cNvPr>
          <p:cNvSpPr/>
          <p:nvPr userDrawn="1"/>
        </p:nvSpPr>
        <p:spPr>
          <a:xfrm>
            <a:off x="809310" y="5879656"/>
            <a:ext cx="283464" cy="283464"/>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a:p>
        </p:txBody>
      </p:sp>
      <p:cxnSp>
        <p:nvCxnSpPr>
          <p:cNvPr id="18" name="Conector drept 17">
            <a:extLst>
              <a:ext uri="{FF2B5EF4-FFF2-40B4-BE49-F238E27FC236}">
                <a16:creationId xmlns:a16="http://schemas.microsoft.com/office/drawing/2014/main" id="{3819C324-07DF-49DB-A08C-0E6155CE3041}"/>
              </a:ext>
            </a:extLst>
          </p:cNvPr>
          <p:cNvCxnSpPr/>
          <p:nvPr userDrawn="1"/>
        </p:nvCxnSpPr>
        <p:spPr>
          <a:xfrm>
            <a:off x="11580000" y="6020920"/>
            <a:ext cx="612000"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75A34025-44F2-4A09-8629-F1794E9D35AF}"/>
              </a:ext>
            </a:extLst>
          </p:cNvPr>
          <p:cNvSpPr/>
          <p:nvPr userDrawn="1"/>
        </p:nvSpPr>
        <p:spPr>
          <a:xfrm>
            <a:off x="11466563" y="5966056"/>
            <a:ext cx="109728" cy="109728"/>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a:p>
        </p:txBody>
      </p:sp>
      <p:cxnSp>
        <p:nvCxnSpPr>
          <p:cNvPr id="20" name="Conector drept 19">
            <a:extLst>
              <a:ext uri="{FF2B5EF4-FFF2-40B4-BE49-F238E27FC236}">
                <a16:creationId xmlns:a16="http://schemas.microsoft.com/office/drawing/2014/main" id="{815854A2-EAE9-4B2A-84CF-5A4BD753863A}"/>
              </a:ext>
            </a:extLst>
          </p:cNvPr>
          <p:cNvCxnSpPr>
            <a:cxnSpLocks/>
          </p:cNvCxnSpPr>
          <p:nvPr userDrawn="1"/>
        </p:nvCxnSpPr>
        <p:spPr>
          <a:xfrm flipV="1">
            <a:off x="0" y="6020920"/>
            <a:ext cx="803275" cy="468"/>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 name="Substituent tabel 9">
            <a:extLst>
              <a:ext uri="{FF2B5EF4-FFF2-40B4-BE49-F238E27FC236}">
                <a16:creationId xmlns:a16="http://schemas.microsoft.com/office/drawing/2014/main" id="{3F646CE6-E75B-4112-896D-5A26E1F1520E}"/>
              </a:ext>
            </a:extLst>
          </p:cNvPr>
          <p:cNvSpPr>
            <a:spLocks noGrp="1"/>
          </p:cNvSpPr>
          <p:nvPr>
            <p:ph type="tbl" sz="quarter" idx="14"/>
          </p:nvPr>
        </p:nvSpPr>
        <p:spPr>
          <a:xfrm>
            <a:off x="5518150" y="860425"/>
            <a:ext cx="5870575" cy="4867275"/>
          </a:xfrm>
        </p:spPr>
        <p:txBody>
          <a:bodyPr rtlCol="0" anchor="ctr" anchorCtr="0">
            <a:normAutofit/>
          </a:bodyPr>
          <a:lstStyle>
            <a:lvl1pPr marL="0" indent="0" algn="ctr">
              <a:buNone/>
              <a:defRPr sz="2000"/>
            </a:lvl1pPr>
          </a:lstStyle>
          <a:p>
            <a:pPr rtl="0"/>
            <a:r>
              <a:rPr lang="ro-RO" noProof="0"/>
              <a:t>Faceți clic pe pictogramă pentru a adăuga un tabel</a:t>
            </a:r>
          </a:p>
        </p:txBody>
      </p:sp>
    </p:spTree>
    <p:extLst>
      <p:ext uri="{BB962C8B-B14F-4D97-AF65-F5344CB8AC3E}">
        <p14:creationId xmlns:p14="http://schemas.microsoft.com/office/powerpoint/2010/main" val="318392325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spect conținut de echipă">
    <p:spTree>
      <p:nvGrpSpPr>
        <p:cNvPr id="1" name=""/>
        <p:cNvGrpSpPr/>
        <p:nvPr/>
      </p:nvGrpSpPr>
      <p:grpSpPr>
        <a:xfrm>
          <a:off x="0" y="0"/>
          <a:ext cx="0" cy="0"/>
          <a:chOff x="0" y="0"/>
          <a:chExt cx="0" cy="0"/>
        </a:xfrm>
      </p:grpSpPr>
      <p:sp>
        <p:nvSpPr>
          <p:cNvPr id="7" name="Dreptunghi 6">
            <a:extLst>
              <a:ext uri="{FF2B5EF4-FFF2-40B4-BE49-F238E27FC236}">
                <a16:creationId xmlns:a16="http://schemas.microsoft.com/office/drawing/2014/main" id="{09F1B35C-893A-4033-ADC0-2192AFA29271}"/>
              </a:ext>
            </a:extLst>
          </p:cNvPr>
          <p:cNvSpPr/>
          <p:nvPr userDrawn="1"/>
        </p:nvSpPr>
        <p:spPr>
          <a:xfrm>
            <a:off x="0" y="0"/>
            <a:ext cx="12192000" cy="6858000"/>
          </a:xfrm>
          <a:prstGeom prst="rect">
            <a:avLst/>
          </a:prstGeom>
          <a:gradFill flip="none" rotWithShape="1">
            <a:gsLst>
              <a:gs pos="0">
                <a:schemeClr val="accent2"/>
              </a:gs>
              <a:gs pos="34000">
                <a:srgbClr val="0F1722"/>
              </a:gs>
              <a:gs pos="69000">
                <a:srgbClr val="0F1722"/>
              </a:gs>
              <a:gs pos="100000">
                <a:schemeClr val="accent5"/>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rtl="0"/>
            <a:endParaRPr lang="ro-RO" noProof="0"/>
          </a:p>
        </p:txBody>
      </p:sp>
      <p:sp>
        <p:nvSpPr>
          <p:cNvPr id="2" name="Titlu 1">
            <a:extLst>
              <a:ext uri="{FF2B5EF4-FFF2-40B4-BE49-F238E27FC236}">
                <a16:creationId xmlns:a16="http://schemas.microsoft.com/office/drawing/2014/main" id="{CD637DF8-B064-4F36-89F8-EBF538A2E7F2}"/>
              </a:ext>
            </a:extLst>
          </p:cNvPr>
          <p:cNvSpPr>
            <a:spLocks noGrp="1"/>
          </p:cNvSpPr>
          <p:nvPr>
            <p:ph type="title" hasCustomPrompt="1"/>
          </p:nvPr>
        </p:nvSpPr>
        <p:spPr>
          <a:xfrm>
            <a:off x="803277" y="1608523"/>
            <a:ext cx="2828198" cy="1286838"/>
          </a:xfrm>
        </p:spPr>
        <p:txBody>
          <a:bodyPr lIns="0" tIns="0" rIns="0" bIns="0" rtlCol="0" anchor="b">
            <a:normAutofit/>
          </a:bodyPr>
          <a:lstStyle>
            <a:lvl1pPr>
              <a:defRPr sz="3600"/>
            </a:lvl1pPr>
          </a:lstStyle>
          <a:p>
            <a:pPr rtl="0"/>
            <a:r>
              <a:rPr lang="ro-RO" noProof="0"/>
              <a:t>FACEȚI CLIC PENTRU A EDITA</a:t>
            </a:r>
          </a:p>
        </p:txBody>
      </p:sp>
      <p:sp>
        <p:nvSpPr>
          <p:cNvPr id="3" name="Substituent text 2">
            <a:extLst>
              <a:ext uri="{FF2B5EF4-FFF2-40B4-BE49-F238E27FC236}">
                <a16:creationId xmlns:a16="http://schemas.microsoft.com/office/drawing/2014/main" id="{8A72532A-5006-46B7-AE99-3A6891CD0254}"/>
              </a:ext>
            </a:extLst>
          </p:cNvPr>
          <p:cNvSpPr>
            <a:spLocks noGrp="1"/>
          </p:cNvSpPr>
          <p:nvPr>
            <p:ph type="body" idx="1" hasCustomPrompt="1"/>
          </p:nvPr>
        </p:nvSpPr>
        <p:spPr>
          <a:xfrm>
            <a:off x="826771" y="3244567"/>
            <a:ext cx="2828198" cy="2098138"/>
          </a:xfrm>
        </p:spPr>
        <p:txBody>
          <a:bodyPr lIns="0" tIns="0" rIns="0" bIns="0" rtlCol="0">
            <a:normAutofit/>
          </a:bodyPr>
          <a:lstStyle>
            <a:lvl1pPr marL="0" indent="0">
              <a:lnSpc>
                <a:spcPct val="100000"/>
              </a:lnSpc>
              <a:buNone/>
              <a:defRPr sz="1800" b="1">
                <a:solidFill>
                  <a:schemeClr val="tx1"/>
                </a:solidFill>
                <a:latin typeface="+mn-lt"/>
                <a:cs typeface="Segoe UI Semibold" panose="020B07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EDITAȚI STILURILE DE TEXT COORDONATOR</a:t>
            </a:r>
          </a:p>
        </p:txBody>
      </p:sp>
      <p:sp>
        <p:nvSpPr>
          <p:cNvPr id="4" name="Substituent dată 3">
            <a:extLst>
              <a:ext uri="{FF2B5EF4-FFF2-40B4-BE49-F238E27FC236}">
                <a16:creationId xmlns:a16="http://schemas.microsoft.com/office/drawing/2014/main" id="{49EFC6D7-3241-401C-A16A-4A7CC2653954}"/>
              </a:ext>
            </a:extLst>
          </p:cNvPr>
          <p:cNvSpPr>
            <a:spLocks noGrp="1"/>
          </p:cNvSpPr>
          <p:nvPr>
            <p:ph type="dt" sz="half" idx="10"/>
          </p:nvPr>
        </p:nvSpPr>
        <p:spPr/>
        <p:txBody>
          <a:bodyPr rtlCol="0"/>
          <a:lstStyle/>
          <a:p>
            <a:pPr rtl="0"/>
            <a:r>
              <a:rPr lang="ro-RO" noProof="0"/>
              <a:t>DD.MM.20XX</a:t>
            </a:r>
          </a:p>
        </p:txBody>
      </p:sp>
      <p:sp>
        <p:nvSpPr>
          <p:cNvPr id="5" name="Substituent subsol 4">
            <a:extLst>
              <a:ext uri="{FF2B5EF4-FFF2-40B4-BE49-F238E27FC236}">
                <a16:creationId xmlns:a16="http://schemas.microsoft.com/office/drawing/2014/main" id="{F345D6DC-ABA5-4D00-9CD3-92FFDD1FA2DC}"/>
              </a:ext>
            </a:extLst>
          </p:cNvPr>
          <p:cNvSpPr>
            <a:spLocks noGrp="1"/>
          </p:cNvSpPr>
          <p:nvPr>
            <p:ph type="ftr" sz="quarter" idx="11"/>
          </p:nvPr>
        </p:nvSpPr>
        <p:spPr/>
        <p:txBody>
          <a:bodyPr rtlCol="0"/>
          <a:lstStyle/>
          <a:p>
            <a:pPr rtl="0"/>
            <a:r>
              <a:rPr lang="ro-RO" noProof="0"/>
              <a:t>ADĂUGAREA UNUI SUBSOL</a:t>
            </a:r>
          </a:p>
        </p:txBody>
      </p:sp>
      <p:sp>
        <p:nvSpPr>
          <p:cNvPr id="6" name="Substituent număr diapozitiv 5">
            <a:extLst>
              <a:ext uri="{FF2B5EF4-FFF2-40B4-BE49-F238E27FC236}">
                <a16:creationId xmlns:a16="http://schemas.microsoft.com/office/drawing/2014/main" id="{92459C86-0106-40E0-AA18-795EC5787677}"/>
              </a:ext>
            </a:extLst>
          </p:cNvPr>
          <p:cNvSpPr>
            <a:spLocks noGrp="1"/>
          </p:cNvSpPr>
          <p:nvPr>
            <p:ph type="sldNum" sz="quarter" idx="12"/>
          </p:nvPr>
        </p:nvSpPr>
        <p:spPr/>
        <p:txBody>
          <a:bodyPr rtlCol="0"/>
          <a:lstStyle/>
          <a:p>
            <a:pPr rtl="0"/>
            <a:fld id="{8D581BC7-E183-40DB-AC97-C19EA4EB8894}" type="slidenum">
              <a:rPr lang="ro-RO" noProof="0" smtClean="0"/>
              <a:t>‹#›</a:t>
            </a:fld>
            <a:endParaRPr lang="ro-RO" noProof="0"/>
          </a:p>
        </p:txBody>
      </p:sp>
      <p:sp>
        <p:nvSpPr>
          <p:cNvPr id="11" name="Substituent imagine 10">
            <a:extLst>
              <a:ext uri="{FF2B5EF4-FFF2-40B4-BE49-F238E27FC236}">
                <a16:creationId xmlns:a16="http://schemas.microsoft.com/office/drawing/2014/main" id="{6D14F7B3-A6CF-491C-9855-75B5784CC456}"/>
              </a:ext>
            </a:extLst>
          </p:cNvPr>
          <p:cNvSpPr>
            <a:spLocks noGrp="1"/>
          </p:cNvSpPr>
          <p:nvPr>
            <p:ph type="pic" sz="quarter" idx="13"/>
          </p:nvPr>
        </p:nvSpPr>
        <p:spPr>
          <a:xfrm>
            <a:off x="831850" y="859665"/>
            <a:ext cx="1078992" cy="548640"/>
          </a:xfrm>
        </p:spPr>
        <p:txBody>
          <a:bodyPr rtlCol="0" anchor="ctr" anchorCtr="0">
            <a:normAutofit/>
          </a:bodyPr>
          <a:lstStyle>
            <a:lvl1pPr marL="0" indent="0" algn="ctr">
              <a:buNone/>
              <a:defRPr sz="1200"/>
            </a:lvl1pPr>
          </a:lstStyle>
          <a:p>
            <a:pPr rtl="0"/>
            <a:r>
              <a:rPr lang="ro-RO" noProof="0"/>
              <a:t>Faceți clic pe pictogramă pentru a adăuga o imagine</a:t>
            </a:r>
          </a:p>
        </p:txBody>
      </p:sp>
      <p:grpSp>
        <p:nvGrpSpPr>
          <p:cNvPr id="15" name="Grup 14">
            <a:extLst>
              <a:ext uri="{FF2B5EF4-FFF2-40B4-BE49-F238E27FC236}">
                <a16:creationId xmlns:a16="http://schemas.microsoft.com/office/drawing/2014/main" id="{B7317392-EF87-4050-8BBE-32F74B0CF15A}"/>
              </a:ext>
            </a:extLst>
          </p:cNvPr>
          <p:cNvGrpSpPr/>
          <p:nvPr userDrawn="1"/>
        </p:nvGrpSpPr>
        <p:grpSpPr>
          <a:xfrm>
            <a:off x="0" y="2993948"/>
            <a:ext cx="2705796" cy="100800"/>
            <a:chOff x="0" y="3240138"/>
            <a:chExt cx="2705796" cy="100800"/>
          </a:xfrm>
        </p:grpSpPr>
        <p:cxnSp>
          <p:nvCxnSpPr>
            <p:cNvPr id="13" name="Conector drept 12">
              <a:extLst>
                <a:ext uri="{FF2B5EF4-FFF2-40B4-BE49-F238E27FC236}">
                  <a16:creationId xmlns:a16="http://schemas.microsoft.com/office/drawing/2014/main" id="{785A4134-866D-4143-AC1E-8A2FFDB49855}"/>
                </a:ext>
              </a:extLst>
            </p:cNvPr>
            <p:cNvCxnSpPr/>
            <p:nvPr userDrawn="1"/>
          </p:nvCxnSpPr>
          <p:spPr>
            <a:xfrm>
              <a:off x="0" y="3290538"/>
              <a:ext cx="2677297"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1BBC5D9C-B8FB-455B-9398-36DB21F2765E}"/>
                </a:ext>
              </a:extLst>
            </p:cNvPr>
            <p:cNvSpPr/>
            <p:nvPr userDrawn="1"/>
          </p:nvSpPr>
          <p:spPr>
            <a:xfrm>
              <a:off x="2604996" y="3240138"/>
              <a:ext cx="100800" cy="100800"/>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a:p>
          </p:txBody>
        </p:sp>
      </p:grpSp>
      <p:sp>
        <p:nvSpPr>
          <p:cNvPr id="17" name="Oval 16">
            <a:extLst>
              <a:ext uri="{FF2B5EF4-FFF2-40B4-BE49-F238E27FC236}">
                <a16:creationId xmlns:a16="http://schemas.microsoft.com/office/drawing/2014/main" id="{72225750-E4CE-4A81-A0C3-4023030D637E}"/>
              </a:ext>
            </a:extLst>
          </p:cNvPr>
          <p:cNvSpPr/>
          <p:nvPr userDrawn="1"/>
        </p:nvSpPr>
        <p:spPr>
          <a:xfrm>
            <a:off x="809310" y="5879656"/>
            <a:ext cx="283464" cy="283464"/>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a:p>
        </p:txBody>
      </p:sp>
      <p:cxnSp>
        <p:nvCxnSpPr>
          <p:cNvPr id="18" name="Conector drept 17">
            <a:extLst>
              <a:ext uri="{FF2B5EF4-FFF2-40B4-BE49-F238E27FC236}">
                <a16:creationId xmlns:a16="http://schemas.microsoft.com/office/drawing/2014/main" id="{3819C324-07DF-49DB-A08C-0E6155CE3041}"/>
              </a:ext>
            </a:extLst>
          </p:cNvPr>
          <p:cNvCxnSpPr/>
          <p:nvPr userDrawn="1"/>
        </p:nvCxnSpPr>
        <p:spPr>
          <a:xfrm>
            <a:off x="11580000" y="6020920"/>
            <a:ext cx="612000"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75A34025-44F2-4A09-8629-F1794E9D35AF}"/>
              </a:ext>
            </a:extLst>
          </p:cNvPr>
          <p:cNvSpPr/>
          <p:nvPr userDrawn="1"/>
        </p:nvSpPr>
        <p:spPr>
          <a:xfrm>
            <a:off x="11466563" y="5966056"/>
            <a:ext cx="109728" cy="109728"/>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a:p>
        </p:txBody>
      </p:sp>
      <p:cxnSp>
        <p:nvCxnSpPr>
          <p:cNvPr id="20" name="Conector drept 19">
            <a:extLst>
              <a:ext uri="{FF2B5EF4-FFF2-40B4-BE49-F238E27FC236}">
                <a16:creationId xmlns:a16="http://schemas.microsoft.com/office/drawing/2014/main" id="{815854A2-EAE9-4B2A-84CF-5A4BD753863A}"/>
              </a:ext>
            </a:extLst>
          </p:cNvPr>
          <p:cNvCxnSpPr>
            <a:cxnSpLocks/>
          </p:cNvCxnSpPr>
          <p:nvPr userDrawn="1"/>
        </p:nvCxnSpPr>
        <p:spPr>
          <a:xfrm flipV="1">
            <a:off x="0" y="6020920"/>
            <a:ext cx="803275" cy="468"/>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9" name="Substituent text 2">
            <a:extLst>
              <a:ext uri="{FF2B5EF4-FFF2-40B4-BE49-F238E27FC236}">
                <a16:creationId xmlns:a16="http://schemas.microsoft.com/office/drawing/2014/main" id="{1B29C9C1-9494-4E8B-A0F3-611E947A19B3}"/>
              </a:ext>
            </a:extLst>
          </p:cNvPr>
          <p:cNvSpPr>
            <a:spLocks noGrp="1"/>
          </p:cNvSpPr>
          <p:nvPr>
            <p:ph type="body" idx="27" hasCustomPrompt="1"/>
          </p:nvPr>
        </p:nvSpPr>
        <p:spPr>
          <a:xfrm>
            <a:off x="4128617" y="4355032"/>
            <a:ext cx="2066544" cy="1280958"/>
          </a:xfrm>
        </p:spPr>
        <p:txBody>
          <a:bodyPr lIns="0" tIns="0" rIns="0" bIns="0" rtlCol="0">
            <a:normAutofit/>
          </a:bodyPr>
          <a:lstStyle>
            <a:lvl1pPr marL="0" indent="0" algn="ctr">
              <a:lnSpc>
                <a:spcPct val="100000"/>
              </a:lnSpc>
              <a:spcBef>
                <a:spcPts val="600"/>
              </a:spcBef>
              <a:buClr>
                <a:schemeClr val="tx1"/>
              </a:buClr>
              <a:buFont typeface="Courier New" panose="02070309020205020404" pitchFamily="49" charset="0"/>
              <a:buNone/>
              <a:defRPr sz="1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Editați stilurile de text coordonator</a:t>
            </a:r>
          </a:p>
        </p:txBody>
      </p:sp>
      <p:sp>
        <p:nvSpPr>
          <p:cNvPr id="30" name="Substituent text 2">
            <a:extLst>
              <a:ext uri="{FF2B5EF4-FFF2-40B4-BE49-F238E27FC236}">
                <a16:creationId xmlns:a16="http://schemas.microsoft.com/office/drawing/2014/main" id="{ABB09D16-148A-45C2-B0B8-1495E8DC7D64}"/>
              </a:ext>
            </a:extLst>
          </p:cNvPr>
          <p:cNvSpPr>
            <a:spLocks noGrp="1"/>
          </p:cNvSpPr>
          <p:nvPr>
            <p:ph type="body" idx="29" hasCustomPrompt="1"/>
          </p:nvPr>
        </p:nvSpPr>
        <p:spPr>
          <a:xfrm>
            <a:off x="4128616" y="4042831"/>
            <a:ext cx="2066544" cy="282991"/>
          </a:xfrm>
        </p:spPr>
        <p:txBody>
          <a:bodyPr lIns="0" tIns="0" rIns="0" bIns="0" rtlCol="0" anchor="b" anchorCtr="0">
            <a:normAutofit/>
          </a:bodyPr>
          <a:lstStyle>
            <a:lvl1pPr marL="0" indent="0" algn="ctr">
              <a:spcBef>
                <a:spcPts val="600"/>
              </a:spcBef>
              <a:buClr>
                <a:schemeClr val="tx1"/>
              </a:buClr>
              <a:buFont typeface="Courier New" panose="02070309020205020404" pitchFamily="49" charset="0"/>
              <a:buNone/>
              <a:defRPr sz="1600" b="0" i="1">
                <a:solidFill>
                  <a:schemeClr val="tx1"/>
                </a:solidFill>
                <a:latin typeface="+mn-lt"/>
                <a:cs typeface="Segoe UI" panose="020B05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Editați stilurile de text coordonator</a:t>
            </a:r>
          </a:p>
        </p:txBody>
      </p:sp>
      <p:sp>
        <p:nvSpPr>
          <p:cNvPr id="31" name="Substituent text 2">
            <a:extLst>
              <a:ext uri="{FF2B5EF4-FFF2-40B4-BE49-F238E27FC236}">
                <a16:creationId xmlns:a16="http://schemas.microsoft.com/office/drawing/2014/main" id="{67814C7C-3597-4B16-A4AC-D81985C587BD}"/>
              </a:ext>
            </a:extLst>
          </p:cNvPr>
          <p:cNvSpPr>
            <a:spLocks noGrp="1"/>
          </p:cNvSpPr>
          <p:nvPr>
            <p:ph type="body" idx="32" hasCustomPrompt="1"/>
          </p:nvPr>
        </p:nvSpPr>
        <p:spPr>
          <a:xfrm>
            <a:off x="4128616" y="3428999"/>
            <a:ext cx="2066544" cy="615618"/>
          </a:xfrm>
        </p:spPr>
        <p:txBody>
          <a:bodyPr lIns="0" tIns="0" rIns="0" bIns="0" rtlCol="0" anchor="b" anchorCtr="0">
            <a:normAutofit/>
          </a:bodyPr>
          <a:lstStyle>
            <a:lvl1pPr marL="0" indent="0" algn="ctr">
              <a:spcBef>
                <a:spcPts val="600"/>
              </a:spcBef>
              <a:buClr>
                <a:schemeClr val="tx1"/>
              </a:buClr>
              <a:buFont typeface="Courier New" panose="02070309020205020404" pitchFamily="49" charset="0"/>
              <a:buNone/>
              <a:defRPr sz="2000" b="1">
                <a:solidFill>
                  <a:schemeClr val="bg2"/>
                </a:solidFill>
                <a:latin typeface="Tahoma" panose="020B060403050404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Editați textul coordonator</a:t>
            </a:r>
          </a:p>
        </p:txBody>
      </p:sp>
      <p:sp>
        <p:nvSpPr>
          <p:cNvPr id="9" name="Substituent imagine 8">
            <a:extLst>
              <a:ext uri="{FF2B5EF4-FFF2-40B4-BE49-F238E27FC236}">
                <a16:creationId xmlns:a16="http://schemas.microsoft.com/office/drawing/2014/main" id="{B284A57B-147A-4287-AA6B-E508A9222F7F}"/>
              </a:ext>
            </a:extLst>
          </p:cNvPr>
          <p:cNvSpPr>
            <a:spLocks noGrp="1"/>
          </p:cNvSpPr>
          <p:nvPr>
            <p:ph type="pic" sz="quarter" idx="33"/>
          </p:nvPr>
        </p:nvSpPr>
        <p:spPr>
          <a:xfrm>
            <a:off x="4130072" y="1179843"/>
            <a:ext cx="2066544" cy="2066544"/>
          </a:xfrm>
          <a:prstGeom prst="ellipse">
            <a:avLst/>
          </a:prstGeom>
          <a:ln w="12700">
            <a:solidFill>
              <a:schemeClr val="tx2"/>
            </a:solidFill>
          </a:ln>
        </p:spPr>
        <p:txBody>
          <a:bodyPr rtlCol="0" anchor="ctr" anchorCtr="0">
            <a:normAutofit/>
          </a:bodyPr>
          <a:lstStyle>
            <a:lvl1pPr marL="0" indent="0" algn="ctr">
              <a:buNone/>
              <a:defRPr sz="1400"/>
            </a:lvl1pPr>
          </a:lstStyle>
          <a:p>
            <a:pPr rtl="0"/>
            <a:r>
              <a:rPr lang="ro-RO" noProof="0"/>
              <a:t>Faceți clic pe pictogramă pentru a adăuga o imagine</a:t>
            </a:r>
          </a:p>
        </p:txBody>
      </p:sp>
      <p:sp>
        <p:nvSpPr>
          <p:cNvPr id="35" name="Substituent imagine 8">
            <a:extLst>
              <a:ext uri="{FF2B5EF4-FFF2-40B4-BE49-F238E27FC236}">
                <a16:creationId xmlns:a16="http://schemas.microsoft.com/office/drawing/2014/main" id="{9DBE0996-CEA3-41C3-A75A-84DC3C2B5194}"/>
              </a:ext>
            </a:extLst>
          </p:cNvPr>
          <p:cNvSpPr>
            <a:spLocks noGrp="1"/>
          </p:cNvSpPr>
          <p:nvPr>
            <p:ph type="pic" sz="quarter" idx="34"/>
          </p:nvPr>
        </p:nvSpPr>
        <p:spPr>
          <a:xfrm>
            <a:off x="9128072" y="1179843"/>
            <a:ext cx="2066544" cy="2066544"/>
          </a:xfrm>
          <a:prstGeom prst="ellipse">
            <a:avLst/>
          </a:prstGeom>
          <a:ln w="12700">
            <a:solidFill>
              <a:schemeClr val="tx2"/>
            </a:solidFill>
          </a:ln>
        </p:spPr>
        <p:txBody>
          <a:bodyPr rtlCol="0" anchor="ctr" anchorCtr="0">
            <a:normAutofit/>
          </a:bodyPr>
          <a:lstStyle>
            <a:lvl1pPr marL="0" indent="0" algn="ctr">
              <a:buNone/>
              <a:defRPr sz="1400"/>
            </a:lvl1pPr>
          </a:lstStyle>
          <a:p>
            <a:pPr rtl="0"/>
            <a:r>
              <a:rPr lang="ro-RO" noProof="0"/>
              <a:t>Faceți clic pe pictogramă pentru a adăuga o imagine</a:t>
            </a:r>
          </a:p>
        </p:txBody>
      </p:sp>
      <p:sp>
        <p:nvSpPr>
          <p:cNvPr id="36" name="Substituent imagine 8">
            <a:extLst>
              <a:ext uri="{FF2B5EF4-FFF2-40B4-BE49-F238E27FC236}">
                <a16:creationId xmlns:a16="http://schemas.microsoft.com/office/drawing/2014/main" id="{F7B28261-CB14-4E4E-AA66-A0239B3DD28E}"/>
              </a:ext>
            </a:extLst>
          </p:cNvPr>
          <p:cNvSpPr>
            <a:spLocks noGrp="1"/>
          </p:cNvSpPr>
          <p:nvPr>
            <p:ph type="pic" sz="quarter" idx="35"/>
          </p:nvPr>
        </p:nvSpPr>
        <p:spPr>
          <a:xfrm>
            <a:off x="6629072" y="1179843"/>
            <a:ext cx="2066544" cy="2066544"/>
          </a:xfrm>
          <a:prstGeom prst="ellipse">
            <a:avLst/>
          </a:prstGeom>
          <a:ln w="12700">
            <a:solidFill>
              <a:schemeClr val="tx2"/>
            </a:solidFill>
          </a:ln>
        </p:spPr>
        <p:txBody>
          <a:bodyPr rtlCol="0" anchor="ctr" anchorCtr="0">
            <a:normAutofit/>
          </a:bodyPr>
          <a:lstStyle>
            <a:lvl1pPr marL="0" indent="0" algn="ctr">
              <a:buNone/>
              <a:defRPr sz="1400"/>
            </a:lvl1pPr>
          </a:lstStyle>
          <a:p>
            <a:pPr rtl="0"/>
            <a:r>
              <a:rPr lang="ro-RO" noProof="0"/>
              <a:t>Faceți clic pe pictogramă pentru a adăuga o imagine</a:t>
            </a:r>
          </a:p>
        </p:txBody>
      </p:sp>
      <p:sp>
        <p:nvSpPr>
          <p:cNvPr id="37" name="Substituent text 2">
            <a:extLst>
              <a:ext uri="{FF2B5EF4-FFF2-40B4-BE49-F238E27FC236}">
                <a16:creationId xmlns:a16="http://schemas.microsoft.com/office/drawing/2014/main" id="{BAA53E0C-9536-4177-A63F-0E2565EC53CD}"/>
              </a:ext>
            </a:extLst>
          </p:cNvPr>
          <p:cNvSpPr>
            <a:spLocks noGrp="1"/>
          </p:cNvSpPr>
          <p:nvPr>
            <p:ph type="body" idx="36" hasCustomPrompt="1"/>
          </p:nvPr>
        </p:nvSpPr>
        <p:spPr>
          <a:xfrm>
            <a:off x="9127048" y="4355032"/>
            <a:ext cx="2066400" cy="1280958"/>
          </a:xfrm>
        </p:spPr>
        <p:txBody>
          <a:bodyPr lIns="0" tIns="0" rIns="0" bIns="0" rtlCol="0">
            <a:normAutofit/>
          </a:bodyPr>
          <a:lstStyle>
            <a:lvl1pPr marL="0" indent="0" algn="ctr">
              <a:lnSpc>
                <a:spcPct val="100000"/>
              </a:lnSpc>
              <a:spcBef>
                <a:spcPts val="600"/>
              </a:spcBef>
              <a:buClr>
                <a:schemeClr val="tx1"/>
              </a:buClr>
              <a:buFont typeface="Courier New" panose="02070309020205020404" pitchFamily="49" charset="0"/>
              <a:buNone/>
              <a:defRPr sz="1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Editați stilurile de text coordonator</a:t>
            </a:r>
          </a:p>
        </p:txBody>
      </p:sp>
      <p:sp>
        <p:nvSpPr>
          <p:cNvPr id="38" name="Substituent text 2">
            <a:extLst>
              <a:ext uri="{FF2B5EF4-FFF2-40B4-BE49-F238E27FC236}">
                <a16:creationId xmlns:a16="http://schemas.microsoft.com/office/drawing/2014/main" id="{67EF8E36-183B-420B-AF25-17CFA963987A}"/>
              </a:ext>
            </a:extLst>
          </p:cNvPr>
          <p:cNvSpPr>
            <a:spLocks noGrp="1"/>
          </p:cNvSpPr>
          <p:nvPr>
            <p:ph type="body" idx="37" hasCustomPrompt="1"/>
          </p:nvPr>
        </p:nvSpPr>
        <p:spPr>
          <a:xfrm>
            <a:off x="9127047" y="4042831"/>
            <a:ext cx="2066400" cy="282991"/>
          </a:xfrm>
        </p:spPr>
        <p:txBody>
          <a:bodyPr lIns="0" tIns="0" rIns="0" bIns="0" rtlCol="0" anchor="b" anchorCtr="0">
            <a:normAutofit/>
          </a:bodyPr>
          <a:lstStyle>
            <a:lvl1pPr marL="0" indent="0" algn="ctr">
              <a:spcBef>
                <a:spcPts val="600"/>
              </a:spcBef>
              <a:buClr>
                <a:schemeClr val="tx1"/>
              </a:buClr>
              <a:buFont typeface="Courier New" panose="02070309020205020404" pitchFamily="49" charset="0"/>
              <a:buNone/>
              <a:defRPr sz="1600" b="0" i="1">
                <a:solidFill>
                  <a:schemeClr val="tx1"/>
                </a:solidFill>
                <a:latin typeface="+mn-lt"/>
                <a:cs typeface="Segoe UI" panose="020B05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Editați stilurile de text coordonator</a:t>
            </a:r>
          </a:p>
        </p:txBody>
      </p:sp>
      <p:sp>
        <p:nvSpPr>
          <p:cNvPr id="39" name="Substituent text 2">
            <a:extLst>
              <a:ext uri="{FF2B5EF4-FFF2-40B4-BE49-F238E27FC236}">
                <a16:creationId xmlns:a16="http://schemas.microsoft.com/office/drawing/2014/main" id="{58DA6E86-8039-4690-AFE1-7CCF07B7CBAF}"/>
              </a:ext>
            </a:extLst>
          </p:cNvPr>
          <p:cNvSpPr>
            <a:spLocks noGrp="1"/>
          </p:cNvSpPr>
          <p:nvPr>
            <p:ph type="body" idx="38" hasCustomPrompt="1"/>
          </p:nvPr>
        </p:nvSpPr>
        <p:spPr>
          <a:xfrm>
            <a:off x="9127047" y="3428999"/>
            <a:ext cx="2066400" cy="615618"/>
          </a:xfrm>
        </p:spPr>
        <p:txBody>
          <a:bodyPr lIns="0" tIns="0" rIns="0" bIns="0" rtlCol="0" anchor="b" anchorCtr="0">
            <a:normAutofit/>
          </a:bodyPr>
          <a:lstStyle>
            <a:lvl1pPr marL="0" indent="0" algn="ctr">
              <a:spcBef>
                <a:spcPts val="600"/>
              </a:spcBef>
              <a:buClr>
                <a:schemeClr val="tx1"/>
              </a:buClr>
              <a:buFont typeface="Courier New" panose="02070309020205020404" pitchFamily="49" charset="0"/>
              <a:buNone/>
              <a:defRPr sz="2000" b="1">
                <a:solidFill>
                  <a:schemeClr val="bg2"/>
                </a:solidFill>
                <a:latin typeface="Tahoma" panose="020B060403050404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Editați textul coordonator</a:t>
            </a:r>
          </a:p>
        </p:txBody>
      </p:sp>
      <p:sp>
        <p:nvSpPr>
          <p:cNvPr id="41" name="Substituent text 2">
            <a:extLst>
              <a:ext uri="{FF2B5EF4-FFF2-40B4-BE49-F238E27FC236}">
                <a16:creationId xmlns:a16="http://schemas.microsoft.com/office/drawing/2014/main" id="{933214B9-0452-4C8B-AB10-922F3C3BCF01}"/>
              </a:ext>
            </a:extLst>
          </p:cNvPr>
          <p:cNvSpPr>
            <a:spLocks noGrp="1"/>
          </p:cNvSpPr>
          <p:nvPr>
            <p:ph type="body" idx="39" hasCustomPrompt="1"/>
          </p:nvPr>
        </p:nvSpPr>
        <p:spPr>
          <a:xfrm>
            <a:off x="6629217" y="4355032"/>
            <a:ext cx="2066400" cy="1280958"/>
          </a:xfrm>
        </p:spPr>
        <p:txBody>
          <a:bodyPr lIns="0" tIns="0" rIns="0" bIns="0" rtlCol="0">
            <a:normAutofit/>
          </a:bodyPr>
          <a:lstStyle>
            <a:lvl1pPr marL="0" indent="0" algn="ctr">
              <a:lnSpc>
                <a:spcPct val="100000"/>
              </a:lnSpc>
              <a:spcBef>
                <a:spcPts val="600"/>
              </a:spcBef>
              <a:buClr>
                <a:schemeClr val="tx1"/>
              </a:buClr>
              <a:buFont typeface="Courier New" panose="02070309020205020404" pitchFamily="49" charset="0"/>
              <a:buNone/>
              <a:defRPr sz="1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Editați stilurile de text coordonator</a:t>
            </a:r>
          </a:p>
        </p:txBody>
      </p:sp>
      <p:sp>
        <p:nvSpPr>
          <p:cNvPr id="42" name="Substituent text 2">
            <a:extLst>
              <a:ext uri="{FF2B5EF4-FFF2-40B4-BE49-F238E27FC236}">
                <a16:creationId xmlns:a16="http://schemas.microsoft.com/office/drawing/2014/main" id="{A5C23113-D98B-48C7-A675-4FD5F50333F3}"/>
              </a:ext>
            </a:extLst>
          </p:cNvPr>
          <p:cNvSpPr>
            <a:spLocks noGrp="1"/>
          </p:cNvSpPr>
          <p:nvPr>
            <p:ph type="body" idx="40" hasCustomPrompt="1"/>
          </p:nvPr>
        </p:nvSpPr>
        <p:spPr>
          <a:xfrm>
            <a:off x="6629216" y="4042831"/>
            <a:ext cx="2066400" cy="282991"/>
          </a:xfrm>
        </p:spPr>
        <p:txBody>
          <a:bodyPr lIns="0" tIns="0" rIns="0" bIns="0" rtlCol="0" anchor="b" anchorCtr="0">
            <a:normAutofit/>
          </a:bodyPr>
          <a:lstStyle>
            <a:lvl1pPr marL="0" indent="0" algn="ctr">
              <a:spcBef>
                <a:spcPts val="600"/>
              </a:spcBef>
              <a:buClr>
                <a:schemeClr val="tx1"/>
              </a:buClr>
              <a:buFont typeface="Courier New" panose="02070309020205020404" pitchFamily="49" charset="0"/>
              <a:buNone/>
              <a:defRPr sz="1600" b="0" i="1">
                <a:solidFill>
                  <a:schemeClr val="tx1"/>
                </a:solidFill>
                <a:latin typeface="+mn-lt"/>
                <a:cs typeface="Segoe UI" panose="020B05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Editați stilurile de text coordonator</a:t>
            </a:r>
          </a:p>
        </p:txBody>
      </p:sp>
      <p:sp>
        <p:nvSpPr>
          <p:cNvPr id="49" name="Substituent text 2">
            <a:extLst>
              <a:ext uri="{FF2B5EF4-FFF2-40B4-BE49-F238E27FC236}">
                <a16:creationId xmlns:a16="http://schemas.microsoft.com/office/drawing/2014/main" id="{09781257-B563-41E0-B9E6-9C7330084BCC}"/>
              </a:ext>
            </a:extLst>
          </p:cNvPr>
          <p:cNvSpPr>
            <a:spLocks noGrp="1"/>
          </p:cNvSpPr>
          <p:nvPr>
            <p:ph type="body" idx="41" hasCustomPrompt="1"/>
          </p:nvPr>
        </p:nvSpPr>
        <p:spPr>
          <a:xfrm>
            <a:off x="6627903" y="3428999"/>
            <a:ext cx="2066400" cy="615618"/>
          </a:xfrm>
        </p:spPr>
        <p:txBody>
          <a:bodyPr lIns="0" tIns="0" rIns="0" bIns="0" rtlCol="0" anchor="b" anchorCtr="0">
            <a:normAutofit/>
          </a:bodyPr>
          <a:lstStyle>
            <a:lvl1pPr marL="0" indent="0" algn="ctr">
              <a:spcBef>
                <a:spcPts val="600"/>
              </a:spcBef>
              <a:buClr>
                <a:schemeClr val="tx1"/>
              </a:buClr>
              <a:buFont typeface="Courier New" panose="02070309020205020404" pitchFamily="49" charset="0"/>
              <a:buNone/>
              <a:defRPr sz="2000" b="1">
                <a:solidFill>
                  <a:schemeClr val="bg2"/>
                </a:solidFill>
                <a:latin typeface="Tahoma" panose="020B060403050404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Editați textul coordonator</a:t>
            </a:r>
          </a:p>
        </p:txBody>
      </p:sp>
      <p:cxnSp>
        <p:nvCxnSpPr>
          <p:cNvPr id="32" name="Conector drept 31">
            <a:extLst>
              <a:ext uri="{FF2B5EF4-FFF2-40B4-BE49-F238E27FC236}">
                <a16:creationId xmlns:a16="http://schemas.microsoft.com/office/drawing/2014/main" id="{9A32EC27-ACD8-47C0-A3ED-E4ED58D88358}"/>
              </a:ext>
            </a:extLst>
          </p:cNvPr>
          <p:cNvCxnSpPr/>
          <p:nvPr userDrawn="1"/>
        </p:nvCxnSpPr>
        <p:spPr>
          <a:xfrm>
            <a:off x="6195160" y="2217849"/>
            <a:ext cx="432000"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3" name="Conector drept 32">
            <a:extLst>
              <a:ext uri="{FF2B5EF4-FFF2-40B4-BE49-F238E27FC236}">
                <a16:creationId xmlns:a16="http://schemas.microsoft.com/office/drawing/2014/main" id="{99E8819A-135C-4A5C-9F6A-A3BE05AA294F}"/>
              </a:ext>
            </a:extLst>
          </p:cNvPr>
          <p:cNvCxnSpPr/>
          <p:nvPr userDrawn="1"/>
        </p:nvCxnSpPr>
        <p:spPr>
          <a:xfrm>
            <a:off x="8703909" y="2216687"/>
            <a:ext cx="432000"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5832941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apozitiv aspect conținut de echipă">
    <p:spTree>
      <p:nvGrpSpPr>
        <p:cNvPr id="1" name=""/>
        <p:cNvGrpSpPr/>
        <p:nvPr/>
      </p:nvGrpSpPr>
      <p:grpSpPr>
        <a:xfrm>
          <a:off x="0" y="0"/>
          <a:ext cx="0" cy="0"/>
          <a:chOff x="0" y="0"/>
          <a:chExt cx="0" cy="0"/>
        </a:xfrm>
      </p:grpSpPr>
      <p:sp>
        <p:nvSpPr>
          <p:cNvPr id="15" name="Dreptunghi 14">
            <a:extLst>
              <a:ext uri="{FF2B5EF4-FFF2-40B4-BE49-F238E27FC236}">
                <a16:creationId xmlns:a16="http://schemas.microsoft.com/office/drawing/2014/main" id="{E8E3FDB8-6D5C-48FE-99EA-7EC60F4D8191}"/>
              </a:ext>
            </a:extLst>
          </p:cNvPr>
          <p:cNvSpPr/>
          <p:nvPr userDrawn="1"/>
        </p:nvSpPr>
        <p:spPr>
          <a:xfrm>
            <a:off x="0" y="0"/>
            <a:ext cx="12192000" cy="6858000"/>
          </a:xfrm>
          <a:prstGeom prst="rect">
            <a:avLst/>
          </a:prstGeom>
          <a:gradFill flip="none" rotWithShape="1">
            <a:gsLst>
              <a:gs pos="0">
                <a:schemeClr val="accent2"/>
              </a:gs>
              <a:gs pos="34000">
                <a:srgbClr val="0F1722"/>
              </a:gs>
              <a:gs pos="69000">
                <a:srgbClr val="0F1722"/>
              </a:gs>
              <a:gs pos="100000">
                <a:schemeClr val="accent5"/>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rtl="0"/>
            <a:endParaRPr lang="ro-RO" noProof="0"/>
          </a:p>
        </p:txBody>
      </p:sp>
      <p:sp>
        <p:nvSpPr>
          <p:cNvPr id="5" name="Substituent dată 4">
            <a:extLst>
              <a:ext uri="{FF2B5EF4-FFF2-40B4-BE49-F238E27FC236}">
                <a16:creationId xmlns:a16="http://schemas.microsoft.com/office/drawing/2014/main" id="{2D9775F3-A041-479A-8038-652B7D9C72E9}"/>
              </a:ext>
            </a:extLst>
          </p:cNvPr>
          <p:cNvSpPr>
            <a:spLocks noGrp="1"/>
          </p:cNvSpPr>
          <p:nvPr>
            <p:ph type="dt" sz="half" idx="10"/>
          </p:nvPr>
        </p:nvSpPr>
        <p:spPr/>
        <p:txBody>
          <a:bodyPr rtlCol="0"/>
          <a:lstStyle/>
          <a:p>
            <a:pPr rtl="0"/>
            <a:r>
              <a:rPr lang="ro-RO" noProof="0"/>
              <a:t>DD.MM.20XX</a:t>
            </a:r>
          </a:p>
        </p:txBody>
      </p:sp>
      <p:sp>
        <p:nvSpPr>
          <p:cNvPr id="6" name="Substituent subsol 5">
            <a:extLst>
              <a:ext uri="{FF2B5EF4-FFF2-40B4-BE49-F238E27FC236}">
                <a16:creationId xmlns:a16="http://schemas.microsoft.com/office/drawing/2014/main" id="{29BEDD04-BE4E-4B91-B13E-0C4FB3E1658F}"/>
              </a:ext>
            </a:extLst>
          </p:cNvPr>
          <p:cNvSpPr>
            <a:spLocks noGrp="1"/>
          </p:cNvSpPr>
          <p:nvPr>
            <p:ph type="ftr" sz="quarter" idx="11"/>
          </p:nvPr>
        </p:nvSpPr>
        <p:spPr/>
        <p:txBody>
          <a:bodyPr rtlCol="0"/>
          <a:lstStyle/>
          <a:p>
            <a:pPr rtl="0"/>
            <a:r>
              <a:rPr lang="ro-RO" noProof="0"/>
              <a:t>ADĂUGAREA UNUI SUBSOL</a:t>
            </a:r>
          </a:p>
        </p:txBody>
      </p:sp>
      <p:sp>
        <p:nvSpPr>
          <p:cNvPr id="7" name="Substituent număr diapozitiv 6">
            <a:extLst>
              <a:ext uri="{FF2B5EF4-FFF2-40B4-BE49-F238E27FC236}">
                <a16:creationId xmlns:a16="http://schemas.microsoft.com/office/drawing/2014/main" id="{306DF5D8-12DC-494E-B0F1-2E9C86A14544}"/>
              </a:ext>
            </a:extLst>
          </p:cNvPr>
          <p:cNvSpPr>
            <a:spLocks noGrp="1"/>
          </p:cNvSpPr>
          <p:nvPr>
            <p:ph type="sldNum" sz="quarter" idx="12"/>
          </p:nvPr>
        </p:nvSpPr>
        <p:spPr/>
        <p:txBody>
          <a:bodyPr rtlCol="0"/>
          <a:lstStyle/>
          <a:p>
            <a:pPr rtl="0"/>
            <a:fld id="{8D581BC7-E183-40DB-AC97-C19EA4EB8894}" type="slidenum">
              <a:rPr lang="ro-RO" noProof="0" smtClean="0"/>
              <a:t>‹#›</a:t>
            </a:fld>
            <a:endParaRPr lang="ro-RO" noProof="0"/>
          </a:p>
        </p:txBody>
      </p:sp>
      <p:sp>
        <p:nvSpPr>
          <p:cNvPr id="8" name="Titlu 1">
            <a:extLst>
              <a:ext uri="{FF2B5EF4-FFF2-40B4-BE49-F238E27FC236}">
                <a16:creationId xmlns:a16="http://schemas.microsoft.com/office/drawing/2014/main" id="{ABF87C9E-53A2-4DE1-89DC-3907BE2E3D3C}"/>
              </a:ext>
            </a:extLst>
          </p:cNvPr>
          <p:cNvSpPr>
            <a:spLocks noGrp="1"/>
          </p:cNvSpPr>
          <p:nvPr>
            <p:ph type="title"/>
          </p:nvPr>
        </p:nvSpPr>
        <p:spPr>
          <a:xfrm>
            <a:off x="5104263" y="707529"/>
            <a:ext cx="6310887" cy="569086"/>
          </a:xfrm>
        </p:spPr>
        <p:txBody>
          <a:bodyPr lIns="0" tIns="0" rIns="0" bIns="0" rtlCol="0" anchor="b">
            <a:normAutofit/>
          </a:bodyPr>
          <a:lstStyle>
            <a:lvl1pPr algn="r">
              <a:defRPr sz="3600"/>
            </a:lvl1pPr>
          </a:lstStyle>
          <a:p>
            <a:pPr rtl="0"/>
            <a:r>
              <a:rPr lang="ro-RO" noProof="0"/>
              <a:t>Faceți clic pentru a edita stilul de titlu coordonator</a:t>
            </a:r>
          </a:p>
        </p:txBody>
      </p:sp>
      <p:sp>
        <p:nvSpPr>
          <p:cNvPr id="9" name="Substituent text 2">
            <a:extLst>
              <a:ext uri="{FF2B5EF4-FFF2-40B4-BE49-F238E27FC236}">
                <a16:creationId xmlns:a16="http://schemas.microsoft.com/office/drawing/2014/main" id="{EB453F8F-AA02-4E0D-93BF-8CF4F1490377}"/>
              </a:ext>
            </a:extLst>
          </p:cNvPr>
          <p:cNvSpPr>
            <a:spLocks noGrp="1"/>
          </p:cNvSpPr>
          <p:nvPr>
            <p:ph type="body" idx="1" hasCustomPrompt="1"/>
          </p:nvPr>
        </p:nvSpPr>
        <p:spPr>
          <a:xfrm>
            <a:off x="5104263" y="1625821"/>
            <a:ext cx="6289862" cy="569085"/>
          </a:xfrm>
        </p:spPr>
        <p:txBody>
          <a:bodyPr lIns="0" tIns="0" rIns="0" bIns="0" rtlCol="0">
            <a:normAutofit/>
          </a:bodyPr>
          <a:lstStyle>
            <a:lvl1pPr marL="0" indent="0" algn="r">
              <a:lnSpc>
                <a:spcPct val="100000"/>
              </a:lnSpc>
              <a:buNone/>
              <a:defRPr sz="1800" b="1">
                <a:solidFill>
                  <a:schemeClr val="tx1"/>
                </a:solidFill>
                <a:latin typeface="+mn-lt"/>
                <a:cs typeface="Segoe UI Semibold" panose="020B07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EDITAȚI STILURILE DE TEXT COORDONATOR</a:t>
            </a:r>
          </a:p>
        </p:txBody>
      </p:sp>
      <p:sp>
        <p:nvSpPr>
          <p:cNvPr id="10" name="Substituent imagine 10">
            <a:extLst>
              <a:ext uri="{FF2B5EF4-FFF2-40B4-BE49-F238E27FC236}">
                <a16:creationId xmlns:a16="http://schemas.microsoft.com/office/drawing/2014/main" id="{A541F291-2E4B-474E-9ED0-55C97A2A066D}"/>
              </a:ext>
            </a:extLst>
          </p:cNvPr>
          <p:cNvSpPr>
            <a:spLocks noGrp="1"/>
          </p:cNvSpPr>
          <p:nvPr>
            <p:ph type="pic" sz="quarter" idx="13"/>
          </p:nvPr>
        </p:nvSpPr>
        <p:spPr>
          <a:xfrm>
            <a:off x="831850" y="859665"/>
            <a:ext cx="1078992" cy="548640"/>
          </a:xfrm>
        </p:spPr>
        <p:txBody>
          <a:bodyPr rtlCol="0" anchor="ctr" anchorCtr="0">
            <a:normAutofit/>
          </a:bodyPr>
          <a:lstStyle>
            <a:lvl1pPr marL="0" indent="0" algn="ctr">
              <a:buNone/>
              <a:defRPr sz="1200"/>
            </a:lvl1pPr>
          </a:lstStyle>
          <a:p>
            <a:pPr rtl="0"/>
            <a:r>
              <a:rPr lang="ro-RO" noProof="0"/>
              <a:t>Faceți clic pe pictogramă pentru a adăuga o imagine</a:t>
            </a:r>
          </a:p>
        </p:txBody>
      </p:sp>
      <p:grpSp>
        <p:nvGrpSpPr>
          <p:cNvPr id="11" name="Grup 10">
            <a:extLst>
              <a:ext uri="{FF2B5EF4-FFF2-40B4-BE49-F238E27FC236}">
                <a16:creationId xmlns:a16="http://schemas.microsoft.com/office/drawing/2014/main" id="{59E4D57E-4989-4939-A31F-637543FAB606}"/>
              </a:ext>
            </a:extLst>
          </p:cNvPr>
          <p:cNvGrpSpPr/>
          <p:nvPr userDrawn="1"/>
        </p:nvGrpSpPr>
        <p:grpSpPr>
          <a:xfrm flipH="1">
            <a:off x="7950838" y="1375202"/>
            <a:ext cx="4241162" cy="100800"/>
            <a:chOff x="439494" y="3240138"/>
            <a:chExt cx="2648035" cy="100800"/>
          </a:xfrm>
        </p:grpSpPr>
        <p:cxnSp>
          <p:nvCxnSpPr>
            <p:cNvPr id="12" name="Conector drept 11">
              <a:extLst>
                <a:ext uri="{FF2B5EF4-FFF2-40B4-BE49-F238E27FC236}">
                  <a16:creationId xmlns:a16="http://schemas.microsoft.com/office/drawing/2014/main" id="{370B72A7-B625-48B8-88E6-BCE2A4DD531E}"/>
                </a:ext>
              </a:extLst>
            </p:cNvPr>
            <p:cNvCxnSpPr>
              <a:cxnSpLocks/>
            </p:cNvCxnSpPr>
            <p:nvPr userDrawn="1"/>
          </p:nvCxnSpPr>
          <p:spPr>
            <a:xfrm>
              <a:off x="439494" y="3290538"/>
              <a:ext cx="2615905"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01ED729F-F8A5-4244-9776-4935C260F11F}"/>
                </a:ext>
              </a:extLst>
            </p:cNvPr>
            <p:cNvSpPr/>
            <p:nvPr userDrawn="1"/>
          </p:nvSpPr>
          <p:spPr>
            <a:xfrm>
              <a:off x="3021805" y="3240138"/>
              <a:ext cx="65724" cy="100800"/>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a:p>
          </p:txBody>
        </p:sp>
      </p:grpSp>
      <p:sp>
        <p:nvSpPr>
          <p:cNvPr id="14" name="Substituent text 2">
            <a:extLst>
              <a:ext uri="{FF2B5EF4-FFF2-40B4-BE49-F238E27FC236}">
                <a16:creationId xmlns:a16="http://schemas.microsoft.com/office/drawing/2014/main" id="{BE12A846-0DFC-435B-BAE9-D90C353E0344}"/>
              </a:ext>
            </a:extLst>
          </p:cNvPr>
          <p:cNvSpPr>
            <a:spLocks noGrp="1"/>
          </p:cNvSpPr>
          <p:nvPr>
            <p:ph type="body" idx="14" hasCustomPrompt="1"/>
          </p:nvPr>
        </p:nvSpPr>
        <p:spPr>
          <a:xfrm>
            <a:off x="1958968" y="3372939"/>
            <a:ext cx="2297722" cy="328343"/>
          </a:xfrm>
        </p:spPr>
        <p:txBody>
          <a:bodyPr lIns="0" tIns="0" rIns="0" bIns="0" rtlCol="0">
            <a:normAutofit/>
          </a:bodyPr>
          <a:lstStyle>
            <a:lvl1pPr marL="0" indent="0">
              <a:lnSpc>
                <a:spcPct val="100000"/>
              </a:lnSpc>
              <a:spcBef>
                <a:spcPts val="600"/>
              </a:spcBef>
              <a:buClr>
                <a:schemeClr val="tx1"/>
              </a:buClr>
              <a:buFont typeface="Courier New" panose="02070309020205020404" pitchFamily="49" charset="0"/>
              <a:buNone/>
              <a:defRPr sz="1600" i="1">
                <a:solidFill>
                  <a:schemeClr val="tx1"/>
                </a:solidFill>
                <a:latin typeface="+mn-lt"/>
                <a:cs typeface="Segoe UI" panose="020B05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Editați stilurile de text coordonator</a:t>
            </a:r>
          </a:p>
        </p:txBody>
      </p:sp>
      <p:cxnSp>
        <p:nvCxnSpPr>
          <p:cNvPr id="17" name="Conector drept 16">
            <a:extLst>
              <a:ext uri="{FF2B5EF4-FFF2-40B4-BE49-F238E27FC236}">
                <a16:creationId xmlns:a16="http://schemas.microsoft.com/office/drawing/2014/main" id="{6150998C-CF95-4C6F-8962-8EB2DB30177D}"/>
              </a:ext>
            </a:extLst>
          </p:cNvPr>
          <p:cNvCxnSpPr/>
          <p:nvPr userDrawn="1"/>
        </p:nvCxnSpPr>
        <p:spPr>
          <a:xfrm>
            <a:off x="11580000" y="6020920"/>
            <a:ext cx="612000"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F86A2ACD-8CF5-48A3-A678-E213A809B332}"/>
              </a:ext>
            </a:extLst>
          </p:cNvPr>
          <p:cNvSpPr/>
          <p:nvPr userDrawn="1"/>
        </p:nvSpPr>
        <p:spPr>
          <a:xfrm>
            <a:off x="11466563" y="5966056"/>
            <a:ext cx="109728" cy="109728"/>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a:p>
        </p:txBody>
      </p:sp>
      <p:cxnSp>
        <p:nvCxnSpPr>
          <p:cNvPr id="19" name="Conector drept 18">
            <a:extLst>
              <a:ext uri="{FF2B5EF4-FFF2-40B4-BE49-F238E27FC236}">
                <a16:creationId xmlns:a16="http://schemas.microsoft.com/office/drawing/2014/main" id="{F00811BB-0E37-4D70-84A5-97B3FBEDCBE6}"/>
              </a:ext>
            </a:extLst>
          </p:cNvPr>
          <p:cNvCxnSpPr>
            <a:cxnSpLocks/>
          </p:cNvCxnSpPr>
          <p:nvPr userDrawn="1"/>
        </p:nvCxnSpPr>
        <p:spPr>
          <a:xfrm flipV="1">
            <a:off x="0" y="6020920"/>
            <a:ext cx="803275" cy="468"/>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D03B3046-0457-4D23-8E0C-64E3FCD620BB}"/>
              </a:ext>
            </a:extLst>
          </p:cNvPr>
          <p:cNvSpPr/>
          <p:nvPr userDrawn="1"/>
        </p:nvSpPr>
        <p:spPr>
          <a:xfrm>
            <a:off x="809310" y="5879656"/>
            <a:ext cx="283464" cy="283464"/>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a:p>
        </p:txBody>
      </p:sp>
      <p:sp>
        <p:nvSpPr>
          <p:cNvPr id="22" name="Substituent text 2">
            <a:extLst>
              <a:ext uri="{FF2B5EF4-FFF2-40B4-BE49-F238E27FC236}">
                <a16:creationId xmlns:a16="http://schemas.microsoft.com/office/drawing/2014/main" id="{F2ACDD32-C1AB-4359-B055-2F910492987E}"/>
              </a:ext>
            </a:extLst>
          </p:cNvPr>
          <p:cNvSpPr>
            <a:spLocks noGrp="1"/>
          </p:cNvSpPr>
          <p:nvPr>
            <p:ph type="body" idx="16" hasCustomPrompt="1"/>
          </p:nvPr>
        </p:nvSpPr>
        <p:spPr>
          <a:xfrm>
            <a:off x="1958968" y="2960253"/>
            <a:ext cx="2297722" cy="328343"/>
          </a:xfrm>
        </p:spPr>
        <p:txBody>
          <a:bodyPr lIns="0" tIns="0" rIns="0" bIns="0" rtlCol="0" anchor="b" anchorCtr="0">
            <a:normAutofit/>
          </a:bodyPr>
          <a:lstStyle>
            <a:lvl1pPr marL="0" indent="0">
              <a:spcBef>
                <a:spcPts val="600"/>
              </a:spcBef>
              <a:buClr>
                <a:schemeClr val="tx1"/>
              </a:buClr>
              <a:buFont typeface="Courier New" panose="02070309020205020404" pitchFamily="49" charset="0"/>
              <a:buNone/>
              <a:defRPr sz="2000" b="1">
                <a:solidFill>
                  <a:schemeClr val="bg2"/>
                </a:solidFill>
                <a:latin typeface="Tahoma" panose="020B060403050404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Editați textul coordonator</a:t>
            </a:r>
          </a:p>
        </p:txBody>
      </p:sp>
      <p:sp>
        <p:nvSpPr>
          <p:cNvPr id="3" name="Substituent imagine 2">
            <a:extLst>
              <a:ext uri="{FF2B5EF4-FFF2-40B4-BE49-F238E27FC236}">
                <a16:creationId xmlns:a16="http://schemas.microsoft.com/office/drawing/2014/main" id="{F6FF07C5-314A-4EA8-B78F-7A51C234D3A1}"/>
              </a:ext>
            </a:extLst>
          </p:cNvPr>
          <p:cNvSpPr>
            <a:spLocks noGrp="1"/>
          </p:cNvSpPr>
          <p:nvPr>
            <p:ph type="pic" sz="quarter" idx="33"/>
          </p:nvPr>
        </p:nvSpPr>
        <p:spPr>
          <a:xfrm>
            <a:off x="721841" y="2764036"/>
            <a:ext cx="1106424" cy="1106423"/>
          </a:xfrm>
          <a:prstGeom prst="ellipse">
            <a:avLst/>
          </a:prstGeom>
          <a:ln w="12700">
            <a:solidFill>
              <a:schemeClr val="bg1">
                <a:lumMod val="50000"/>
                <a:lumOff val="50000"/>
              </a:schemeClr>
            </a:solidFill>
          </a:ln>
        </p:spPr>
        <p:txBody>
          <a:bodyPr rtlCol="0" anchor="ctr" anchorCtr="0">
            <a:normAutofit/>
          </a:bodyPr>
          <a:lstStyle>
            <a:lvl1pPr marL="0" indent="0" algn="ctr">
              <a:buNone/>
              <a:defRPr sz="1400"/>
            </a:lvl1pPr>
          </a:lstStyle>
          <a:p>
            <a:pPr rtl="0"/>
            <a:r>
              <a:rPr lang="ro-RO" noProof="0"/>
              <a:t>Faceți clic pe pictogramă pentru a adăuga o imagine</a:t>
            </a:r>
          </a:p>
        </p:txBody>
      </p:sp>
      <p:cxnSp>
        <p:nvCxnSpPr>
          <p:cNvPr id="23" name="Conector drept 22">
            <a:extLst>
              <a:ext uri="{FF2B5EF4-FFF2-40B4-BE49-F238E27FC236}">
                <a16:creationId xmlns:a16="http://schemas.microsoft.com/office/drawing/2014/main" id="{B691060D-E361-43B0-BFD7-43D7CC4E5CCD}"/>
              </a:ext>
            </a:extLst>
          </p:cNvPr>
          <p:cNvCxnSpPr>
            <a:cxnSpLocks/>
          </p:cNvCxnSpPr>
          <p:nvPr userDrawn="1"/>
        </p:nvCxnSpPr>
        <p:spPr>
          <a:xfrm>
            <a:off x="0" y="3288596"/>
            <a:ext cx="72000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40" name="Substituent text 2">
            <a:extLst>
              <a:ext uri="{FF2B5EF4-FFF2-40B4-BE49-F238E27FC236}">
                <a16:creationId xmlns:a16="http://schemas.microsoft.com/office/drawing/2014/main" id="{4A98AB01-9578-4430-96AD-F434AF0CDA20}"/>
              </a:ext>
            </a:extLst>
          </p:cNvPr>
          <p:cNvSpPr>
            <a:spLocks noGrp="1"/>
          </p:cNvSpPr>
          <p:nvPr>
            <p:ph type="body" idx="34" hasCustomPrompt="1"/>
          </p:nvPr>
        </p:nvSpPr>
        <p:spPr>
          <a:xfrm>
            <a:off x="1957127" y="4800796"/>
            <a:ext cx="2297722" cy="328343"/>
          </a:xfrm>
        </p:spPr>
        <p:txBody>
          <a:bodyPr lIns="0" tIns="0" rIns="0" bIns="0" rtlCol="0">
            <a:normAutofit/>
          </a:bodyPr>
          <a:lstStyle>
            <a:lvl1pPr marL="0" indent="0">
              <a:lnSpc>
                <a:spcPct val="100000"/>
              </a:lnSpc>
              <a:spcBef>
                <a:spcPts val="600"/>
              </a:spcBef>
              <a:buClr>
                <a:schemeClr val="tx1"/>
              </a:buClr>
              <a:buFont typeface="Courier New" panose="02070309020205020404" pitchFamily="49" charset="0"/>
              <a:buNone/>
              <a:defRPr sz="1600" i="1">
                <a:solidFill>
                  <a:schemeClr val="tx1"/>
                </a:solidFill>
                <a:latin typeface="+mn-lt"/>
                <a:cs typeface="Segoe UI" panose="020B05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Editați stilurile de text coordonator</a:t>
            </a:r>
          </a:p>
        </p:txBody>
      </p:sp>
      <p:sp>
        <p:nvSpPr>
          <p:cNvPr id="41" name="Substituent text 2">
            <a:extLst>
              <a:ext uri="{FF2B5EF4-FFF2-40B4-BE49-F238E27FC236}">
                <a16:creationId xmlns:a16="http://schemas.microsoft.com/office/drawing/2014/main" id="{EF9D60F2-A1FB-4A95-997B-A4F1723AC1EC}"/>
              </a:ext>
            </a:extLst>
          </p:cNvPr>
          <p:cNvSpPr>
            <a:spLocks noGrp="1"/>
          </p:cNvSpPr>
          <p:nvPr>
            <p:ph type="body" idx="35" hasCustomPrompt="1"/>
          </p:nvPr>
        </p:nvSpPr>
        <p:spPr>
          <a:xfrm>
            <a:off x="1957127" y="4388110"/>
            <a:ext cx="2297722" cy="328343"/>
          </a:xfrm>
        </p:spPr>
        <p:txBody>
          <a:bodyPr lIns="0" tIns="0" rIns="0" bIns="0" rtlCol="0" anchor="b" anchorCtr="0">
            <a:normAutofit/>
          </a:bodyPr>
          <a:lstStyle>
            <a:lvl1pPr marL="0" indent="0">
              <a:spcBef>
                <a:spcPts val="600"/>
              </a:spcBef>
              <a:buClr>
                <a:schemeClr val="tx1"/>
              </a:buClr>
              <a:buFont typeface="Courier New" panose="02070309020205020404" pitchFamily="49" charset="0"/>
              <a:buNone/>
              <a:defRPr sz="2000" b="1">
                <a:solidFill>
                  <a:schemeClr val="bg2"/>
                </a:solidFill>
                <a:latin typeface="Tahoma" panose="020B060403050404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Editați textul coordonator</a:t>
            </a:r>
          </a:p>
        </p:txBody>
      </p:sp>
      <p:sp>
        <p:nvSpPr>
          <p:cNvPr id="42" name="Substituent imagine 2">
            <a:extLst>
              <a:ext uri="{FF2B5EF4-FFF2-40B4-BE49-F238E27FC236}">
                <a16:creationId xmlns:a16="http://schemas.microsoft.com/office/drawing/2014/main" id="{76A56D2A-42F0-40C5-96D7-B1AC33152A85}"/>
              </a:ext>
            </a:extLst>
          </p:cNvPr>
          <p:cNvSpPr>
            <a:spLocks noGrp="1"/>
          </p:cNvSpPr>
          <p:nvPr>
            <p:ph type="pic" sz="quarter" idx="36"/>
          </p:nvPr>
        </p:nvSpPr>
        <p:spPr>
          <a:xfrm>
            <a:off x="720000" y="4191893"/>
            <a:ext cx="1106424" cy="1106423"/>
          </a:xfrm>
          <a:prstGeom prst="ellipse">
            <a:avLst/>
          </a:prstGeom>
          <a:ln w="12700">
            <a:solidFill>
              <a:schemeClr val="bg1">
                <a:lumMod val="50000"/>
                <a:lumOff val="50000"/>
              </a:schemeClr>
            </a:solidFill>
          </a:ln>
        </p:spPr>
        <p:txBody>
          <a:bodyPr rtlCol="0" anchor="ctr" anchorCtr="0">
            <a:normAutofit/>
          </a:bodyPr>
          <a:lstStyle>
            <a:lvl1pPr marL="0" indent="0" algn="ctr">
              <a:buNone/>
              <a:defRPr sz="1400"/>
            </a:lvl1pPr>
          </a:lstStyle>
          <a:p>
            <a:pPr rtl="0"/>
            <a:r>
              <a:rPr lang="ro-RO" noProof="0"/>
              <a:t>Faceți clic pe pictogramă pentru a adăuga o imagine</a:t>
            </a:r>
          </a:p>
        </p:txBody>
      </p:sp>
      <p:cxnSp>
        <p:nvCxnSpPr>
          <p:cNvPr id="43" name="Conector drept 42">
            <a:extLst>
              <a:ext uri="{FF2B5EF4-FFF2-40B4-BE49-F238E27FC236}">
                <a16:creationId xmlns:a16="http://schemas.microsoft.com/office/drawing/2014/main" id="{CF6D1C91-9136-4678-A712-92BE9B3902C4}"/>
              </a:ext>
            </a:extLst>
          </p:cNvPr>
          <p:cNvCxnSpPr>
            <a:cxnSpLocks/>
          </p:cNvCxnSpPr>
          <p:nvPr userDrawn="1"/>
        </p:nvCxnSpPr>
        <p:spPr>
          <a:xfrm rot="16200000">
            <a:off x="1111670" y="4028309"/>
            <a:ext cx="32400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44" name="Substituent text 2">
            <a:extLst>
              <a:ext uri="{FF2B5EF4-FFF2-40B4-BE49-F238E27FC236}">
                <a16:creationId xmlns:a16="http://schemas.microsoft.com/office/drawing/2014/main" id="{BACF15AB-FF8A-422B-840D-88503024E5D3}"/>
              </a:ext>
            </a:extLst>
          </p:cNvPr>
          <p:cNvSpPr>
            <a:spLocks noGrp="1"/>
          </p:cNvSpPr>
          <p:nvPr>
            <p:ph type="body" idx="37" hasCustomPrompt="1"/>
          </p:nvPr>
        </p:nvSpPr>
        <p:spPr>
          <a:xfrm>
            <a:off x="5708709" y="3372939"/>
            <a:ext cx="2297722" cy="328343"/>
          </a:xfrm>
        </p:spPr>
        <p:txBody>
          <a:bodyPr lIns="0" tIns="0" rIns="0" bIns="0" rtlCol="0">
            <a:normAutofit/>
          </a:bodyPr>
          <a:lstStyle>
            <a:lvl1pPr marL="0" indent="0">
              <a:lnSpc>
                <a:spcPct val="100000"/>
              </a:lnSpc>
              <a:spcBef>
                <a:spcPts val="600"/>
              </a:spcBef>
              <a:buClr>
                <a:schemeClr val="tx1"/>
              </a:buClr>
              <a:buFont typeface="Courier New" panose="02070309020205020404" pitchFamily="49" charset="0"/>
              <a:buNone/>
              <a:defRPr sz="1600" i="1">
                <a:solidFill>
                  <a:schemeClr val="tx1"/>
                </a:solidFill>
                <a:latin typeface="+mn-lt"/>
                <a:cs typeface="Segoe UI" panose="020B05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Editați stilurile de text coordonator</a:t>
            </a:r>
          </a:p>
        </p:txBody>
      </p:sp>
      <p:sp>
        <p:nvSpPr>
          <p:cNvPr id="45" name="Substituent text 2">
            <a:extLst>
              <a:ext uri="{FF2B5EF4-FFF2-40B4-BE49-F238E27FC236}">
                <a16:creationId xmlns:a16="http://schemas.microsoft.com/office/drawing/2014/main" id="{EFC2028F-7DFE-412D-97DF-707D128D95E0}"/>
              </a:ext>
            </a:extLst>
          </p:cNvPr>
          <p:cNvSpPr>
            <a:spLocks noGrp="1"/>
          </p:cNvSpPr>
          <p:nvPr>
            <p:ph type="body" idx="38" hasCustomPrompt="1"/>
          </p:nvPr>
        </p:nvSpPr>
        <p:spPr>
          <a:xfrm>
            <a:off x="5708709" y="2960253"/>
            <a:ext cx="2297722" cy="328343"/>
          </a:xfrm>
        </p:spPr>
        <p:txBody>
          <a:bodyPr lIns="0" tIns="0" rIns="0" bIns="0" rtlCol="0" anchor="b" anchorCtr="0">
            <a:normAutofit/>
          </a:bodyPr>
          <a:lstStyle>
            <a:lvl1pPr marL="0" indent="0">
              <a:spcBef>
                <a:spcPts val="600"/>
              </a:spcBef>
              <a:buClr>
                <a:schemeClr val="tx1"/>
              </a:buClr>
              <a:buFont typeface="Courier New" panose="02070309020205020404" pitchFamily="49" charset="0"/>
              <a:buNone/>
              <a:defRPr sz="2000" b="1">
                <a:solidFill>
                  <a:schemeClr val="bg2"/>
                </a:solidFill>
                <a:latin typeface="Tahoma" panose="020B060403050404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Editați textul coordonator</a:t>
            </a:r>
          </a:p>
        </p:txBody>
      </p:sp>
      <p:sp>
        <p:nvSpPr>
          <p:cNvPr id="47" name="Substituent text 2">
            <a:extLst>
              <a:ext uri="{FF2B5EF4-FFF2-40B4-BE49-F238E27FC236}">
                <a16:creationId xmlns:a16="http://schemas.microsoft.com/office/drawing/2014/main" id="{4349A4F0-1181-4A58-BFD4-4783CD130356}"/>
              </a:ext>
            </a:extLst>
          </p:cNvPr>
          <p:cNvSpPr>
            <a:spLocks noGrp="1"/>
          </p:cNvSpPr>
          <p:nvPr>
            <p:ph type="body" idx="40" hasCustomPrompt="1"/>
          </p:nvPr>
        </p:nvSpPr>
        <p:spPr>
          <a:xfrm>
            <a:off x="5704578" y="4800796"/>
            <a:ext cx="2297722" cy="328343"/>
          </a:xfrm>
        </p:spPr>
        <p:txBody>
          <a:bodyPr lIns="0" tIns="0" rIns="0" bIns="0" rtlCol="0">
            <a:normAutofit/>
          </a:bodyPr>
          <a:lstStyle>
            <a:lvl1pPr marL="0" indent="0">
              <a:lnSpc>
                <a:spcPct val="100000"/>
              </a:lnSpc>
              <a:spcBef>
                <a:spcPts val="600"/>
              </a:spcBef>
              <a:buClr>
                <a:schemeClr val="tx1"/>
              </a:buClr>
              <a:buFont typeface="Courier New" panose="02070309020205020404" pitchFamily="49" charset="0"/>
              <a:buNone/>
              <a:defRPr sz="1600" i="1">
                <a:solidFill>
                  <a:schemeClr val="tx1"/>
                </a:solidFill>
                <a:latin typeface="+mn-lt"/>
                <a:cs typeface="Segoe UI" panose="020B05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Editați stilurile de text coordonator</a:t>
            </a:r>
          </a:p>
        </p:txBody>
      </p:sp>
      <p:sp>
        <p:nvSpPr>
          <p:cNvPr id="48" name="Substituent text 2">
            <a:extLst>
              <a:ext uri="{FF2B5EF4-FFF2-40B4-BE49-F238E27FC236}">
                <a16:creationId xmlns:a16="http://schemas.microsoft.com/office/drawing/2014/main" id="{DC1D5D83-8D32-491F-87EB-9DA9360D4F2B}"/>
              </a:ext>
            </a:extLst>
          </p:cNvPr>
          <p:cNvSpPr>
            <a:spLocks noGrp="1"/>
          </p:cNvSpPr>
          <p:nvPr>
            <p:ph type="body" idx="41" hasCustomPrompt="1"/>
          </p:nvPr>
        </p:nvSpPr>
        <p:spPr>
          <a:xfrm>
            <a:off x="5704578" y="4388110"/>
            <a:ext cx="2297722" cy="328343"/>
          </a:xfrm>
        </p:spPr>
        <p:txBody>
          <a:bodyPr lIns="0" tIns="0" rIns="0" bIns="0" rtlCol="0" anchor="b" anchorCtr="0">
            <a:normAutofit/>
          </a:bodyPr>
          <a:lstStyle>
            <a:lvl1pPr marL="0" indent="0">
              <a:spcBef>
                <a:spcPts val="600"/>
              </a:spcBef>
              <a:buClr>
                <a:schemeClr val="tx1"/>
              </a:buClr>
              <a:buFont typeface="Courier New" panose="02070309020205020404" pitchFamily="49" charset="0"/>
              <a:buNone/>
              <a:defRPr sz="2000" b="1">
                <a:solidFill>
                  <a:schemeClr val="bg2"/>
                </a:solidFill>
                <a:latin typeface="Tahoma" panose="020B060403050404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Editați textul coordonator</a:t>
            </a:r>
          </a:p>
        </p:txBody>
      </p:sp>
      <p:sp>
        <p:nvSpPr>
          <p:cNvPr id="50" name="Substituent text 2">
            <a:extLst>
              <a:ext uri="{FF2B5EF4-FFF2-40B4-BE49-F238E27FC236}">
                <a16:creationId xmlns:a16="http://schemas.microsoft.com/office/drawing/2014/main" id="{8120723F-A42C-4B81-97FD-6F575E5C2584}"/>
              </a:ext>
            </a:extLst>
          </p:cNvPr>
          <p:cNvSpPr>
            <a:spLocks noGrp="1"/>
          </p:cNvSpPr>
          <p:nvPr>
            <p:ph type="body" idx="43" hasCustomPrompt="1"/>
          </p:nvPr>
        </p:nvSpPr>
        <p:spPr>
          <a:xfrm>
            <a:off x="9453870" y="3372939"/>
            <a:ext cx="2297722" cy="328343"/>
          </a:xfrm>
        </p:spPr>
        <p:txBody>
          <a:bodyPr lIns="0" tIns="0" rIns="0" bIns="0" rtlCol="0">
            <a:normAutofit/>
          </a:bodyPr>
          <a:lstStyle>
            <a:lvl1pPr marL="0" indent="0">
              <a:lnSpc>
                <a:spcPct val="100000"/>
              </a:lnSpc>
              <a:spcBef>
                <a:spcPts val="600"/>
              </a:spcBef>
              <a:buClr>
                <a:schemeClr val="tx1"/>
              </a:buClr>
              <a:buFont typeface="Courier New" panose="02070309020205020404" pitchFamily="49" charset="0"/>
              <a:buNone/>
              <a:defRPr sz="1600" i="1">
                <a:solidFill>
                  <a:schemeClr val="tx1"/>
                </a:solidFill>
                <a:latin typeface="+mn-lt"/>
                <a:cs typeface="Segoe UI" panose="020B05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Editați stilurile de text coordonator</a:t>
            </a:r>
          </a:p>
        </p:txBody>
      </p:sp>
      <p:sp>
        <p:nvSpPr>
          <p:cNvPr id="51" name="Substituent text 2">
            <a:extLst>
              <a:ext uri="{FF2B5EF4-FFF2-40B4-BE49-F238E27FC236}">
                <a16:creationId xmlns:a16="http://schemas.microsoft.com/office/drawing/2014/main" id="{27D068F1-398F-4D11-977C-080C8151C786}"/>
              </a:ext>
            </a:extLst>
          </p:cNvPr>
          <p:cNvSpPr>
            <a:spLocks noGrp="1"/>
          </p:cNvSpPr>
          <p:nvPr>
            <p:ph type="body" idx="44" hasCustomPrompt="1"/>
          </p:nvPr>
        </p:nvSpPr>
        <p:spPr>
          <a:xfrm>
            <a:off x="9453870" y="2960253"/>
            <a:ext cx="2297722" cy="328343"/>
          </a:xfrm>
        </p:spPr>
        <p:txBody>
          <a:bodyPr lIns="0" tIns="0" rIns="0" bIns="0" rtlCol="0" anchor="b" anchorCtr="0">
            <a:normAutofit/>
          </a:bodyPr>
          <a:lstStyle>
            <a:lvl1pPr marL="0" indent="0">
              <a:spcBef>
                <a:spcPts val="600"/>
              </a:spcBef>
              <a:buClr>
                <a:schemeClr val="tx1"/>
              </a:buClr>
              <a:buFont typeface="Courier New" panose="02070309020205020404" pitchFamily="49" charset="0"/>
              <a:buNone/>
              <a:defRPr sz="2000" b="1">
                <a:solidFill>
                  <a:schemeClr val="bg2"/>
                </a:solidFill>
                <a:latin typeface="Tahoma" panose="020B060403050404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Editați textul coordonator</a:t>
            </a:r>
          </a:p>
        </p:txBody>
      </p:sp>
      <p:sp>
        <p:nvSpPr>
          <p:cNvPr id="53" name="Substituent text 2">
            <a:extLst>
              <a:ext uri="{FF2B5EF4-FFF2-40B4-BE49-F238E27FC236}">
                <a16:creationId xmlns:a16="http://schemas.microsoft.com/office/drawing/2014/main" id="{B795705E-C5CB-46CC-9E41-D2269E07BC15}"/>
              </a:ext>
            </a:extLst>
          </p:cNvPr>
          <p:cNvSpPr>
            <a:spLocks noGrp="1"/>
          </p:cNvSpPr>
          <p:nvPr>
            <p:ph type="body" idx="46" hasCustomPrompt="1"/>
          </p:nvPr>
        </p:nvSpPr>
        <p:spPr>
          <a:xfrm>
            <a:off x="9452029" y="4800796"/>
            <a:ext cx="2297722" cy="328343"/>
          </a:xfrm>
        </p:spPr>
        <p:txBody>
          <a:bodyPr lIns="0" tIns="0" rIns="0" bIns="0" rtlCol="0">
            <a:normAutofit/>
          </a:bodyPr>
          <a:lstStyle>
            <a:lvl1pPr marL="0" indent="0">
              <a:lnSpc>
                <a:spcPct val="100000"/>
              </a:lnSpc>
              <a:spcBef>
                <a:spcPts val="600"/>
              </a:spcBef>
              <a:buClr>
                <a:schemeClr val="tx1"/>
              </a:buClr>
              <a:buFont typeface="Courier New" panose="02070309020205020404" pitchFamily="49" charset="0"/>
              <a:buNone/>
              <a:defRPr sz="1600" i="1">
                <a:solidFill>
                  <a:schemeClr val="tx1"/>
                </a:solidFill>
                <a:latin typeface="+mn-lt"/>
                <a:cs typeface="Segoe UI" panose="020B05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Editați stilurile de text coordonator</a:t>
            </a:r>
          </a:p>
        </p:txBody>
      </p:sp>
      <p:sp>
        <p:nvSpPr>
          <p:cNvPr id="54" name="Substituent text 2">
            <a:extLst>
              <a:ext uri="{FF2B5EF4-FFF2-40B4-BE49-F238E27FC236}">
                <a16:creationId xmlns:a16="http://schemas.microsoft.com/office/drawing/2014/main" id="{80211A2B-0F3C-4DBE-AE01-069AE7FC3468}"/>
              </a:ext>
            </a:extLst>
          </p:cNvPr>
          <p:cNvSpPr>
            <a:spLocks noGrp="1"/>
          </p:cNvSpPr>
          <p:nvPr>
            <p:ph type="body" idx="47" hasCustomPrompt="1"/>
          </p:nvPr>
        </p:nvSpPr>
        <p:spPr>
          <a:xfrm>
            <a:off x="9452029" y="4388110"/>
            <a:ext cx="2297722" cy="328343"/>
          </a:xfrm>
        </p:spPr>
        <p:txBody>
          <a:bodyPr lIns="0" tIns="0" rIns="0" bIns="0" rtlCol="0" anchor="b" anchorCtr="0">
            <a:normAutofit/>
          </a:bodyPr>
          <a:lstStyle>
            <a:lvl1pPr marL="0" indent="0">
              <a:spcBef>
                <a:spcPts val="600"/>
              </a:spcBef>
              <a:buClr>
                <a:schemeClr val="tx1"/>
              </a:buClr>
              <a:buFont typeface="Courier New" panose="02070309020205020404" pitchFamily="49" charset="0"/>
              <a:buNone/>
              <a:defRPr sz="2000" b="1">
                <a:solidFill>
                  <a:schemeClr val="bg2"/>
                </a:solidFill>
                <a:latin typeface="Tahoma" panose="020B060403050404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Editați textul coordonator</a:t>
            </a:r>
          </a:p>
        </p:txBody>
      </p:sp>
      <p:cxnSp>
        <p:nvCxnSpPr>
          <p:cNvPr id="56" name="Conector drept 55">
            <a:extLst>
              <a:ext uri="{FF2B5EF4-FFF2-40B4-BE49-F238E27FC236}">
                <a16:creationId xmlns:a16="http://schemas.microsoft.com/office/drawing/2014/main" id="{2E5E9742-C670-47AB-AA69-AE65D7915B06}"/>
              </a:ext>
            </a:extLst>
          </p:cNvPr>
          <p:cNvCxnSpPr>
            <a:cxnSpLocks/>
          </p:cNvCxnSpPr>
          <p:nvPr userDrawn="1"/>
        </p:nvCxnSpPr>
        <p:spPr>
          <a:xfrm rot="16200000">
            <a:off x="3531847" y="5364000"/>
            <a:ext cx="298800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57" name="Conector drept 56">
            <a:extLst>
              <a:ext uri="{FF2B5EF4-FFF2-40B4-BE49-F238E27FC236}">
                <a16:creationId xmlns:a16="http://schemas.microsoft.com/office/drawing/2014/main" id="{158712DB-5183-45D8-9ABB-6E0795658012}"/>
              </a:ext>
            </a:extLst>
          </p:cNvPr>
          <p:cNvCxnSpPr>
            <a:cxnSpLocks/>
          </p:cNvCxnSpPr>
          <p:nvPr userDrawn="1"/>
        </p:nvCxnSpPr>
        <p:spPr>
          <a:xfrm rot="16200000">
            <a:off x="7274194" y="5363999"/>
            <a:ext cx="298800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49" name="Substituent imagine 2">
            <a:extLst>
              <a:ext uri="{FF2B5EF4-FFF2-40B4-BE49-F238E27FC236}">
                <a16:creationId xmlns:a16="http://schemas.microsoft.com/office/drawing/2014/main" id="{417A32F4-3459-4A31-A90E-AA771FD4D491}"/>
              </a:ext>
            </a:extLst>
          </p:cNvPr>
          <p:cNvSpPr>
            <a:spLocks noGrp="1"/>
          </p:cNvSpPr>
          <p:nvPr>
            <p:ph type="pic" sz="quarter" idx="42"/>
          </p:nvPr>
        </p:nvSpPr>
        <p:spPr>
          <a:xfrm>
            <a:off x="4467451" y="4191893"/>
            <a:ext cx="1106424" cy="1106423"/>
          </a:xfrm>
          <a:prstGeom prst="ellipse">
            <a:avLst/>
          </a:prstGeom>
          <a:solidFill>
            <a:srgbClr val="0F1722"/>
          </a:solidFill>
          <a:ln w="12700">
            <a:solidFill>
              <a:schemeClr val="bg1">
                <a:lumMod val="50000"/>
                <a:lumOff val="50000"/>
              </a:schemeClr>
            </a:solidFill>
          </a:ln>
        </p:spPr>
        <p:txBody>
          <a:bodyPr rtlCol="0" anchor="ctr" anchorCtr="0">
            <a:normAutofit/>
          </a:bodyPr>
          <a:lstStyle>
            <a:lvl1pPr marL="0" indent="0" algn="ctr">
              <a:buNone/>
              <a:defRPr sz="1400"/>
            </a:lvl1pPr>
          </a:lstStyle>
          <a:p>
            <a:pPr rtl="0"/>
            <a:r>
              <a:rPr lang="ro-RO" noProof="0"/>
              <a:t>Faceți clic pe pictogramă pentru a adăuga o imagine</a:t>
            </a:r>
          </a:p>
        </p:txBody>
      </p:sp>
      <p:sp>
        <p:nvSpPr>
          <p:cNvPr id="55" name="Substituent imagine 2">
            <a:extLst>
              <a:ext uri="{FF2B5EF4-FFF2-40B4-BE49-F238E27FC236}">
                <a16:creationId xmlns:a16="http://schemas.microsoft.com/office/drawing/2014/main" id="{63549FA7-92E5-4DB1-92FA-15902DFD3753}"/>
              </a:ext>
            </a:extLst>
          </p:cNvPr>
          <p:cNvSpPr>
            <a:spLocks noGrp="1"/>
          </p:cNvSpPr>
          <p:nvPr>
            <p:ph type="pic" sz="quarter" idx="48"/>
          </p:nvPr>
        </p:nvSpPr>
        <p:spPr>
          <a:xfrm>
            <a:off x="8214902" y="4191893"/>
            <a:ext cx="1106424" cy="1106423"/>
          </a:xfrm>
          <a:prstGeom prst="ellipse">
            <a:avLst/>
          </a:prstGeom>
          <a:solidFill>
            <a:srgbClr val="0F1722"/>
          </a:solidFill>
          <a:ln w="12700">
            <a:solidFill>
              <a:schemeClr val="bg1">
                <a:lumMod val="50000"/>
                <a:lumOff val="50000"/>
              </a:schemeClr>
            </a:solidFill>
          </a:ln>
        </p:spPr>
        <p:txBody>
          <a:bodyPr rtlCol="0" anchor="ctr" anchorCtr="0">
            <a:normAutofit/>
          </a:bodyPr>
          <a:lstStyle>
            <a:lvl1pPr marL="0" indent="0" algn="ctr">
              <a:buNone/>
              <a:defRPr sz="1400"/>
            </a:lvl1pPr>
          </a:lstStyle>
          <a:p>
            <a:pPr rtl="0"/>
            <a:r>
              <a:rPr lang="ro-RO" noProof="0"/>
              <a:t>Faceți clic pe pictogramă pentru a adăuga o imagine</a:t>
            </a:r>
          </a:p>
        </p:txBody>
      </p:sp>
      <p:sp>
        <p:nvSpPr>
          <p:cNvPr id="46" name="Substituent imagine 2">
            <a:extLst>
              <a:ext uri="{FF2B5EF4-FFF2-40B4-BE49-F238E27FC236}">
                <a16:creationId xmlns:a16="http://schemas.microsoft.com/office/drawing/2014/main" id="{0F62D330-6A30-4A65-89DA-EDFE4AAD343E}"/>
              </a:ext>
            </a:extLst>
          </p:cNvPr>
          <p:cNvSpPr>
            <a:spLocks noGrp="1"/>
          </p:cNvSpPr>
          <p:nvPr>
            <p:ph type="pic" sz="quarter" idx="39"/>
          </p:nvPr>
        </p:nvSpPr>
        <p:spPr>
          <a:xfrm>
            <a:off x="4469292" y="2764036"/>
            <a:ext cx="1106424" cy="1106423"/>
          </a:xfrm>
          <a:prstGeom prst="ellipse">
            <a:avLst/>
          </a:prstGeom>
          <a:solidFill>
            <a:srgbClr val="0F1722"/>
          </a:solidFill>
          <a:ln w="12700">
            <a:solidFill>
              <a:schemeClr val="bg1">
                <a:lumMod val="50000"/>
                <a:lumOff val="50000"/>
              </a:schemeClr>
            </a:solidFill>
          </a:ln>
        </p:spPr>
        <p:txBody>
          <a:bodyPr rtlCol="0" anchor="ctr" anchorCtr="0">
            <a:normAutofit/>
          </a:bodyPr>
          <a:lstStyle>
            <a:lvl1pPr marL="0" indent="0" algn="ctr">
              <a:buNone/>
              <a:defRPr sz="1400"/>
            </a:lvl1pPr>
          </a:lstStyle>
          <a:p>
            <a:pPr rtl="0"/>
            <a:r>
              <a:rPr lang="ro-RO" noProof="0"/>
              <a:t>Faceți clic pe pictogramă pentru a adăuga o imagine</a:t>
            </a:r>
          </a:p>
        </p:txBody>
      </p:sp>
      <p:sp>
        <p:nvSpPr>
          <p:cNvPr id="52" name="Substituent imagine 2">
            <a:extLst>
              <a:ext uri="{FF2B5EF4-FFF2-40B4-BE49-F238E27FC236}">
                <a16:creationId xmlns:a16="http://schemas.microsoft.com/office/drawing/2014/main" id="{A3FC286B-05E7-4E48-A7FD-197800349118}"/>
              </a:ext>
            </a:extLst>
          </p:cNvPr>
          <p:cNvSpPr>
            <a:spLocks noGrp="1"/>
          </p:cNvSpPr>
          <p:nvPr>
            <p:ph type="pic" sz="quarter" idx="45"/>
          </p:nvPr>
        </p:nvSpPr>
        <p:spPr>
          <a:xfrm>
            <a:off x="8216743" y="2764036"/>
            <a:ext cx="1106424" cy="1106423"/>
          </a:xfrm>
          <a:prstGeom prst="ellipse">
            <a:avLst/>
          </a:prstGeom>
          <a:solidFill>
            <a:srgbClr val="0F1722"/>
          </a:solidFill>
          <a:ln w="12700">
            <a:solidFill>
              <a:schemeClr val="bg1">
                <a:lumMod val="50000"/>
                <a:lumOff val="50000"/>
              </a:schemeClr>
            </a:solidFill>
          </a:ln>
        </p:spPr>
        <p:txBody>
          <a:bodyPr rtlCol="0" anchor="ctr" anchorCtr="0">
            <a:normAutofit/>
          </a:bodyPr>
          <a:lstStyle>
            <a:lvl1pPr marL="0" indent="0" algn="ctr">
              <a:buNone/>
              <a:defRPr sz="1400"/>
            </a:lvl1pPr>
          </a:lstStyle>
          <a:p>
            <a:pPr rtl="0"/>
            <a:r>
              <a:rPr lang="ro-RO" noProof="0"/>
              <a:t>Faceți clic pe pictogramă pentru a adăuga o imagine</a:t>
            </a:r>
          </a:p>
        </p:txBody>
      </p:sp>
    </p:spTree>
    <p:extLst>
      <p:ext uri="{BB962C8B-B14F-4D97-AF65-F5344CB8AC3E}">
        <p14:creationId xmlns:p14="http://schemas.microsoft.com/office/powerpoint/2010/main" val="17443135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Aspect diagramă cu structură radială">
    <p:spTree>
      <p:nvGrpSpPr>
        <p:cNvPr id="1" name=""/>
        <p:cNvGrpSpPr/>
        <p:nvPr/>
      </p:nvGrpSpPr>
      <p:grpSpPr>
        <a:xfrm>
          <a:off x="0" y="0"/>
          <a:ext cx="0" cy="0"/>
          <a:chOff x="0" y="0"/>
          <a:chExt cx="0" cy="0"/>
        </a:xfrm>
      </p:grpSpPr>
      <p:sp>
        <p:nvSpPr>
          <p:cNvPr id="7" name="Dreptunghi 6">
            <a:extLst>
              <a:ext uri="{FF2B5EF4-FFF2-40B4-BE49-F238E27FC236}">
                <a16:creationId xmlns:a16="http://schemas.microsoft.com/office/drawing/2014/main" id="{09F1B35C-893A-4033-ADC0-2192AFA29271}"/>
              </a:ext>
            </a:extLst>
          </p:cNvPr>
          <p:cNvSpPr/>
          <p:nvPr userDrawn="1"/>
        </p:nvSpPr>
        <p:spPr>
          <a:xfrm>
            <a:off x="0" y="0"/>
            <a:ext cx="12192000" cy="6858000"/>
          </a:xfrm>
          <a:prstGeom prst="rect">
            <a:avLst/>
          </a:prstGeom>
          <a:gradFill flip="none" rotWithShape="1">
            <a:gsLst>
              <a:gs pos="0">
                <a:schemeClr val="accent2"/>
              </a:gs>
              <a:gs pos="34000">
                <a:srgbClr val="0F1722"/>
              </a:gs>
              <a:gs pos="69000">
                <a:srgbClr val="0F1722"/>
              </a:gs>
              <a:gs pos="100000">
                <a:schemeClr val="accent5"/>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rtl="0"/>
            <a:endParaRPr lang="ro-RO" noProof="0"/>
          </a:p>
        </p:txBody>
      </p:sp>
      <p:sp>
        <p:nvSpPr>
          <p:cNvPr id="2" name="Titlu 1">
            <a:extLst>
              <a:ext uri="{FF2B5EF4-FFF2-40B4-BE49-F238E27FC236}">
                <a16:creationId xmlns:a16="http://schemas.microsoft.com/office/drawing/2014/main" id="{CD637DF8-B064-4F36-89F8-EBF538A2E7F2}"/>
              </a:ext>
            </a:extLst>
          </p:cNvPr>
          <p:cNvSpPr>
            <a:spLocks noGrp="1"/>
          </p:cNvSpPr>
          <p:nvPr>
            <p:ph type="title" hasCustomPrompt="1"/>
          </p:nvPr>
        </p:nvSpPr>
        <p:spPr>
          <a:xfrm>
            <a:off x="803276" y="1461974"/>
            <a:ext cx="4464049" cy="1177174"/>
          </a:xfrm>
        </p:spPr>
        <p:txBody>
          <a:bodyPr lIns="0" tIns="0" rIns="0" bIns="0" rtlCol="0" anchor="b">
            <a:normAutofit/>
          </a:bodyPr>
          <a:lstStyle>
            <a:lvl1pPr>
              <a:defRPr sz="3600"/>
            </a:lvl1pPr>
          </a:lstStyle>
          <a:p>
            <a:pPr rtl="0"/>
            <a:r>
              <a:rPr lang="ro-RO" noProof="0"/>
              <a:t>FACEȚI CLIC PENTRU A EDITA</a:t>
            </a:r>
          </a:p>
        </p:txBody>
      </p:sp>
      <p:sp>
        <p:nvSpPr>
          <p:cNvPr id="3" name="Substituent text 2">
            <a:extLst>
              <a:ext uri="{FF2B5EF4-FFF2-40B4-BE49-F238E27FC236}">
                <a16:creationId xmlns:a16="http://schemas.microsoft.com/office/drawing/2014/main" id="{8A72532A-5006-46B7-AE99-3A6891CD0254}"/>
              </a:ext>
            </a:extLst>
          </p:cNvPr>
          <p:cNvSpPr>
            <a:spLocks noGrp="1"/>
          </p:cNvSpPr>
          <p:nvPr>
            <p:ph type="body" idx="1" hasCustomPrompt="1"/>
          </p:nvPr>
        </p:nvSpPr>
        <p:spPr>
          <a:xfrm>
            <a:off x="826770" y="3092276"/>
            <a:ext cx="4443165" cy="1008841"/>
          </a:xfrm>
        </p:spPr>
        <p:txBody>
          <a:bodyPr lIns="0" tIns="0" rIns="0" bIns="0" rtlCol="0">
            <a:normAutofit/>
          </a:bodyPr>
          <a:lstStyle>
            <a:lvl1pPr marL="0" indent="0">
              <a:lnSpc>
                <a:spcPct val="100000"/>
              </a:lnSpc>
              <a:buNone/>
              <a:defRPr sz="1800" b="1">
                <a:solidFill>
                  <a:schemeClr val="tx1"/>
                </a:solidFill>
                <a:latin typeface="+mn-lt"/>
                <a:cs typeface="Segoe UI Semibold" panose="020B07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EDITAȚI STILURILE DE TEXT COORDONATOR</a:t>
            </a:r>
          </a:p>
        </p:txBody>
      </p:sp>
      <p:sp>
        <p:nvSpPr>
          <p:cNvPr id="4" name="Substituent dată 3">
            <a:extLst>
              <a:ext uri="{FF2B5EF4-FFF2-40B4-BE49-F238E27FC236}">
                <a16:creationId xmlns:a16="http://schemas.microsoft.com/office/drawing/2014/main" id="{49EFC6D7-3241-401C-A16A-4A7CC2653954}"/>
              </a:ext>
            </a:extLst>
          </p:cNvPr>
          <p:cNvSpPr>
            <a:spLocks noGrp="1"/>
          </p:cNvSpPr>
          <p:nvPr>
            <p:ph type="dt" sz="half" idx="10"/>
          </p:nvPr>
        </p:nvSpPr>
        <p:spPr/>
        <p:txBody>
          <a:bodyPr rtlCol="0"/>
          <a:lstStyle/>
          <a:p>
            <a:pPr rtl="0"/>
            <a:r>
              <a:rPr lang="ro-RO" noProof="0"/>
              <a:t>DD.MM.20XX</a:t>
            </a:r>
          </a:p>
        </p:txBody>
      </p:sp>
      <p:sp>
        <p:nvSpPr>
          <p:cNvPr id="5" name="Substituent subsol 4">
            <a:extLst>
              <a:ext uri="{FF2B5EF4-FFF2-40B4-BE49-F238E27FC236}">
                <a16:creationId xmlns:a16="http://schemas.microsoft.com/office/drawing/2014/main" id="{F345D6DC-ABA5-4D00-9CD3-92FFDD1FA2DC}"/>
              </a:ext>
            </a:extLst>
          </p:cNvPr>
          <p:cNvSpPr>
            <a:spLocks noGrp="1"/>
          </p:cNvSpPr>
          <p:nvPr>
            <p:ph type="ftr" sz="quarter" idx="11"/>
          </p:nvPr>
        </p:nvSpPr>
        <p:spPr/>
        <p:txBody>
          <a:bodyPr rtlCol="0"/>
          <a:lstStyle/>
          <a:p>
            <a:pPr rtl="0"/>
            <a:r>
              <a:rPr lang="ro-RO" noProof="0"/>
              <a:t>ADĂUGAREA UNUI SUBSOL</a:t>
            </a:r>
          </a:p>
        </p:txBody>
      </p:sp>
      <p:sp>
        <p:nvSpPr>
          <p:cNvPr id="6" name="Substituent număr diapozitiv 5">
            <a:extLst>
              <a:ext uri="{FF2B5EF4-FFF2-40B4-BE49-F238E27FC236}">
                <a16:creationId xmlns:a16="http://schemas.microsoft.com/office/drawing/2014/main" id="{92459C86-0106-40E0-AA18-795EC5787677}"/>
              </a:ext>
            </a:extLst>
          </p:cNvPr>
          <p:cNvSpPr>
            <a:spLocks noGrp="1"/>
          </p:cNvSpPr>
          <p:nvPr>
            <p:ph type="sldNum" sz="quarter" idx="12"/>
          </p:nvPr>
        </p:nvSpPr>
        <p:spPr/>
        <p:txBody>
          <a:bodyPr rtlCol="0"/>
          <a:lstStyle/>
          <a:p>
            <a:pPr rtl="0"/>
            <a:fld id="{8D581BC7-E183-40DB-AC97-C19EA4EB8894}" type="slidenum">
              <a:rPr lang="ro-RO" noProof="0" smtClean="0"/>
              <a:t>‹#›</a:t>
            </a:fld>
            <a:endParaRPr lang="ro-RO" noProof="0"/>
          </a:p>
        </p:txBody>
      </p:sp>
      <p:sp>
        <p:nvSpPr>
          <p:cNvPr id="11" name="Substituent imagine 10">
            <a:extLst>
              <a:ext uri="{FF2B5EF4-FFF2-40B4-BE49-F238E27FC236}">
                <a16:creationId xmlns:a16="http://schemas.microsoft.com/office/drawing/2014/main" id="{6D14F7B3-A6CF-491C-9855-75B5784CC456}"/>
              </a:ext>
            </a:extLst>
          </p:cNvPr>
          <p:cNvSpPr>
            <a:spLocks noGrp="1"/>
          </p:cNvSpPr>
          <p:nvPr>
            <p:ph type="pic" sz="quarter" idx="13"/>
          </p:nvPr>
        </p:nvSpPr>
        <p:spPr>
          <a:xfrm>
            <a:off x="831850" y="859665"/>
            <a:ext cx="1078992" cy="548640"/>
          </a:xfrm>
        </p:spPr>
        <p:txBody>
          <a:bodyPr rtlCol="0" anchor="ctr" anchorCtr="0">
            <a:normAutofit/>
          </a:bodyPr>
          <a:lstStyle>
            <a:lvl1pPr marL="0" indent="0" algn="ctr">
              <a:buNone/>
              <a:defRPr sz="1200"/>
            </a:lvl1pPr>
          </a:lstStyle>
          <a:p>
            <a:pPr rtl="0"/>
            <a:r>
              <a:rPr lang="ro-RO" noProof="0"/>
              <a:t>Faceți clic pe pictogramă pentru a adăuga o imagine</a:t>
            </a:r>
          </a:p>
        </p:txBody>
      </p:sp>
      <p:grpSp>
        <p:nvGrpSpPr>
          <p:cNvPr id="15" name="Grup 14">
            <a:extLst>
              <a:ext uri="{FF2B5EF4-FFF2-40B4-BE49-F238E27FC236}">
                <a16:creationId xmlns:a16="http://schemas.microsoft.com/office/drawing/2014/main" id="{B7317392-EF87-4050-8BBE-32F74B0CF15A}"/>
              </a:ext>
            </a:extLst>
          </p:cNvPr>
          <p:cNvGrpSpPr/>
          <p:nvPr userDrawn="1"/>
        </p:nvGrpSpPr>
        <p:grpSpPr>
          <a:xfrm>
            <a:off x="0" y="2811097"/>
            <a:ext cx="3149152" cy="100800"/>
            <a:chOff x="-1228304" y="3250524"/>
            <a:chExt cx="3149152" cy="100800"/>
          </a:xfrm>
        </p:grpSpPr>
        <p:cxnSp>
          <p:nvCxnSpPr>
            <p:cNvPr id="13" name="Conector drept 12">
              <a:extLst>
                <a:ext uri="{FF2B5EF4-FFF2-40B4-BE49-F238E27FC236}">
                  <a16:creationId xmlns:a16="http://schemas.microsoft.com/office/drawing/2014/main" id="{785A4134-866D-4143-AC1E-8A2FFDB49855}"/>
                </a:ext>
              </a:extLst>
            </p:cNvPr>
            <p:cNvCxnSpPr>
              <a:cxnSpLocks/>
            </p:cNvCxnSpPr>
            <p:nvPr userDrawn="1"/>
          </p:nvCxnSpPr>
          <p:spPr>
            <a:xfrm>
              <a:off x="-1228304" y="3290538"/>
              <a:ext cx="3096000"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1BBC5D9C-B8FB-455B-9398-36DB21F2765E}"/>
                </a:ext>
              </a:extLst>
            </p:cNvPr>
            <p:cNvSpPr/>
            <p:nvPr userDrawn="1"/>
          </p:nvSpPr>
          <p:spPr>
            <a:xfrm>
              <a:off x="1820048" y="3250524"/>
              <a:ext cx="100800" cy="100800"/>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a:p>
          </p:txBody>
        </p:sp>
      </p:grpSp>
      <p:sp>
        <p:nvSpPr>
          <p:cNvPr id="17" name="Oval 16">
            <a:extLst>
              <a:ext uri="{FF2B5EF4-FFF2-40B4-BE49-F238E27FC236}">
                <a16:creationId xmlns:a16="http://schemas.microsoft.com/office/drawing/2014/main" id="{72225750-E4CE-4A81-A0C3-4023030D637E}"/>
              </a:ext>
            </a:extLst>
          </p:cNvPr>
          <p:cNvSpPr/>
          <p:nvPr userDrawn="1"/>
        </p:nvSpPr>
        <p:spPr>
          <a:xfrm>
            <a:off x="809310" y="5879656"/>
            <a:ext cx="283464" cy="283464"/>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a:p>
        </p:txBody>
      </p:sp>
      <p:cxnSp>
        <p:nvCxnSpPr>
          <p:cNvPr id="18" name="Conector drept 17">
            <a:extLst>
              <a:ext uri="{FF2B5EF4-FFF2-40B4-BE49-F238E27FC236}">
                <a16:creationId xmlns:a16="http://schemas.microsoft.com/office/drawing/2014/main" id="{3819C324-07DF-49DB-A08C-0E6155CE3041}"/>
              </a:ext>
            </a:extLst>
          </p:cNvPr>
          <p:cNvCxnSpPr/>
          <p:nvPr userDrawn="1"/>
        </p:nvCxnSpPr>
        <p:spPr>
          <a:xfrm>
            <a:off x="11580000" y="6020920"/>
            <a:ext cx="612000"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75A34025-44F2-4A09-8629-F1794E9D35AF}"/>
              </a:ext>
            </a:extLst>
          </p:cNvPr>
          <p:cNvSpPr/>
          <p:nvPr userDrawn="1"/>
        </p:nvSpPr>
        <p:spPr>
          <a:xfrm>
            <a:off x="11466563" y="5966056"/>
            <a:ext cx="109728" cy="109728"/>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a:p>
        </p:txBody>
      </p:sp>
      <p:cxnSp>
        <p:nvCxnSpPr>
          <p:cNvPr id="20" name="Conector drept 19">
            <a:extLst>
              <a:ext uri="{FF2B5EF4-FFF2-40B4-BE49-F238E27FC236}">
                <a16:creationId xmlns:a16="http://schemas.microsoft.com/office/drawing/2014/main" id="{815854A2-EAE9-4B2A-84CF-5A4BD753863A}"/>
              </a:ext>
            </a:extLst>
          </p:cNvPr>
          <p:cNvCxnSpPr>
            <a:cxnSpLocks/>
          </p:cNvCxnSpPr>
          <p:nvPr userDrawn="1"/>
        </p:nvCxnSpPr>
        <p:spPr>
          <a:xfrm flipV="1">
            <a:off x="0" y="6020920"/>
            <a:ext cx="803275" cy="468"/>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6" name="Substituent text 2">
            <a:extLst>
              <a:ext uri="{FF2B5EF4-FFF2-40B4-BE49-F238E27FC236}">
                <a16:creationId xmlns:a16="http://schemas.microsoft.com/office/drawing/2014/main" id="{9A5180A6-7D2B-4341-A749-16387D907EEF}"/>
              </a:ext>
            </a:extLst>
          </p:cNvPr>
          <p:cNvSpPr>
            <a:spLocks noGrp="1"/>
          </p:cNvSpPr>
          <p:nvPr>
            <p:ph type="body" idx="34" hasCustomPrompt="1"/>
          </p:nvPr>
        </p:nvSpPr>
        <p:spPr>
          <a:xfrm>
            <a:off x="1262770" y="4138611"/>
            <a:ext cx="1283894" cy="349611"/>
          </a:xfrm>
        </p:spPr>
        <p:txBody>
          <a:bodyPr lIns="0" tIns="0" rIns="0" bIns="0" rtlCol="0" anchor="b">
            <a:normAutofit/>
          </a:bodyPr>
          <a:lstStyle>
            <a:lvl1pPr marL="0" indent="0" algn="l">
              <a:spcBef>
                <a:spcPts val="600"/>
              </a:spcBef>
              <a:buNone/>
              <a:defRPr sz="1800" b="1" i="0">
                <a:solidFill>
                  <a:schemeClr val="bg2"/>
                </a:solidFill>
                <a:latin typeface="Tahoma" panose="020B060403050404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ro-RO" noProof="0"/>
              <a:t>1.500.000 lei</a:t>
            </a:r>
          </a:p>
        </p:txBody>
      </p:sp>
      <p:sp>
        <p:nvSpPr>
          <p:cNvPr id="37" name="Substituent text 2">
            <a:extLst>
              <a:ext uri="{FF2B5EF4-FFF2-40B4-BE49-F238E27FC236}">
                <a16:creationId xmlns:a16="http://schemas.microsoft.com/office/drawing/2014/main" id="{79DFBEE7-50AA-4F4F-8B5D-AD23ECAD9919}"/>
              </a:ext>
            </a:extLst>
          </p:cNvPr>
          <p:cNvSpPr>
            <a:spLocks noGrp="1"/>
          </p:cNvSpPr>
          <p:nvPr>
            <p:ph type="body" idx="42" hasCustomPrompt="1"/>
          </p:nvPr>
        </p:nvSpPr>
        <p:spPr>
          <a:xfrm>
            <a:off x="1262769" y="4499972"/>
            <a:ext cx="1285861" cy="246279"/>
          </a:xfrm>
        </p:spPr>
        <p:txBody>
          <a:bodyPr lIns="0" tIns="0" rIns="0" bIns="0" rtlCol="0" anchor="t" anchorCtr="0">
            <a:normAutofit/>
          </a:bodyPr>
          <a:lstStyle>
            <a:lvl1pPr marL="0" indent="0" algn="l">
              <a:spcBef>
                <a:spcPts val="600"/>
              </a:spcBef>
              <a:buNone/>
              <a:defRPr sz="1400" b="0" i="1">
                <a:solidFill>
                  <a:schemeClr val="tx1"/>
                </a:solidFill>
                <a:latin typeface="+mn-lt"/>
                <a:cs typeface="Segoe UI"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ro-RO" noProof="0"/>
              <a:t>Titlu Categorie</a:t>
            </a:r>
          </a:p>
        </p:txBody>
      </p:sp>
      <p:sp>
        <p:nvSpPr>
          <p:cNvPr id="39" name="Substituent text 2">
            <a:extLst>
              <a:ext uri="{FF2B5EF4-FFF2-40B4-BE49-F238E27FC236}">
                <a16:creationId xmlns:a16="http://schemas.microsoft.com/office/drawing/2014/main" id="{306EAF0C-F17D-47D6-BAA1-16745F4F70D9}"/>
              </a:ext>
            </a:extLst>
          </p:cNvPr>
          <p:cNvSpPr>
            <a:spLocks noGrp="1"/>
          </p:cNvSpPr>
          <p:nvPr>
            <p:ph type="body" idx="45" hasCustomPrompt="1"/>
          </p:nvPr>
        </p:nvSpPr>
        <p:spPr>
          <a:xfrm>
            <a:off x="3193135" y="4138611"/>
            <a:ext cx="1283894" cy="349611"/>
          </a:xfrm>
        </p:spPr>
        <p:txBody>
          <a:bodyPr lIns="0" tIns="0" rIns="0" bIns="0" rtlCol="0" anchor="b">
            <a:normAutofit/>
          </a:bodyPr>
          <a:lstStyle>
            <a:lvl1pPr marL="0" indent="0" algn="l">
              <a:spcBef>
                <a:spcPts val="600"/>
              </a:spcBef>
              <a:buNone/>
              <a:defRPr sz="1800" b="1" i="0">
                <a:solidFill>
                  <a:schemeClr val="bg2"/>
                </a:solidFill>
                <a:latin typeface="Tahoma" panose="020B060403050404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ro-RO" noProof="0"/>
              <a:t>1.500.000 lei</a:t>
            </a:r>
          </a:p>
        </p:txBody>
      </p:sp>
      <p:sp>
        <p:nvSpPr>
          <p:cNvPr id="40" name="Substituent text 2">
            <a:extLst>
              <a:ext uri="{FF2B5EF4-FFF2-40B4-BE49-F238E27FC236}">
                <a16:creationId xmlns:a16="http://schemas.microsoft.com/office/drawing/2014/main" id="{D091E31C-C1DC-4D72-8C9E-3B6BD91E72AF}"/>
              </a:ext>
            </a:extLst>
          </p:cNvPr>
          <p:cNvSpPr>
            <a:spLocks noGrp="1"/>
          </p:cNvSpPr>
          <p:nvPr>
            <p:ph type="body" idx="46" hasCustomPrompt="1"/>
          </p:nvPr>
        </p:nvSpPr>
        <p:spPr>
          <a:xfrm>
            <a:off x="3193134" y="4499972"/>
            <a:ext cx="1285861" cy="246279"/>
          </a:xfrm>
        </p:spPr>
        <p:txBody>
          <a:bodyPr lIns="0" tIns="0" rIns="0" bIns="0" rtlCol="0" anchor="t" anchorCtr="0">
            <a:normAutofit/>
          </a:bodyPr>
          <a:lstStyle>
            <a:lvl1pPr marL="0" indent="0" algn="l">
              <a:spcBef>
                <a:spcPts val="600"/>
              </a:spcBef>
              <a:buNone/>
              <a:defRPr sz="1400" b="0" i="1">
                <a:solidFill>
                  <a:schemeClr val="tx1"/>
                </a:solidFill>
                <a:latin typeface="+mn-lt"/>
                <a:cs typeface="Segoe UI"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ro-RO" noProof="0"/>
              <a:t>Titlu Categorie</a:t>
            </a:r>
          </a:p>
        </p:txBody>
      </p:sp>
      <p:sp>
        <p:nvSpPr>
          <p:cNvPr id="42" name="Substituent text 2">
            <a:extLst>
              <a:ext uri="{FF2B5EF4-FFF2-40B4-BE49-F238E27FC236}">
                <a16:creationId xmlns:a16="http://schemas.microsoft.com/office/drawing/2014/main" id="{F62E753C-C8BE-457D-9B22-6A8227347A67}"/>
              </a:ext>
            </a:extLst>
          </p:cNvPr>
          <p:cNvSpPr>
            <a:spLocks noGrp="1"/>
          </p:cNvSpPr>
          <p:nvPr>
            <p:ph type="body" idx="47" hasCustomPrompt="1"/>
          </p:nvPr>
        </p:nvSpPr>
        <p:spPr>
          <a:xfrm>
            <a:off x="5123499" y="4142294"/>
            <a:ext cx="1283894" cy="349611"/>
          </a:xfrm>
        </p:spPr>
        <p:txBody>
          <a:bodyPr lIns="0" tIns="0" rIns="0" bIns="0" rtlCol="0" anchor="b">
            <a:normAutofit/>
          </a:bodyPr>
          <a:lstStyle>
            <a:lvl1pPr marL="0" indent="0" algn="l">
              <a:spcBef>
                <a:spcPts val="600"/>
              </a:spcBef>
              <a:buNone/>
              <a:defRPr sz="1800" b="1" i="0">
                <a:solidFill>
                  <a:schemeClr val="bg2"/>
                </a:solidFill>
                <a:latin typeface="Tahoma" panose="020B060403050404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ro-RO" noProof="0"/>
              <a:t>1.500.000 lei</a:t>
            </a:r>
          </a:p>
        </p:txBody>
      </p:sp>
      <p:sp>
        <p:nvSpPr>
          <p:cNvPr id="43" name="Substituent text 2">
            <a:extLst>
              <a:ext uri="{FF2B5EF4-FFF2-40B4-BE49-F238E27FC236}">
                <a16:creationId xmlns:a16="http://schemas.microsoft.com/office/drawing/2014/main" id="{BC1E8F6C-0BDD-4AFA-9E8D-5EF61AA59F50}"/>
              </a:ext>
            </a:extLst>
          </p:cNvPr>
          <p:cNvSpPr>
            <a:spLocks noGrp="1"/>
          </p:cNvSpPr>
          <p:nvPr>
            <p:ph type="body" idx="48" hasCustomPrompt="1"/>
          </p:nvPr>
        </p:nvSpPr>
        <p:spPr>
          <a:xfrm>
            <a:off x="5123498" y="4503655"/>
            <a:ext cx="1285861" cy="246279"/>
          </a:xfrm>
        </p:spPr>
        <p:txBody>
          <a:bodyPr lIns="0" tIns="0" rIns="0" bIns="0" rtlCol="0" anchor="t" anchorCtr="0">
            <a:normAutofit/>
          </a:bodyPr>
          <a:lstStyle>
            <a:lvl1pPr marL="0" indent="0" algn="l">
              <a:spcBef>
                <a:spcPts val="600"/>
              </a:spcBef>
              <a:buNone/>
              <a:defRPr sz="1400" b="0" i="1">
                <a:solidFill>
                  <a:schemeClr val="tx1"/>
                </a:solidFill>
                <a:latin typeface="+mn-lt"/>
                <a:cs typeface="Segoe UI"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ro-RO" noProof="0"/>
              <a:t>Titlu Categorie</a:t>
            </a:r>
          </a:p>
        </p:txBody>
      </p:sp>
      <p:sp>
        <p:nvSpPr>
          <p:cNvPr id="45" name="Substituent text 2">
            <a:extLst>
              <a:ext uri="{FF2B5EF4-FFF2-40B4-BE49-F238E27FC236}">
                <a16:creationId xmlns:a16="http://schemas.microsoft.com/office/drawing/2014/main" id="{C70C9772-55FF-4449-988F-6CDDE075E730}"/>
              </a:ext>
            </a:extLst>
          </p:cNvPr>
          <p:cNvSpPr>
            <a:spLocks noGrp="1"/>
          </p:cNvSpPr>
          <p:nvPr>
            <p:ph type="body" idx="49" hasCustomPrompt="1"/>
          </p:nvPr>
        </p:nvSpPr>
        <p:spPr>
          <a:xfrm>
            <a:off x="1262770" y="4826750"/>
            <a:ext cx="1283894" cy="349611"/>
          </a:xfrm>
        </p:spPr>
        <p:txBody>
          <a:bodyPr lIns="0" tIns="0" rIns="0" bIns="0" rtlCol="0" anchor="b">
            <a:normAutofit/>
          </a:bodyPr>
          <a:lstStyle>
            <a:lvl1pPr marL="0" indent="0" algn="l">
              <a:spcBef>
                <a:spcPts val="600"/>
              </a:spcBef>
              <a:buNone/>
              <a:defRPr sz="1800" b="1" i="0">
                <a:solidFill>
                  <a:schemeClr val="bg2"/>
                </a:solidFill>
                <a:latin typeface="Tahoma" panose="020B060403050404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ro-RO" noProof="0"/>
              <a:t>1.500.000 lei</a:t>
            </a:r>
          </a:p>
        </p:txBody>
      </p:sp>
      <p:sp>
        <p:nvSpPr>
          <p:cNvPr id="46" name="Substituent text 2">
            <a:extLst>
              <a:ext uri="{FF2B5EF4-FFF2-40B4-BE49-F238E27FC236}">
                <a16:creationId xmlns:a16="http://schemas.microsoft.com/office/drawing/2014/main" id="{75EE6DCE-6A55-4D95-85F7-E22E3E268256}"/>
              </a:ext>
            </a:extLst>
          </p:cNvPr>
          <p:cNvSpPr>
            <a:spLocks noGrp="1"/>
          </p:cNvSpPr>
          <p:nvPr>
            <p:ph type="body" idx="50" hasCustomPrompt="1"/>
          </p:nvPr>
        </p:nvSpPr>
        <p:spPr>
          <a:xfrm>
            <a:off x="1262769" y="5188111"/>
            <a:ext cx="1285861" cy="246279"/>
          </a:xfrm>
        </p:spPr>
        <p:txBody>
          <a:bodyPr lIns="0" tIns="0" rIns="0" bIns="0" rtlCol="0" anchor="t" anchorCtr="0">
            <a:normAutofit/>
          </a:bodyPr>
          <a:lstStyle>
            <a:lvl1pPr marL="0" indent="0" algn="l">
              <a:spcBef>
                <a:spcPts val="600"/>
              </a:spcBef>
              <a:buNone/>
              <a:defRPr sz="1400" b="0" i="1">
                <a:solidFill>
                  <a:schemeClr val="tx1"/>
                </a:solidFill>
                <a:latin typeface="+mn-lt"/>
                <a:cs typeface="Segoe UI"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ro-RO" noProof="0"/>
              <a:t>Titlu Categorie</a:t>
            </a:r>
          </a:p>
        </p:txBody>
      </p:sp>
      <p:sp>
        <p:nvSpPr>
          <p:cNvPr id="48" name="Substituent text 2">
            <a:extLst>
              <a:ext uri="{FF2B5EF4-FFF2-40B4-BE49-F238E27FC236}">
                <a16:creationId xmlns:a16="http://schemas.microsoft.com/office/drawing/2014/main" id="{84DC7882-7541-4AEA-95FE-DDBCF6F9CA32}"/>
              </a:ext>
            </a:extLst>
          </p:cNvPr>
          <p:cNvSpPr>
            <a:spLocks noGrp="1"/>
          </p:cNvSpPr>
          <p:nvPr>
            <p:ph type="body" idx="51" hasCustomPrompt="1"/>
          </p:nvPr>
        </p:nvSpPr>
        <p:spPr>
          <a:xfrm>
            <a:off x="3193135" y="4826750"/>
            <a:ext cx="1283894" cy="349611"/>
          </a:xfrm>
        </p:spPr>
        <p:txBody>
          <a:bodyPr lIns="0" tIns="0" rIns="0" bIns="0" rtlCol="0" anchor="b">
            <a:normAutofit/>
          </a:bodyPr>
          <a:lstStyle>
            <a:lvl1pPr marL="0" indent="0" algn="l">
              <a:spcBef>
                <a:spcPts val="600"/>
              </a:spcBef>
              <a:buNone/>
              <a:defRPr sz="1800" b="1" i="0">
                <a:solidFill>
                  <a:schemeClr val="bg2"/>
                </a:solidFill>
                <a:latin typeface="Tahoma" panose="020B060403050404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ro-RO" noProof="0"/>
              <a:t>1.500.000 lei</a:t>
            </a:r>
          </a:p>
        </p:txBody>
      </p:sp>
      <p:sp>
        <p:nvSpPr>
          <p:cNvPr id="49" name="Substituent text 2">
            <a:extLst>
              <a:ext uri="{FF2B5EF4-FFF2-40B4-BE49-F238E27FC236}">
                <a16:creationId xmlns:a16="http://schemas.microsoft.com/office/drawing/2014/main" id="{5542D500-4CD6-4FDE-9133-F8020797D9B5}"/>
              </a:ext>
            </a:extLst>
          </p:cNvPr>
          <p:cNvSpPr>
            <a:spLocks noGrp="1"/>
          </p:cNvSpPr>
          <p:nvPr>
            <p:ph type="body" idx="52" hasCustomPrompt="1"/>
          </p:nvPr>
        </p:nvSpPr>
        <p:spPr>
          <a:xfrm>
            <a:off x="3193134" y="5188111"/>
            <a:ext cx="1285861" cy="246279"/>
          </a:xfrm>
        </p:spPr>
        <p:txBody>
          <a:bodyPr lIns="0" tIns="0" rIns="0" bIns="0" rtlCol="0" anchor="t" anchorCtr="0">
            <a:normAutofit/>
          </a:bodyPr>
          <a:lstStyle>
            <a:lvl1pPr marL="0" indent="0" algn="l">
              <a:spcBef>
                <a:spcPts val="600"/>
              </a:spcBef>
              <a:buNone/>
              <a:defRPr sz="1400" b="0" i="1">
                <a:solidFill>
                  <a:schemeClr val="tx1"/>
                </a:solidFill>
                <a:latin typeface="+mn-lt"/>
                <a:cs typeface="Segoe UI"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ro-RO" noProof="0"/>
              <a:t>Titlu Categorie</a:t>
            </a:r>
          </a:p>
        </p:txBody>
      </p:sp>
      <p:sp>
        <p:nvSpPr>
          <p:cNvPr id="51" name="Substituent text 2">
            <a:extLst>
              <a:ext uri="{FF2B5EF4-FFF2-40B4-BE49-F238E27FC236}">
                <a16:creationId xmlns:a16="http://schemas.microsoft.com/office/drawing/2014/main" id="{500C362B-BA02-4F7D-86F6-3F6F2EF20D04}"/>
              </a:ext>
            </a:extLst>
          </p:cNvPr>
          <p:cNvSpPr>
            <a:spLocks noGrp="1"/>
          </p:cNvSpPr>
          <p:nvPr>
            <p:ph type="body" idx="53" hasCustomPrompt="1"/>
          </p:nvPr>
        </p:nvSpPr>
        <p:spPr>
          <a:xfrm>
            <a:off x="5123499" y="4830433"/>
            <a:ext cx="1283894" cy="349611"/>
          </a:xfrm>
        </p:spPr>
        <p:txBody>
          <a:bodyPr lIns="0" tIns="0" rIns="0" bIns="0" rtlCol="0" anchor="b">
            <a:normAutofit/>
          </a:bodyPr>
          <a:lstStyle>
            <a:lvl1pPr marL="0" indent="0" algn="l">
              <a:spcBef>
                <a:spcPts val="600"/>
              </a:spcBef>
              <a:buNone/>
              <a:defRPr sz="1800" b="1" i="0">
                <a:solidFill>
                  <a:schemeClr val="bg2"/>
                </a:solidFill>
                <a:latin typeface="Tahoma" panose="020B060403050404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ro-RO" noProof="0"/>
              <a:t>1.500.000 lei</a:t>
            </a:r>
          </a:p>
        </p:txBody>
      </p:sp>
      <p:sp>
        <p:nvSpPr>
          <p:cNvPr id="52" name="Substituent text 2">
            <a:extLst>
              <a:ext uri="{FF2B5EF4-FFF2-40B4-BE49-F238E27FC236}">
                <a16:creationId xmlns:a16="http://schemas.microsoft.com/office/drawing/2014/main" id="{E213E497-634E-40E7-BF08-765CC21529E2}"/>
              </a:ext>
            </a:extLst>
          </p:cNvPr>
          <p:cNvSpPr>
            <a:spLocks noGrp="1"/>
          </p:cNvSpPr>
          <p:nvPr>
            <p:ph type="body" idx="54" hasCustomPrompt="1"/>
          </p:nvPr>
        </p:nvSpPr>
        <p:spPr>
          <a:xfrm>
            <a:off x="5123498" y="5191794"/>
            <a:ext cx="1285861" cy="246279"/>
          </a:xfrm>
        </p:spPr>
        <p:txBody>
          <a:bodyPr lIns="0" tIns="0" rIns="0" bIns="0" rtlCol="0" anchor="t" anchorCtr="0">
            <a:normAutofit/>
          </a:bodyPr>
          <a:lstStyle>
            <a:lvl1pPr marL="0" indent="0" algn="l">
              <a:spcBef>
                <a:spcPts val="600"/>
              </a:spcBef>
              <a:buNone/>
              <a:defRPr sz="1400" b="0" i="1">
                <a:solidFill>
                  <a:schemeClr val="tx1"/>
                </a:solidFill>
                <a:latin typeface="+mn-lt"/>
                <a:cs typeface="Segoe UI"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ro-RO" noProof="0"/>
              <a:t>Titlu Categorie</a:t>
            </a:r>
          </a:p>
        </p:txBody>
      </p:sp>
      <p:sp>
        <p:nvSpPr>
          <p:cNvPr id="8" name="Oval 7">
            <a:extLst>
              <a:ext uri="{FF2B5EF4-FFF2-40B4-BE49-F238E27FC236}">
                <a16:creationId xmlns:a16="http://schemas.microsoft.com/office/drawing/2014/main" id="{FA01C659-0131-449B-BA07-5BC568F00BF0}"/>
              </a:ext>
            </a:extLst>
          </p:cNvPr>
          <p:cNvSpPr/>
          <p:nvPr userDrawn="1"/>
        </p:nvSpPr>
        <p:spPr>
          <a:xfrm>
            <a:off x="790959" y="4258650"/>
            <a:ext cx="384048" cy="384048"/>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a:p>
        </p:txBody>
      </p:sp>
      <p:sp>
        <p:nvSpPr>
          <p:cNvPr id="54" name="Oval 53">
            <a:extLst>
              <a:ext uri="{FF2B5EF4-FFF2-40B4-BE49-F238E27FC236}">
                <a16:creationId xmlns:a16="http://schemas.microsoft.com/office/drawing/2014/main" id="{69CB80EA-A8D6-4099-9412-0C14095755FF}"/>
              </a:ext>
            </a:extLst>
          </p:cNvPr>
          <p:cNvSpPr/>
          <p:nvPr userDrawn="1"/>
        </p:nvSpPr>
        <p:spPr>
          <a:xfrm>
            <a:off x="790959" y="4965077"/>
            <a:ext cx="384048" cy="384048"/>
          </a:xfrm>
          <a:prstGeom prst="ellipse">
            <a:avLst/>
          </a:prstGeom>
          <a:solidFill>
            <a:srgbClr val="225B5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a:p>
        </p:txBody>
      </p:sp>
      <p:sp>
        <p:nvSpPr>
          <p:cNvPr id="55" name="Oval 54">
            <a:extLst>
              <a:ext uri="{FF2B5EF4-FFF2-40B4-BE49-F238E27FC236}">
                <a16:creationId xmlns:a16="http://schemas.microsoft.com/office/drawing/2014/main" id="{2E20CCE5-B889-49FE-8FA6-A6F0F11A5D91}"/>
              </a:ext>
            </a:extLst>
          </p:cNvPr>
          <p:cNvSpPr/>
          <p:nvPr userDrawn="1"/>
        </p:nvSpPr>
        <p:spPr>
          <a:xfrm>
            <a:off x="2725217" y="4261982"/>
            <a:ext cx="384048" cy="384048"/>
          </a:xfrm>
          <a:prstGeom prst="ellipse">
            <a:avLst/>
          </a:prstGeom>
          <a:solidFill>
            <a:schemeClr val="tx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a:p>
        </p:txBody>
      </p:sp>
      <p:sp>
        <p:nvSpPr>
          <p:cNvPr id="56" name="Oval 55">
            <a:extLst>
              <a:ext uri="{FF2B5EF4-FFF2-40B4-BE49-F238E27FC236}">
                <a16:creationId xmlns:a16="http://schemas.microsoft.com/office/drawing/2014/main" id="{769A77E3-4AFB-45BB-8FDC-4AD084EA9D23}"/>
              </a:ext>
            </a:extLst>
          </p:cNvPr>
          <p:cNvSpPr/>
          <p:nvPr userDrawn="1"/>
        </p:nvSpPr>
        <p:spPr>
          <a:xfrm>
            <a:off x="2725217" y="4968409"/>
            <a:ext cx="384048" cy="38404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a:p>
        </p:txBody>
      </p:sp>
      <p:sp>
        <p:nvSpPr>
          <p:cNvPr id="57" name="Oval 56">
            <a:extLst>
              <a:ext uri="{FF2B5EF4-FFF2-40B4-BE49-F238E27FC236}">
                <a16:creationId xmlns:a16="http://schemas.microsoft.com/office/drawing/2014/main" id="{53A8B986-3280-4EAC-846B-9167ECC55646}"/>
              </a:ext>
            </a:extLst>
          </p:cNvPr>
          <p:cNvSpPr/>
          <p:nvPr userDrawn="1"/>
        </p:nvSpPr>
        <p:spPr>
          <a:xfrm>
            <a:off x="4660323" y="4257848"/>
            <a:ext cx="384048" cy="384048"/>
          </a:xfrm>
          <a:prstGeom prst="ellipse">
            <a:avLst/>
          </a:prstGeom>
          <a:solidFill>
            <a:srgbClr val="B5316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a:p>
        </p:txBody>
      </p:sp>
      <p:sp>
        <p:nvSpPr>
          <p:cNvPr id="58" name="Oval 57">
            <a:extLst>
              <a:ext uri="{FF2B5EF4-FFF2-40B4-BE49-F238E27FC236}">
                <a16:creationId xmlns:a16="http://schemas.microsoft.com/office/drawing/2014/main" id="{0AE6D315-5EC0-4956-B7BF-B94D2AFE679B}"/>
              </a:ext>
            </a:extLst>
          </p:cNvPr>
          <p:cNvSpPr/>
          <p:nvPr userDrawn="1"/>
        </p:nvSpPr>
        <p:spPr>
          <a:xfrm>
            <a:off x="4660323" y="4964275"/>
            <a:ext cx="384048" cy="384048"/>
          </a:xfrm>
          <a:prstGeom prst="ellips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a:p>
        </p:txBody>
      </p:sp>
      <p:sp>
        <p:nvSpPr>
          <p:cNvPr id="12" name="Substituent diagramă 11">
            <a:extLst>
              <a:ext uri="{FF2B5EF4-FFF2-40B4-BE49-F238E27FC236}">
                <a16:creationId xmlns:a16="http://schemas.microsoft.com/office/drawing/2014/main" id="{9ED8422E-0C74-45EF-B794-252146C6639A}"/>
              </a:ext>
            </a:extLst>
          </p:cNvPr>
          <p:cNvSpPr>
            <a:spLocks noGrp="1"/>
          </p:cNvSpPr>
          <p:nvPr>
            <p:ph type="chart" sz="quarter" idx="55"/>
          </p:nvPr>
        </p:nvSpPr>
        <p:spPr>
          <a:xfrm>
            <a:off x="6924675" y="860425"/>
            <a:ext cx="4483100" cy="4573588"/>
          </a:xfrm>
        </p:spPr>
        <p:txBody>
          <a:bodyPr rtlCol="0" anchor="ctr" anchorCtr="0">
            <a:normAutofit/>
          </a:bodyPr>
          <a:lstStyle>
            <a:lvl1pPr marL="0" indent="0" algn="ctr">
              <a:buNone/>
              <a:defRPr sz="1200"/>
            </a:lvl1pPr>
          </a:lstStyle>
          <a:p>
            <a:pPr rtl="0"/>
            <a:r>
              <a:rPr lang="ro-RO" noProof="0"/>
              <a:t>Faceți clic pe pictogramă pentru a adăuga o diagramă</a:t>
            </a:r>
          </a:p>
        </p:txBody>
      </p:sp>
      <p:sp>
        <p:nvSpPr>
          <p:cNvPr id="35" name="Oval 34">
            <a:extLst>
              <a:ext uri="{FF2B5EF4-FFF2-40B4-BE49-F238E27FC236}">
                <a16:creationId xmlns:a16="http://schemas.microsoft.com/office/drawing/2014/main" id="{E8B7C827-F016-49F6-B775-FAC0E6420466}"/>
              </a:ext>
            </a:extLst>
          </p:cNvPr>
          <p:cNvSpPr/>
          <p:nvPr userDrawn="1"/>
        </p:nvSpPr>
        <p:spPr>
          <a:xfrm>
            <a:off x="6905624" y="905669"/>
            <a:ext cx="4483100" cy="4483100"/>
          </a:xfrm>
          <a:prstGeom prst="ellipse">
            <a:avLst/>
          </a:prstGeom>
          <a:no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a:p>
        </p:txBody>
      </p:sp>
      <p:sp>
        <p:nvSpPr>
          <p:cNvPr id="38" name="Oval 37">
            <a:extLst>
              <a:ext uri="{FF2B5EF4-FFF2-40B4-BE49-F238E27FC236}">
                <a16:creationId xmlns:a16="http://schemas.microsoft.com/office/drawing/2014/main" id="{C0F8D2C7-9093-4F92-B8A4-D819FEE69F1F}"/>
              </a:ext>
            </a:extLst>
          </p:cNvPr>
          <p:cNvSpPr/>
          <p:nvPr userDrawn="1"/>
        </p:nvSpPr>
        <p:spPr>
          <a:xfrm>
            <a:off x="8294757" y="2294802"/>
            <a:ext cx="1704834" cy="1704834"/>
          </a:xfrm>
          <a:prstGeom prst="ellipse">
            <a:avLst/>
          </a:prstGeom>
          <a:no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a:p>
        </p:txBody>
      </p:sp>
      <p:cxnSp>
        <p:nvCxnSpPr>
          <p:cNvPr id="41" name="Conector drept 40">
            <a:extLst>
              <a:ext uri="{FF2B5EF4-FFF2-40B4-BE49-F238E27FC236}">
                <a16:creationId xmlns:a16="http://schemas.microsoft.com/office/drawing/2014/main" id="{0DE9D0C0-04C1-4621-8B2D-E65A25A8DCF3}"/>
              </a:ext>
            </a:extLst>
          </p:cNvPr>
          <p:cNvCxnSpPr>
            <a:cxnSpLocks/>
          </p:cNvCxnSpPr>
          <p:nvPr userDrawn="1"/>
        </p:nvCxnSpPr>
        <p:spPr>
          <a:xfrm rot="16200000">
            <a:off x="8675514" y="450000"/>
            <a:ext cx="90000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649057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Aspect imagine și conținut">
    <p:spTree>
      <p:nvGrpSpPr>
        <p:cNvPr id="1" name=""/>
        <p:cNvGrpSpPr/>
        <p:nvPr/>
      </p:nvGrpSpPr>
      <p:grpSpPr>
        <a:xfrm>
          <a:off x="0" y="0"/>
          <a:ext cx="0" cy="0"/>
          <a:chOff x="0" y="0"/>
          <a:chExt cx="0" cy="0"/>
        </a:xfrm>
      </p:grpSpPr>
      <p:sp>
        <p:nvSpPr>
          <p:cNvPr id="15" name="Dreptunghi 14">
            <a:extLst>
              <a:ext uri="{FF2B5EF4-FFF2-40B4-BE49-F238E27FC236}">
                <a16:creationId xmlns:a16="http://schemas.microsoft.com/office/drawing/2014/main" id="{E8E3FDB8-6D5C-48FE-99EA-7EC60F4D8191}"/>
              </a:ext>
            </a:extLst>
          </p:cNvPr>
          <p:cNvSpPr/>
          <p:nvPr userDrawn="1"/>
        </p:nvSpPr>
        <p:spPr>
          <a:xfrm>
            <a:off x="0" y="0"/>
            <a:ext cx="12192000" cy="6858000"/>
          </a:xfrm>
          <a:prstGeom prst="rect">
            <a:avLst/>
          </a:prstGeom>
          <a:gradFill flip="none" rotWithShape="1">
            <a:gsLst>
              <a:gs pos="0">
                <a:schemeClr val="accent2"/>
              </a:gs>
              <a:gs pos="34000">
                <a:srgbClr val="0F1722"/>
              </a:gs>
              <a:gs pos="69000">
                <a:srgbClr val="0F1722"/>
              </a:gs>
              <a:gs pos="100000">
                <a:schemeClr val="accent5"/>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rtl="0"/>
            <a:endParaRPr lang="ro-RO" noProof="0"/>
          </a:p>
        </p:txBody>
      </p:sp>
      <p:sp>
        <p:nvSpPr>
          <p:cNvPr id="5" name="Substituent dată 4">
            <a:extLst>
              <a:ext uri="{FF2B5EF4-FFF2-40B4-BE49-F238E27FC236}">
                <a16:creationId xmlns:a16="http://schemas.microsoft.com/office/drawing/2014/main" id="{2D9775F3-A041-479A-8038-652B7D9C72E9}"/>
              </a:ext>
            </a:extLst>
          </p:cNvPr>
          <p:cNvSpPr>
            <a:spLocks noGrp="1"/>
          </p:cNvSpPr>
          <p:nvPr>
            <p:ph type="dt" sz="half" idx="10"/>
          </p:nvPr>
        </p:nvSpPr>
        <p:spPr/>
        <p:txBody>
          <a:bodyPr rtlCol="0"/>
          <a:lstStyle/>
          <a:p>
            <a:pPr rtl="0"/>
            <a:r>
              <a:rPr lang="ro-RO" noProof="0"/>
              <a:t>DD.MM.20XX</a:t>
            </a:r>
          </a:p>
        </p:txBody>
      </p:sp>
      <p:sp>
        <p:nvSpPr>
          <p:cNvPr id="6" name="Substituent subsol 5">
            <a:extLst>
              <a:ext uri="{FF2B5EF4-FFF2-40B4-BE49-F238E27FC236}">
                <a16:creationId xmlns:a16="http://schemas.microsoft.com/office/drawing/2014/main" id="{29BEDD04-BE4E-4B91-B13E-0C4FB3E1658F}"/>
              </a:ext>
            </a:extLst>
          </p:cNvPr>
          <p:cNvSpPr>
            <a:spLocks noGrp="1"/>
          </p:cNvSpPr>
          <p:nvPr>
            <p:ph type="ftr" sz="quarter" idx="11"/>
          </p:nvPr>
        </p:nvSpPr>
        <p:spPr/>
        <p:txBody>
          <a:bodyPr rtlCol="0"/>
          <a:lstStyle/>
          <a:p>
            <a:pPr rtl="0"/>
            <a:r>
              <a:rPr lang="ro-RO" noProof="0"/>
              <a:t>ADĂUGAREA UNUI SUBSOL</a:t>
            </a:r>
          </a:p>
        </p:txBody>
      </p:sp>
      <p:sp>
        <p:nvSpPr>
          <p:cNvPr id="7" name="Substituent număr diapozitiv 6">
            <a:extLst>
              <a:ext uri="{FF2B5EF4-FFF2-40B4-BE49-F238E27FC236}">
                <a16:creationId xmlns:a16="http://schemas.microsoft.com/office/drawing/2014/main" id="{306DF5D8-12DC-494E-B0F1-2E9C86A14544}"/>
              </a:ext>
            </a:extLst>
          </p:cNvPr>
          <p:cNvSpPr>
            <a:spLocks noGrp="1"/>
          </p:cNvSpPr>
          <p:nvPr>
            <p:ph type="sldNum" sz="quarter" idx="12"/>
          </p:nvPr>
        </p:nvSpPr>
        <p:spPr/>
        <p:txBody>
          <a:bodyPr rtlCol="0"/>
          <a:lstStyle/>
          <a:p>
            <a:pPr rtl="0"/>
            <a:fld id="{8D581BC7-E183-40DB-AC97-C19EA4EB8894}" type="slidenum">
              <a:rPr lang="ro-RO" noProof="0" smtClean="0"/>
              <a:t>‹#›</a:t>
            </a:fld>
            <a:endParaRPr lang="ro-RO" noProof="0"/>
          </a:p>
        </p:txBody>
      </p:sp>
      <p:sp>
        <p:nvSpPr>
          <p:cNvPr id="8" name="Titlu 1">
            <a:extLst>
              <a:ext uri="{FF2B5EF4-FFF2-40B4-BE49-F238E27FC236}">
                <a16:creationId xmlns:a16="http://schemas.microsoft.com/office/drawing/2014/main" id="{ABF87C9E-53A2-4DE1-89DC-3907BE2E3D3C}"/>
              </a:ext>
            </a:extLst>
          </p:cNvPr>
          <p:cNvSpPr>
            <a:spLocks noGrp="1"/>
          </p:cNvSpPr>
          <p:nvPr>
            <p:ph type="title" hasCustomPrompt="1"/>
          </p:nvPr>
        </p:nvSpPr>
        <p:spPr>
          <a:xfrm>
            <a:off x="6894591" y="1411243"/>
            <a:ext cx="4494133" cy="804338"/>
          </a:xfrm>
        </p:spPr>
        <p:txBody>
          <a:bodyPr lIns="0" tIns="0" rIns="0" bIns="0" rtlCol="0" anchor="b">
            <a:normAutofit/>
          </a:bodyPr>
          <a:lstStyle>
            <a:lvl1pPr>
              <a:defRPr sz="3600"/>
            </a:lvl1pPr>
          </a:lstStyle>
          <a:p>
            <a:pPr rtl="0"/>
            <a:r>
              <a:rPr lang="ro-RO" noProof="0"/>
              <a:t>FACEȚI CLIC PENTRU A EDITA</a:t>
            </a:r>
          </a:p>
        </p:txBody>
      </p:sp>
      <p:sp>
        <p:nvSpPr>
          <p:cNvPr id="9" name="Substituent text 2">
            <a:extLst>
              <a:ext uri="{FF2B5EF4-FFF2-40B4-BE49-F238E27FC236}">
                <a16:creationId xmlns:a16="http://schemas.microsoft.com/office/drawing/2014/main" id="{EB453F8F-AA02-4E0D-93BF-8CF4F1490377}"/>
              </a:ext>
            </a:extLst>
          </p:cNvPr>
          <p:cNvSpPr>
            <a:spLocks noGrp="1"/>
          </p:cNvSpPr>
          <p:nvPr>
            <p:ph type="body" idx="1" hasCustomPrompt="1"/>
          </p:nvPr>
        </p:nvSpPr>
        <p:spPr>
          <a:xfrm>
            <a:off x="6894591" y="2564787"/>
            <a:ext cx="4473108" cy="569085"/>
          </a:xfrm>
        </p:spPr>
        <p:txBody>
          <a:bodyPr lIns="0" tIns="0" rIns="0" bIns="0" rtlCol="0">
            <a:normAutofit/>
          </a:bodyPr>
          <a:lstStyle>
            <a:lvl1pPr marL="0" indent="0">
              <a:lnSpc>
                <a:spcPct val="100000"/>
              </a:lnSpc>
              <a:buNone/>
              <a:defRPr sz="1800" b="1">
                <a:solidFill>
                  <a:schemeClr val="tx1"/>
                </a:solidFill>
                <a:latin typeface="+mn-lt"/>
                <a:cs typeface="Segoe UI Semibold" panose="020B07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EDITAȚI STILURILE DE TEXT COORDONATOR</a:t>
            </a:r>
          </a:p>
        </p:txBody>
      </p:sp>
      <p:sp>
        <p:nvSpPr>
          <p:cNvPr id="10" name="Substituent imagine 10">
            <a:extLst>
              <a:ext uri="{FF2B5EF4-FFF2-40B4-BE49-F238E27FC236}">
                <a16:creationId xmlns:a16="http://schemas.microsoft.com/office/drawing/2014/main" id="{A541F291-2E4B-474E-9ED0-55C97A2A066D}"/>
              </a:ext>
            </a:extLst>
          </p:cNvPr>
          <p:cNvSpPr>
            <a:spLocks noGrp="1"/>
          </p:cNvSpPr>
          <p:nvPr>
            <p:ph type="pic" sz="quarter" idx="13"/>
          </p:nvPr>
        </p:nvSpPr>
        <p:spPr>
          <a:xfrm>
            <a:off x="831850" y="859665"/>
            <a:ext cx="1078992" cy="548640"/>
          </a:xfrm>
        </p:spPr>
        <p:txBody>
          <a:bodyPr rtlCol="0" anchor="ctr" anchorCtr="0">
            <a:normAutofit/>
          </a:bodyPr>
          <a:lstStyle>
            <a:lvl1pPr marL="0" indent="0" algn="ctr">
              <a:buNone/>
              <a:defRPr sz="1200"/>
            </a:lvl1pPr>
          </a:lstStyle>
          <a:p>
            <a:pPr rtl="0"/>
            <a:r>
              <a:rPr lang="ro-RO" noProof="0"/>
              <a:t>Faceți clic pe pictogramă pentru a adăuga o imagine</a:t>
            </a:r>
          </a:p>
        </p:txBody>
      </p:sp>
      <p:grpSp>
        <p:nvGrpSpPr>
          <p:cNvPr id="11" name="Grup 10">
            <a:extLst>
              <a:ext uri="{FF2B5EF4-FFF2-40B4-BE49-F238E27FC236}">
                <a16:creationId xmlns:a16="http://schemas.microsoft.com/office/drawing/2014/main" id="{59E4D57E-4989-4939-A31F-637543FAB606}"/>
              </a:ext>
            </a:extLst>
          </p:cNvPr>
          <p:cNvGrpSpPr/>
          <p:nvPr userDrawn="1"/>
        </p:nvGrpSpPr>
        <p:grpSpPr>
          <a:xfrm flipH="1">
            <a:off x="6924675" y="2314168"/>
            <a:ext cx="5267325" cy="100800"/>
            <a:chOff x="0" y="3240138"/>
            <a:chExt cx="3434400" cy="100800"/>
          </a:xfrm>
        </p:grpSpPr>
        <p:cxnSp>
          <p:nvCxnSpPr>
            <p:cNvPr id="12" name="Conector drept 11">
              <a:extLst>
                <a:ext uri="{FF2B5EF4-FFF2-40B4-BE49-F238E27FC236}">
                  <a16:creationId xmlns:a16="http://schemas.microsoft.com/office/drawing/2014/main" id="{370B72A7-B625-48B8-88E6-BCE2A4DD531E}"/>
                </a:ext>
              </a:extLst>
            </p:cNvPr>
            <p:cNvCxnSpPr/>
            <p:nvPr userDrawn="1"/>
          </p:nvCxnSpPr>
          <p:spPr>
            <a:xfrm>
              <a:off x="0" y="3290538"/>
              <a:ext cx="3384000"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01ED729F-F8A5-4244-9776-4935C260F11F}"/>
                </a:ext>
              </a:extLst>
            </p:cNvPr>
            <p:cNvSpPr/>
            <p:nvPr userDrawn="1"/>
          </p:nvSpPr>
          <p:spPr>
            <a:xfrm>
              <a:off x="3368676" y="3240138"/>
              <a:ext cx="65724" cy="100800"/>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a:p>
          </p:txBody>
        </p:sp>
      </p:grpSp>
      <p:sp>
        <p:nvSpPr>
          <p:cNvPr id="14" name="Substituent text 2">
            <a:extLst>
              <a:ext uri="{FF2B5EF4-FFF2-40B4-BE49-F238E27FC236}">
                <a16:creationId xmlns:a16="http://schemas.microsoft.com/office/drawing/2014/main" id="{BE12A846-0DFC-435B-BAE9-D90C353E0344}"/>
              </a:ext>
            </a:extLst>
          </p:cNvPr>
          <p:cNvSpPr>
            <a:spLocks noGrp="1"/>
          </p:cNvSpPr>
          <p:nvPr>
            <p:ph type="body" idx="14" hasCustomPrompt="1"/>
          </p:nvPr>
        </p:nvSpPr>
        <p:spPr>
          <a:xfrm>
            <a:off x="6894591" y="3189568"/>
            <a:ext cx="4482996" cy="2432603"/>
          </a:xfrm>
        </p:spPr>
        <p:txBody>
          <a:bodyPr lIns="0" tIns="0" rIns="0" bIns="0" rtlCol="0">
            <a:normAutofit/>
          </a:bodyPr>
          <a:lstStyle>
            <a:lvl1pPr marL="216000" indent="-216000">
              <a:lnSpc>
                <a:spcPct val="100000"/>
              </a:lnSpc>
              <a:spcBef>
                <a:spcPts val="600"/>
              </a:spcBef>
              <a:buClr>
                <a:schemeClr val="tx1"/>
              </a:buClr>
              <a:buFont typeface="Courier New" panose="02070309020205020404" pitchFamily="49" charset="0"/>
              <a:buChar char="o"/>
              <a:defRPr sz="1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Editați stilurile de text coordonator</a:t>
            </a:r>
          </a:p>
        </p:txBody>
      </p:sp>
      <p:cxnSp>
        <p:nvCxnSpPr>
          <p:cNvPr id="17" name="Conector drept 16">
            <a:extLst>
              <a:ext uri="{FF2B5EF4-FFF2-40B4-BE49-F238E27FC236}">
                <a16:creationId xmlns:a16="http://schemas.microsoft.com/office/drawing/2014/main" id="{6150998C-CF95-4C6F-8962-8EB2DB30177D}"/>
              </a:ext>
            </a:extLst>
          </p:cNvPr>
          <p:cNvCxnSpPr/>
          <p:nvPr userDrawn="1"/>
        </p:nvCxnSpPr>
        <p:spPr>
          <a:xfrm>
            <a:off x="11580000" y="6020920"/>
            <a:ext cx="612000"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F86A2ACD-8CF5-48A3-A678-E213A809B332}"/>
              </a:ext>
            </a:extLst>
          </p:cNvPr>
          <p:cNvSpPr/>
          <p:nvPr userDrawn="1"/>
        </p:nvSpPr>
        <p:spPr>
          <a:xfrm>
            <a:off x="11466563" y="5966056"/>
            <a:ext cx="109728" cy="109728"/>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a:p>
        </p:txBody>
      </p:sp>
      <p:cxnSp>
        <p:nvCxnSpPr>
          <p:cNvPr id="19" name="Conector drept 18">
            <a:extLst>
              <a:ext uri="{FF2B5EF4-FFF2-40B4-BE49-F238E27FC236}">
                <a16:creationId xmlns:a16="http://schemas.microsoft.com/office/drawing/2014/main" id="{F00811BB-0E37-4D70-84A5-97B3FBEDCBE6}"/>
              </a:ext>
            </a:extLst>
          </p:cNvPr>
          <p:cNvCxnSpPr>
            <a:cxnSpLocks/>
          </p:cNvCxnSpPr>
          <p:nvPr userDrawn="1"/>
        </p:nvCxnSpPr>
        <p:spPr>
          <a:xfrm flipV="1">
            <a:off x="0" y="6020920"/>
            <a:ext cx="803275" cy="468"/>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D03B3046-0457-4D23-8E0C-64E3FCD620BB}"/>
              </a:ext>
            </a:extLst>
          </p:cNvPr>
          <p:cNvSpPr/>
          <p:nvPr userDrawn="1"/>
        </p:nvSpPr>
        <p:spPr>
          <a:xfrm>
            <a:off x="809310" y="5879656"/>
            <a:ext cx="283464" cy="283464"/>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a:p>
        </p:txBody>
      </p:sp>
      <p:sp>
        <p:nvSpPr>
          <p:cNvPr id="22" name="Substituent imagine 7">
            <a:extLst>
              <a:ext uri="{FF2B5EF4-FFF2-40B4-BE49-F238E27FC236}">
                <a16:creationId xmlns:a16="http://schemas.microsoft.com/office/drawing/2014/main" id="{CF430BFB-0A7C-4FB8-B93B-8DA19F3E634A}"/>
              </a:ext>
            </a:extLst>
          </p:cNvPr>
          <p:cNvSpPr>
            <a:spLocks noGrp="1"/>
          </p:cNvSpPr>
          <p:nvPr>
            <p:ph type="pic" sz="quarter" idx="15"/>
          </p:nvPr>
        </p:nvSpPr>
        <p:spPr>
          <a:xfrm>
            <a:off x="-3710" y="1792784"/>
            <a:ext cx="6073999" cy="3721608"/>
          </a:xfrm>
        </p:spPr>
        <p:txBody>
          <a:bodyPr rtlCol="0" anchor="ctr" anchorCtr="0">
            <a:normAutofit/>
          </a:bodyPr>
          <a:lstStyle>
            <a:lvl1pPr marL="0" indent="0" algn="ctr">
              <a:buNone/>
              <a:defRPr sz="1800"/>
            </a:lvl1pPr>
          </a:lstStyle>
          <a:p>
            <a:pPr rtl="0"/>
            <a:r>
              <a:rPr lang="ro-RO" noProof="0"/>
              <a:t>Faceți clic pe pictogramă pentru a adăuga o imagine</a:t>
            </a:r>
          </a:p>
        </p:txBody>
      </p:sp>
    </p:spTree>
    <p:extLst>
      <p:ext uri="{BB962C8B-B14F-4D97-AF65-F5344CB8AC3E}">
        <p14:creationId xmlns:p14="http://schemas.microsoft.com/office/powerpoint/2010/main" val="128697876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Mulțumiri Aspect conținut">
    <p:spTree>
      <p:nvGrpSpPr>
        <p:cNvPr id="1" name=""/>
        <p:cNvGrpSpPr/>
        <p:nvPr/>
      </p:nvGrpSpPr>
      <p:grpSpPr>
        <a:xfrm>
          <a:off x="0" y="0"/>
          <a:ext cx="0" cy="0"/>
          <a:chOff x="0" y="0"/>
          <a:chExt cx="0" cy="0"/>
        </a:xfrm>
      </p:grpSpPr>
      <p:sp>
        <p:nvSpPr>
          <p:cNvPr id="15" name="Dreptunghi 14">
            <a:extLst>
              <a:ext uri="{FF2B5EF4-FFF2-40B4-BE49-F238E27FC236}">
                <a16:creationId xmlns:a16="http://schemas.microsoft.com/office/drawing/2014/main" id="{E8E3FDB8-6D5C-48FE-99EA-7EC60F4D8191}"/>
              </a:ext>
            </a:extLst>
          </p:cNvPr>
          <p:cNvSpPr/>
          <p:nvPr userDrawn="1"/>
        </p:nvSpPr>
        <p:spPr>
          <a:xfrm>
            <a:off x="0" y="0"/>
            <a:ext cx="12192000" cy="6858000"/>
          </a:xfrm>
          <a:prstGeom prst="rect">
            <a:avLst/>
          </a:prstGeom>
          <a:gradFill flip="none" rotWithShape="1">
            <a:gsLst>
              <a:gs pos="0">
                <a:schemeClr val="accent2"/>
              </a:gs>
              <a:gs pos="34000">
                <a:srgbClr val="0F1722"/>
              </a:gs>
              <a:gs pos="69000">
                <a:srgbClr val="0F1722"/>
              </a:gs>
              <a:gs pos="100000">
                <a:schemeClr val="accent5"/>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rtl="0"/>
            <a:endParaRPr lang="ro-RO" noProof="0"/>
          </a:p>
        </p:txBody>
      </p:sp>
      <p:sp>
        <p:nvSpPr>
          <p:cNvPr id="3" name="Substituent imagine 2">
            <a:extLst>
              <a:ext uri="{FF2B5EF4-FFF2-40B4-BE49-F238E27FC236}">
                <a16:creationId xmlns:a16="http://schemas.microsoft.com/office/drawing/2014/main" id="{36EF099F-79D2-486F-A4B2-DD4F699752C8}"/>
              </a:ext>
            </a:extLst>
          </p:cNvPr>
          <p:cNvSpPr>
            <a:spLocks noGrp="1"/>
          </p:cNvSpPr>
          <p:nvPr>
            <p:ph type="pic" sz="quarter" idx="22"/>
          </p:nvPr>
        </p:nvSpPr>
        <p:spPr>
          <a:xfrm>
            <a:off x="6096000" y="0"/>
            <a:ext cx="6089650" cy="6858000"/>
          </a:xfrm>
        </p:spPr>
        <p:txBody>
          <a:bodyPr rtlCol="0" anchor="ctr" anchorCtr="0">
            <a:normAutofit/>
          </a:bodyPr>
          <a:lstStyle>
            <a:lvl1pPr marL="0" indent="0" algn="ctr">
              <a:buNone/>
              <a:defRPr sz="2000"/>
            </a:lvl1pPr>
          </a:lstStyle>
          <a:p>
            <a:pPr rtl="0"/>
            <a:r>
              <a:rPr lang="ro-RO" noProof="0"/>
              <a:t>Faceți clic pe pictogramă pentru a adăuga o imagine</a:t>
            </a:r>
          </a:p>
        </p:txBody>
      </p:sp>
      <p:sp>
        <p:nvSpPr>
          <p:cNvPr id="5" name="Substituent dată 4">
            <a:extLst>
              <a:ext uri="{FF2B5EF4-FFF2-40B4-BE49-F238E27FC236}">
                <a16:creationId xmlns:a16="http://schemas.microsoft.com/office/drawing/2014/main" id="{2D9775F3-A041-479A-8038-652B7D9C72E9}"/>
              </a:ext>
            </a:extLst>
          </p:cNvPr>
          <p:cNvSpPr>
            <a:spLocks noGrp="1"/>
          </p:cNvSpPr>
          <p:nvPr>
            <p:ph type="dt" sz="half" idx="10"/>
          </p:nvPr>
        </p:nvSpPr>
        <p:spPr/>
        <p:txBody>
          <a:bodyPr rtlCol="0"/>
          <a:lstStyle/>
          <a:p>
            <a:pPr rtl="0"/>
            <a:r>
              <a:rPr lang="ro-RO" noProof="0"/>
              <a:t>DD.MM.20XX</a:t>
            </a:r>
          </a:p>
        </p:txBody>
      </p:sp>
      <p:sp>
        <p:nvSpPr>
          <p:cNvPr id="6" name="Substituent subsol 5">
            <a:extLst>
              <a:ext uri="{FF2B5EF4-FFF2-40B4-BE49-F238E27FC236}">
                <a16:creationId xmlns:a16="http://schemas.microsoft.com/office/drawing/2014/main" id="{29BEDD04-BE4E-4B91-B13E-0C4FB3E1658F}"/>
              </a:ext>
            </a:extLst>
          </p:cNvPr>
          <p:cNvSpPr>
            <a:spLocks noGrp="1"/>
          </p:cNvSpPr>
          <p:nvPr>
            <p:ph type="ftr" sz="quarter" idx="11"/>
          </p:nvPr>
        </p:nvSpPr>
        <p:spPr/>
        <p:txBody>
          <a:bodyPr rtlCol="0"/>
          <a:lstStyle/>
          <a:p>
            <a:pPr rtl="0"/>
            <a:r>
              <a:rPr lang="ro-RO" noProof="0"/>
              <a:t>ADĂUGAREA UNUI SUBSOL</a:t>
            </a:r>
          </a:p>
        </p:txBody>
      </p:sp>
      <p:sp>
        <p:nvSpPr>
          <p:cNvPr id="7" name="Substituent număr diapozitiv 6">
            <a:extLst>
              <a:ext uri="{FF2B5EF4-FFF2-40B4-BE49-F238E27FC236}">
                <a16:creationId xmlns:a16="http://schemas.microsoft.com/office/drawing/2014/main" id="{306DF5D8-12DC-494E-B0F1-2E9C86A14544}"/>
              </a:ext>
            </a:extLst>
          </p:cNvPr>
          <p:cNvSpPr>
            <a:spLocks noGrp="1"/>
          </p:cNvSpPr>
          <p:nvPr>
            <p:ph type="sldNum" sz="quarter" idx="12"/>
          </p:nvPr>
        </p:nvSpPr>
        <p:spPr/>
        <p:txBody>
          <a:bodyPr rtlCol="0"/>
          <a:lstStyle/>
          <a:p>
            <a:pPr rtl="0"/>
            <a:fld id="{8D581BC7-E183-40DB-AC97-C19EA4EB8894}" type="slidenum">
              <a:rPr lang="ro-RO" noProof="0" smtClean="0"/>
              <a:t>‹#›</a:t>
            </a:fld>
            <a:endParaRPr lang="ro-RO" noProof="0"/>
          </a:p>
        </p:txBody>
      </p:sp>
      <p:sp>
        <p:nvSpPr>
          <p:cNvPr id="10" name="Substituent imagine 10">
            <a:extLst>
              <a:ext uri="{FF2B5EF4-FFF2-40B4-BE49-F238E27FC236}">
                <a16:creationId xmlns:a16="http://schemas.microsoft.com/office/drawing/2014/main" id="{A541F291-2E4B-474E-9ED0-55C97A2A066D}"/>
              </a:ext>
            </a:extLst>
          </p:cNvPr>
          <p:cNvSpPr>
            <a:spLocks noGrp="1"/>
          </p:cNvSpPr>
          <p:nvPr>
            <p:ph type="pic" sz="quarter" idx="13"/>
          </p:nvPr>
        </p:nvSpPr>
        <p:spPr>
          <a:xfrm>
            <a:off x="831850" y="859665"/>
            <a:ext cx="1078992" cy="548640"/>
          </a:xfrm>
        </p:spPr>
        <p:txBody>
          <a:bodyPr rtlCol="0" anchor="ctr" anchorCtr="0">
            <a:normAutofit/>
          </a:bodyPr>
          <a:lstStyle>
            <a:lvl1pPr marL="0" indent="0" algn="ctr">
              <a:buNone/>
              <a:defRPr sz="1200"/>
            </a:lvl1pPr>
          </a:lstStyle>
          <a:p>
            <a:pPr rtl="0"/>
            <a:r>
              <a:rPr lang="ro-RO" noProof="0"/>
              <a:t>Faceți clic pe pictogramă pentru a adăuga o imagine</a:t>
            </a:r>
          </a:p>
        </p:txBody>
      </p:sp>
      <p:sp>
        <p:nvSpPr>
          <p:cNvPr id="21" name="Titlu 1">
            <a:extLst>
              <a:ext uri="{FF2B5EF4-FFF2-40B4-BE49-F238E27FC236}">
                <a16:creationId xmlns:a16="http://schemas.microsoft.com/office/drawing/2014/main" id="{1FF22294-F2E5-4C74-A30C-46BA988FD586}"/>
              </a:ext>
            </a:extLst>
          </p:cNvPr>
          <p:cNvSpPr>
            <a:spLocks noGrp="1"/>
          </p:cNvSpPr>
          <p:nvPr>
            <p:ph type="title" hasCustomPrompt="1"/>
          </p:nvPr>
        </p:nvSpPr>
        <p:spPr>
          <a:xfrm>
            <a:off x="809959" y="1546091"/>
            <a:ext cx="4846923" cy="1091078"/>
          </a:xfrm>
        </p:spPr>
        <p:txBody>
          <a:bodyPr lIns="0" tIns="0" rIns="0" bIns="0" rtlCol="0" anchor="b" anchorCtr="0">
            <a:noAutofit/>
          </a:bodyPr>
          <a:lstStyle>
            <a:lvl1pPr>
              <a:defRPr sz="5500"/>
            </a:lvl1pPr>
          </a:lstStyle>
          <a:p>
            <a:pPr rtl="0"/>
            <a:r>
              <a:rPr lang="ro-RO" noProof="0"/>
              <a:t>VĂ MULȚUMIM!</a:t>
            </a:r>
          </a:p>
        </p:txBody>
      </p:sp>
      <p:sp>
        <p:nvSpPr>
          <p:cNvPr id="22" name="Substituent text 3">
            <a:extLst>
              <a:ext uri="{FF2B5EF4-FFF2-40B4-BE49-F238E27FC236}">
                <a16:creationId xmlns:a16="http://schemas.microsoft.com/office/drawing/2014/main" id="{FC5C0DA6-1B31-4BDF-BAEB-BF7978102847}"/>
              </a:ext>
            </a:extLst>
          </p:cNvPr>
          <p:cNvSpPr>
            <a:spLocks noGrp="1"/>
          </p:cNvSpPr>
          <p:nvPr>
            <p:ph type="body" sz="quarter" idx="15" hasCustomPrompt="1"/>
          </p:nvPr>
        </p:nvSpPr>
        <p:spPr>
          <a:xfrm>
            <a:off x="825335" y="3083960"/>
            <a:ext cx="4586288" cy="509472"/>
          </a:xfrm>
        </p:spPr>
        <p:txBody>
          <a:bodyPr lIns="0" tIns="0" rIns="0" bIns="0" rtlCol="0" anchor="b" anchorCtr="0">
            <a:noAutofit/>
          </a:bodyPr>
          <a:lstStyle>
            <a:lvl1pPr marL="0" indent="0">
              <a:buNone/>
              <a:defRPr sz="2800" b="0">
                <a:solidFill>
                  <a:schemeClr val="tx1"/>
                </a:solidFill>
                <a:latin typeface="Tahoma" panose="020B0604030504040204" pitchFamily="34" charset="0"/>
              </a:defRPr>
            </a:lvl1pPr>
            <a:lvl2pPr marL="457200" indent="0">
              <a:buNone/>
              <a:defRPr sz="3600" b="1">
                <a:solidFill>
                  <a:schemeClr val="bg2"/>
                </a:solidFill>
                <a:latin typeface="+mj-lt"/>
              </a:defRPr>
            </a:lvl2pPr>
            <a:lvl3pPr marL="914400" indent="0">
              <a:buNone/>
              <a:defRPr sz="3600" b="1">
                <a:solidFill>
                  <a:schemeClr val="bg2"/>
                </a:solidFill>
                <a:latin typeface="+mj-lt"/>
              </a:defRPr>
            </a:lvl3pPr>
            <a:lvl4pPr marL="1371600" indent="0">
              <a:buNone/>
              <a:defRPr sz="3600" b="1">
                <a:solidFill>
                  <a:schemeClr val="bg2"/>
                </a:solidFill>
                <a:latin typeface="+mj-lt"/>
              </a:defRPr>
            </a:lvl4pPr>
            <a:lvl5pPr marL="1828800" indent="0">
              <a:buNone/>
              <a:defRPr sz="3600" b="1">
                <a:solidFill>
                  <a:schemeClr val="bg2"/>
                </a:solidFill>
                <a:latin typeface="+mj-lt"/>
              </a:defRPr>
            </a:lvl5pPr>
          </a:lstStyle>
          <a:p>
            <a:pPr lvl="0" rtl="0"/>
            <a:r>
              <a:rPr lang="ro-RO" noProof="0"/>
              <a:t>Iustin Munteanu</a:t>
            </a:r>
          </a:p>
        </p:txBody>
      </p:sp>
      <p:sp>
        <p:nvSpPr>
          <p:cNvPr id="23" name="Substituent text 3">
            <a:extLst>
              <a:ext uri="{FF2B5EF4-FFF2-40B4-BE49-F238E27FC236}">
                <a16:creationId xmlns:a16="http://schemas.microsoft.com/office/drawing/2014/main" id="{5E1647C9-9AC1-4500-A56E-94CABC656E0C}"/>
              </a:ext>
            </a:extLst>
          </p:cNvPr>
          <p:cNvSpPr>
            <a:spLocks noGrp="1"/>
          </p:cNvSpPr>
          <p:nvPr>
            <p:ph type="body" sz="quarter" idx="16" hasCustomPrompt="1"/>
          </p:nvPr>
        </p:nvSpPr>
        <p:spPr>
          <a:xfrm>
            <a:off x="831850" y="3703834"/>
            <a:ext cx="4586288" cy="230941"/>
          </a:xfrm>
        </p:spPr>
        <p:txBody>
          <a:bodyPr lIns="0" tIns="0" rIns="0" bIns="0" rtlCol="0">
            <a:noAutofit/>
          </a:bodyPr>
          <a:lstStyle>
            <a:lvl1pPr marL="0" indent="0">
              <a:buNone/>
              <a:defRPr sz="1700" b="0" i="1">
                <a:solidFill>
                  <a:schemeClr val="tx1"/>
                </a:solidFill>
                <a:latin typeface="+mn-lt"/>
                <a:cs typeface="Segoe UI" panose="020B0502040204020203" pitchFamily="34" charset="0"/>
              </a:defRPr>
            </a:lvl1pPr>
            <a:lvl2pPr marL="457200" indent="0">
              <a:buNone/>
              <a:defRPr sz="3600" b="1">
                <a:solidFill>
                  <a:schemeClr val="bg2"/>
                </a:solidFill>
                <a:latin typeface="+mj-lt"/>
              </a:defRPr>
            </a:lvl2pPr>
            <a:lvl3pPr marL="914400" indent="0">
              <a:buNone/>
              <a:defRPr sz="3600" b="1">
                <a:solidFill>
                  <a:schemeClr val="bg2"/>
                </a:solidFill>
                <a:latin typeface="+mj-lt"/>
              </a:defRPr>
            </a:lvl3pPr>
            <a:lvl4pPr marL="1371600" indent="0">
              <a:buNone/>
              <a:defRPr sz="3600" b="1">
                <a:solidFill>
                  <a:schemeClr val="bg2"/>
                </a:solidFill>
                <a:latin typeface="+mj-lt"/>
              </a:defRPr>
            </a:lvl4pPr>
            <a:lvl5pPr marL="1828800" indent="0">
              <a:buNone/>
              <a:defRPr sz="3600" b="1">
                <a:solidFill>
                  <a:schemeClr val="bg2"/>
                </a:solidFill>
                <a:latin typeface="+mj-lt"/>
              </a:defRPr>
            </a:lvl5pPr>
          </a:lstStyle>
          <a:p>
            <a:pPr lvl="0" rtl="0"/>
            <a:r>
              <a:rPr lang="ro-RO" noProof="0"/>
              <a:t>Telefon:</a:t>
            </a:r>
          </a:p>
        </p:txBody>
      </p:sp>
      <p:sp>
        <p:nvSpPr>
          <p:cNvPr id="24" name="Substituent text 3">
            <a:extLst>
              <a:ext uri="{FF2B5EF4-FFF2-40B4-BE49-F238E27FC236}">
                <a16:creationId xmlns:a16="http://schemas.microsoft.com/office/drawing/2014/main" id="{8605CECB-8164-4428-B478-98C42902F9FC}"/>
              </a:ext>
            </a:extLst>
          </p:cNvPr>
          <p:cNvSpPr>
            <a:spLocks noGrp="1"/>
          </p:cNvSpPr>
          <p:nvPr>
            <p:ph type="body" sz="quarter" idx="17" hasCustomPrompt="1"/>
          </p:nvPr>
        </p:nvSpPr>
        <p:spPr>
          <a:xfrm>
            <a:off x="824950" y="3946707"/>
            <a:ext cx="4586288" cy="290167"/>
          </a:xfrm>
        </p:spPr>
        <p:txBody>
          <a:bodyPr lIns="0" tIns="0" rIns="0" bIns="0" rtlCol="0">
            <a:noAutofit/>
          </a:bodyPr>
          <a:lstStyle>
            <a:lvl1pPr marL="0" indent="0">
              <a:buNone/>
              <a:defRPr sz="2000" b="1">
                <a:solidFill>
                  <a:schemeClr val="bg2"/>
                </a:solidFill>
                <a:latin typeface="Tahoma" panose="020B0604030504040204" pitchFamily="34" charset="0"/>
              </a:defRPr>
            </a:lvl1pPr>
            <a:lvl2pPr marL="457200" indent="0">
              <a:buNone/>
              <a:defRPr sz="3600" b="1">
                <a:solidFill>
                  <a:schemeClr val="bg2"/>
                </a:solidFill>
                <a:latin typeface="+mj-lt"/>
              </a:defRPr>
            </a:lvl2pPr>
            <a:lvl3pPr marL="914400" indent="0">
              <a:buNone/>
              <a:defRPr sz="3600" b="1">
                <a:solidFill>
                  <a:schemeClr val="bg2"/>
                </a:solidFill>
                <a:latin typeface="+mj-lt"/>
              </a:defRPr>
            </a:lvl3pPr>
            <a:lvl4pPr marL="1371600" indent="0">
              <a:buNone/>
              <a:defRPr sz="3600" b="1">
                <a:solidFill>
                  <a:schemeClr val="bg2"/>
                </a:solidFill>
                <a:latin typeface="+mj-lt"/>
              </a:defRPr>
            </a:lvl4pPr>
            <a:lvl5pPr marL="1828800" indent="0">
              <a:buNone/>
              <a:defRPr sz="3600" b="1">
                <a:solidFill>
                  <a:schemeClr val="bg2"/>
                </a:solidFill>
                <a:latin typeface="+mj-lt"/>
              </a:defRPr>
            </a:lvl5pPr>
          </a:lstStyle>
          <a:p>
            <a:pPr lvl="0" rtl="0"/>
            <a:r>
              <a:rPr lang="ro-RO" noProof="0"/>
              <a:t>+7 888 999 000 11</a:t>
            </a:r>
          </a:p>
        </p:txBody>
      </p:sp>
      <p:sp>
        <p:nvSpPr>
          <p:cNvPr id="25" name="Substituent text 3">
            <a:extLst>
              <a:ext uri="{FF2B5EF4-FFF2-40B4-BE49-F238E27FC236}">
                <a16:creationId xmlns:a16="http://schemas.microsoft.com/office/drawing/2014/main" id="{D39B56C4-E128-4995-91CC-64C268BC7603}"/>
              </a:ext>
            </a:extLst>
          </p:cNvPr>
          <p:cNvSpPr>
            <a:spLocks noGrp="1"/>
          </p:cNvSpPr>
          <p:nvPr>
            <p:ph type="body" sz="quarter" idx="18" hasCustomPrompt="1"/>
          </p:nvPr>
        </p:nvSpPr>
        <p:spPr>
          <a:xfrm>
            <a:off x="838750" y="4423954"/>
            <a:ext cx="4586288" cy="230941"/>
          </a:xfrm>
        </p:spPr>
        <p:txBody>
          <a:bodyPr lIns="0" tIns="0" rIns="0" bIns="0" rtlCol="0">
            <a:noAutofit/>
          </a:bodyPr>
          <a:lstStyle>
            <a:lvl1pPr marL="0" indent="0">
              <a:buNone/>
              <a:defRPr lang="ru-RU" sz="1700" b="0" i="1" kern="1200" dirty="0">
                <a:solidFill>
                  <a:schemeClr val="tx1"/>
                </a:solidFill>
                <a:latin typeface="+mn-lt"/>
                <a:ea typeface="+mn-ea"/>
                <a:cs typeface="Segoe UI" panose="020B0502040204020203" pitchFamily="34" charset="0"/>
              </a:defRPr>
            </a:lvl1pPr>
            <a:lvl2pPr marL="457200" indent="0">
              <a:buNone/>
              <a:defRPr sz="3600" b="1">
                <a:solidFill>
                  <a:schemeClr val="bg2"/>
                </a:solidFill>
                <a:latin typeface="+mj-lt"/>
              </a:defRPr>
            </a:lvl2pPr>
            <a:lvl3pPr marL="914400" indent="0">
              <a:buNone/>
              <a:defRPr sz="3600" b="1">
                <a:solidFill>
                  <a:schemeClr val="bg2"/>
                </a:solidFill>
                <a:latin typeface="+mj-lt"/>
              </a:defRPr>
            </a:lvl3pPr>
            <a:lvl4pPr marL="1371600" indent="0">
              <a:buNone/>
              <a:defRPr sz="3600" b="1">
                <a:solidFill>
                  <a:schemeClr val="bg2"/>
                </a:solidFill>
                <a:latin typeface="+mj-lt"/>
              </a:defRPr>
            </a:lvl4pPr>
            <a:lvl5pPr marL="1828800" indent="0">
              <a:buNone/>
              <a:defRPr sz="3600" b="1">
                <a:solidFill>
                  <a:schemeClr val="bg2"/>
                </a:solidFill>
                <a:latin typeface="+mj-lt"/>
              </a:defRPr>
            </a:lvl5pPr>
          </a:lstStyle>
          <a:p>
            <a:pPr lvl="0" rtl="0"/>
            <a:r>
              <a:rPr lang="ro-RO" noProof="0"/>
              <a:t>E-mail:</a:t>
            </a:r>
          </a:p>
        </p:txBody>
      </p:sp>
      <p:sp>
        <p:nvSpPr>
          <p:cNvPr id="26" name="Substituent text 3">
            <a:extLst>
              <a:ext uri="{FF2B5EF4-FFF2-40B4-BE49-F238E27FC236}">
                <a16:creationId xmlns:a16="http://schemas.microsoft.com/office/drawing/2014/main" id="{94772DA1-74CC-430C-9A8E-5A6586692CAB}"/>
              </a:ext>
            </a:extLst>
          </p:cNvPr>
          <p:cNvSpPr>
            <a:spLocks noGrp="1"/>
          </p:cNvSpPr>
          <p:nvPr>
            <p:ph type="body" sz="quarter" idx="19" hasCustomPrompt="1"/>
          </p:nvPr>
        </p:nvSpPr>
        <p:spPr>
          <a:xfrm>
            <a:off x="831850" y="4650785"/>
            <a:ext cx="4586288" cy="364479"/>
          </a:xfrm>
        </p:spPr>
        <p:txBody>
          <a:bodyPr lIns="0" tIns="0" rIns="0" bIns="0" rtlCol="0">
            <a:noAutofit/>
          </a:bodyPr>
          <a:lstStyle>
            <a:lvl1pPr marL="0" indent="0">
              <a:buNone/>
              <a:defRPr sz="2000" b="1">
                <a:solidFill>
                  <a:schemeClr val="bg2"/>
                </a:solidFill>
                <a:latin typeface="Tahoma" panose="020B0604030504040204" pitchFamily="34" charset="0"/>
              </a:defRPr>
            </a:lvl1pPr>
            <a:lvl2pPr marL="457200" indent="0">
              <a:buNone/>
              <a:defRPr sz="3600" b="1">
                <a:solidFill>
                  <a:schemeClr val="bg2"/>
                </a:solidFill>
                <a:latin typeface="+mj-lt"/>
              </a:defRPr>
            </a:lvl2pPr>
            <a:lvl3pPr marL="914400" indent="0">
              <a:buNone/>
              <a:defRPr sz="3600" b="1">
                <a:solidFill>
                  <a:schemeClr val="bg2"/>
                </a:solidFill>
                <a:latin typeface="+mj-lt"/>
              </a:defRPr>
            </a:lvl3pPr>
            <a:lvl4pPr marL="1371600" indent="0">
              <a:buNone/>
              <a:defRPr sz="3600" b="1">
                <a:solidFill>
                  <a:schemeClr val="bg2"/>
                </a:solidFill>
                <a:latin typeface="+mj-lt"/>
              </a:defRPr>
            </a:lvl4pPr>
            <a:lvl5pPr marL="1828800" indent="0">
              <a:buNone/>
              <a:defRPr sz="3600" b="1">
                <a:solidFill>
                  <a:schemeClr val="bg2"/>
                </a:solidFill>
                <a:latin typeface="+mj-lt"/>
              </a:defRPr>
            </a:lvl5pPr>
          </a:lstStyle>
          <a:p>
            <a:pPr lvl="0" rtl="0"/>
            <a:r>
              <a:rPr lang="ro-RO" noProof="0"/>
              <a:t>Munteanu@vanarsdelltd.com</a:t>
            </a:r>
          </a:p>
        </p:txBody>
      </p:sp>
      <p:sp>
        <p:nvSpPr>
          <p:cNvPr id="27" name="Substituent text 3">
            <a:extLst>
              <a:ext uri="{FF2B5EF4-FFF2-40B4-BE49-F238E27FC236}">
                <a16:creationId xmlns:a16="http://schemas.microsoft.com/office/drawing/2014/main" id="{7A073B5B-2BE3-49D1-A646-1492F534C94B}"/>
              </a:ext>
            </a:extLst>
          </p:cNvPr>
          <p:cNvSpPr>
            <a:spLocks noGrp="1"/>
          </p:cNvSpPr>
          <p:nvPr>
            <p:ph type="body" sz="quarter" idx="20" hasCustomPrompt="1"/>
          </p:nvPr>
        </p:nvSpPr>
        <p:spPr>
          <a:xfrm>
            <a:off x="831850" y="5153025"/>
            <a:ext cx="4586288" cy="230941"/>
          </a:xfrm>
        </p:spPr>
        <p:txBody>
          <a:bodyPr lIns="0" tIns="0" rIns="0" bIns="0" rtlCol="0">
            <a:noAutofit/>
          </a:bodyPr>
          <a:lstStyle>
            <a:lvl1pPr marL="0" indent="0">
              <a:buNone/>
              <a:defRPr lang="ru-RU" sz="1700" b="0" i="1" kern="1200" dirty="0">
                <a:solidFill>
                  <a:schemeClr val="tx1"/>
                </a:solidFill>
                <a:latin typeface="+mn-lt"/>
                <a:ea typeface="+mn-ea"/>
                <a:cs typeface="Segoe UI" panose="020B0502040204020203" pitchFamily="34" charset="0"/>
              </a:defRPr>
            </a:lvl1pPr>
            <a:lvl2pPr marL="457200" indent="0">
              <a:buNone/>
              <a:defRPr sz="3600" b="1">
                <a:solidFill>
                  <a:schemeClr val="bg2"/>
                </a:solidFill>
                <a:latin typeface="+mj-lt"/>
              </a:defRPr>
            </a:lvl2pPr>
            <a:lvl3pPr marL="914400" indent="0">
              <a:buNone/>
              <a:defRPr sz="3600" b="1">
                <a:solidFill>
                  <a:schemeClr val="bg2"/>
                </a:solidFill>
                <a:latin typeface="+mj-lt"/>
              </a:defRPr>
            </a:lvl3pPr>
            <a:lvl4pPr marL="1371600" indent="0">
              <a:buNone/>
              <a:defRPr sz="3600" b="1">
                <a:solidFill>
                  <a:schemeClr val="bg2"/>
                </a:solidFill>
                <a:latin typeface="+mj-lt"/>
              </a:defRPr>
            </a:lvl4pPr>
            <a:lvl5pPr marL="1828800" indent="0">
              <a:buNone/>
              <a:defRPr sz="3600" b="1">
                <a:solidFill>
                  <a:schemeClr val="bg2"/>
                </a:solidFill>
                <a:latin typeface="+mj-lt"/>
              </a:defRPr>
            </a:lvl5pPr>
          </a:lstStyle>
          <a:p>
            <a:pPr marL="0" lvl="0" indent="0" algn="l" defTabSz="914400" rtl="0" eaLnBrk="1" latinLnBrk="0" hangingPunct="1">
              <a:lnSpc>
                <a:spcPct val="90000"/>
              </a:lnSpc>
              <a:spcBef>
                <a:spcPts val="1000"/>
              </a:spcBef>
              <a:buFont typeface="Arial" panose="020B0604020202020204" pitchFamily="34" charset="0"/>
              <a:buNone/>
            </a:pPr>
            <a:r>
              <a:rPr lang="ro-RO" noProof="0"/>
              <a:t>Site web:</a:t>
            </a:r>
          </a:p>
        </p:txBody>
      </p:sp>
      <p:sp>
        <p:nvSpPr>
          <p:cNvPr id="28" name="Substituent text 3">
            <a:extLst>
              <a:ext uri="{FF2B5EF4-FFF2-40B4-BE49-F238E27FC236}">
                <a16:creationId xmlns:a16="http://schemas.microsoft.com/office/drawing/2014/main" id="{52D10EDD-0329-4443-8665-7603E4A83B16}"/>
              </a:ext>
            </a:extLst>
          </p:cNvPr>
          <p:cNvSpPr>
            <a:spLocks noGrp="1"/>
          </p:cNvSpPr>
          <p:nvPr>
            <p:ph type="body" sz="quarter" idx="21" hasCustomPrompt="1"/>
          </p:nvPr>
        </p:nvSpPr>
        <p:spPr>
          <a:xfrm>
            <a:off x="824950" y="5363814"/>
            <a:ext cx="4586288" cy="364479"/>
          </a:xfrm>
        </p:spPr>
        <p:txBody>
          <a:bodyPr lIns="0" tIns="0" rIns="0" bIns="0" rtlCol="0">
            <a:noAutofit/>
          </a:bodyPr>
          <a:lstStyle>
            <a:lvl1pPr marL="0" indent="0">
              <a:buNone/>
              <a:defRPr sz="2000" b="1">
                <a:solidFill>
                  <a:schemeClr val="bg2"/>
                </a:solidFill>
                <a:latin typeface="Tahoma" panose="020B0604030504040204" pitchFamily="34" charset="0"/>
              </a:defRPr>
            </a:lvl1pPr>
            <a:lvl2pPr marL="457200" indent="0">
              <a:buNone/>
              <a:defRPr sz="3600" b="1">
                <a:solidFill>
                  <a:schemeClr val="bg2"/>
                </a:solidFill>
                <a:latin typeface="+mj-lt"/>
              </a:defRPr>
            </a:lvl2pPr>
            <a:lvl3pPr marL="914400" indent="0">
              <a:buNone/>
              <a:defRPr sz="3600" b="1">
                <a:solidFill>
                  <a:schemeClr val="bg2"/>
                </a:solidFill>
                <a:latin typeface="+mj-lt"/>
              </a:defRPr>
            </a:lvl3pPr>
            <a:lvl4pPr marL="1371600" indent="0">
              <a:buNone/>
              <a:defRPr sz="3600" b="1">
                <a:solidFill>
                  <a:schemeClr val="bg2"/>
                </a:solidFill>
                <a:latin typeface="+mj-lt"/>
              </a:defRPr>
            </a:lvl4pPr>
            <a:lvl5pPr marL="1828800" indent="0">
              <a:buNone/>
              <a:defRPr sz="3600" b="1">
                <a:solidFill>
                  <a:schemeClr val="bg2"/>
                </a:solidFill>
                <a:latin typeface="+mj-lt"/>
              </a:defRPr>
            </a:lvl5pPr>
          </a:lstStyle>
          <a:p>
            <a:pPr lvl="0" rtl="0"/>
            <a:r>
              <a:rPr lang="ro-RO" noProof="0"/>
              <a:t>www.vanarsdelltd.com</a:t>
            </a:r>
          </a:p>
        </p:txBody>
      </p:sp>
      <p:grpSp>
        <p:nvGrpSpPr>
          <p:cNvPr id="4" name="Grup 3">
            <a:extLst>
              <a:ext uri="{FF2B5EF4-FFF2-40B4-BE49-F238E27FC236}">
                <a16:creationId xmlns:a16="http://schemas.microsoft.com/office/drawing/2014/main" id="{5F591C52-0202-44BA-A6BE-E2362516B893}"/>
              </a:ext>
            </a:extLst>
          </p:cNvPr>
          <p:cNvGrpSpPr/>
          <p:nvPr userDrawn="1"/>
        </p:nvGrpSpPr>
        <p:grpSpPr>
          <a:xfrm>
            <a:off x="801543" y="2750589"/>
            <a:ext cx="4804913" cy="100800"/>
            <a:chOff x="808548" y="2750589"/>
            <a:chExt cx="4804913" cy="100800"/>
          </a:xfrm>
        </p:grpSpPr>
        <p:grpSp>
          <p:nvGrpSpPr>
            <p:cNvPr id="11" name="Grup 10">
              <a:extLst>
                <a:ext uri="{FF2B5EF4-FFF2-40B4-BE49-F238E27FC236}">
                  <a16:creationId xmlns:a16="http://schemas.microsoft.com/office/drawing/2014/main" id="{59E4D57E-4989-4939-A31F-637543FAB606}"/>
                </a:ext>
              </a:extLst>
            </p:cNvPr>
            <p:cNvGrpSpPr/>
            <p:nvPr userDrawn="1"/>
          </p:nvGrpSpPr>
          <p:grpSpPr>
            <a:xfrm flipH="1">
              <a:off x="808548" y="2750589"/>
              <a:ext cx="4750759" cy="100800"/>
              <a:chOff x="336813" y="3240138"/>
              <a:chExt cx="3097587" cy="100800"/>
            </a:xfrm>
          </p:grpSpPr>
          <p:cxnSp>
            <p:nvCxnSpPr>
              <p:cNvPr id="12" name="Conector drept 11">
                <a:extLst>
                  <a:ext uri="{FF2B5EF4-FFF2-40B4-BE49-F238E27FC236}">
                    <a16:creationId xmlns:a16="http://schemas.microsoft.com/office/drawing/2014/main" id="{370B72A7-B625-48B8-88E6-BCE2A4DD531E}"/>
                  </a:ext>
                </a:extLst>
              </p:cNvPr>
              <p:cNvCxnSpPr/>
              <p:nvPr userDrawn="1"/>
            </p:nvCxnSpPr>
            <p:spPr>
              <a:xfrm>
                <a:off x="336813" y="3285674"/>
                <a:ext cx="3047188"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01ED729F-F8A5-4244-9776-4935C260F11F}"/>
                  </a:ext>
                </a:extLst>
              </p:cNvPr>
              <p:cNvSpPr/>
              <p:nvPr userDrawn="1"/>
            </p:nvSpPr>
            <p:spPr>
              <a:xfrm>
                <a:off x="3368676" y="3240138"/>
                <a:ext cx="65724" cy="100800"/>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a:p>
            </p:txBody>
          </p:sp>
        </p:grpSp>
        <p:sp>
          <p:nvSpPr>
            <p:cNvPr id="29" name="Oval 28">
              <a:extLst>
                <a:ext uri="{FF2B5EF4-FFF2-40B4-BE49-F238E27FC236}">
                  <a16:creationId xmlns:a16="http://schemas.microsoft.com/office/drawing/2014/main" id="{BECBEDE0-51BB-48BD-AAAD-63B6F60C1D57}"/>
                </a:ext>
              </a:extLst>
            </p:cNvPr>
            <p:cNvSpPr/>
            <p:nvPr userDrawn="1"/>
          </p:nvSpPr>
          <p:spPr>
            <a:xfrm flipH="1">
              <a:off x="5512660" y="2750589"/>
              <a:ext cx="100801" cy="100800"/>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a:p>
          </p:txBody>
        </p:sp>
      </p:grpSp>
      <p:grpSp>
        <p:nvGrpSpPr>
          <p:cNvPr id="32" name="Grup 31">
            <a:extLst>
              <a:ext uri="{FF2B5EF4-FFF2-40B4-BE49-F238E27FC236}">
                <a16:creationId xmlns:a16="http://schemas.microsoft.com/office/drawing/2014/main" id="{63E1608D-F119-4C0D-8D91-7CB089C037C8}"/>
              </a:ext>
            </a:extLst>
          </p:cNvPr>
          <p:cNvGrpSpPr/>
          <p:nvPr userDrawn="1"/>
        </p:nvGrpSpPr>
        <p:grpSpPr>
          <a:xfrm>
            <a:off x="801543" y="1660573"/>
            <a:ext cx="4817222" cy="105664"/>
            <a:chOff x="808548" y="2745725"/>
            <a:chExt cx="4817222" cy="105664"/>
          </a:xfrm>
        </p:grpSpPr>
        <p:grpSp>
          <p:nvGrpSpPr>
            <p:cNvPr id="33" name="Grup 32">
              <a:extLst>
                <a:ext uri="{FF2B5EF4-FFF2-40B4-BE49-F238E27FC236}">
                  <a16:creationId xmlns:a16="http://schemas.microsoft.com/office/drawing/2014/main" id="{EBDC0121-6865-4B65-A28B-1CEDB16AAD9E}"/>
                </a:ext>
              </a:extLst>
            </p:cNvPr>
            <p:cNvGrpSpPr/>
            <p:nvPr userDrawn="1"/>
          </p:nvGrpSpPr>
          <p:grpSpPr>
            <a:xfrm flipH="1">
              <a:off x="808548" y="2750589"/>
              <a:ext cx="4750759" cy="100800"/>
              <a:chOff x="336813" y="3240138"/>
              <a:chExt cx="3097587" cy="100800"/>
            </a:xfrm>
          </p:grpSpPr>
          <p:cxnSp>
            <p:nvCxnSpPr>
              <p:cNvPr id="35" name="Conector drept 34">
                <a:extLst>
                  <a:ext uri="{FF2B5EF4-FFF2-40B4-BE49-F238E27FC236}">
                    <a16:creationId xmlns:a16="http://schemas.microsoft.com/office/drawing/2014/main" id="{386E3714-07DE-4318-B5BC-25F879B97D59}"/>
                  </a:ext>
                </a:extLst>
              </p:cNvPr>
              <p:cNvCxnSpPr/>
              <p:nvPr userDrawn="1"/>
            </p:nvCxnSpPr>
            <p:spPr>
              <a:xfrm>
                <a:off x="336813" y="3285674"/>
                <a:ext cx="3047188"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6" name="Oval 35">
                <a:extLst>
                  <a:ext uri="{FF2B5EF4-FFF2-40B4-BE49-F238E27FC236}">
                    <a16:creationId xmlns:a16="http://schemas.microsoft.com/office/drawing/2014/main" id="{2ECCE30B-E848-4C5E-83A1-A811D489E7B8}"/>
                  </a:ext>
                </a:extLst>
              </p:cNvPr>
              <p:cNvSpPr/>
              <p:nvPr userDrawn="1"/>
            </p:nvSpPr>
            <p:spPr>
              <a:xfrm>
                <a:off x="3368676" y="3240138"/>
                <a:ext cx="65724" cy="100800"/>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a:p>
            </p:txBody>
          </p:sp>
        </p:grpSp>
        <p:sp>
          <p:nvSpPr>
            <p:cNvPr id="34" name="Oval 33">
              <a:extLst>
                <a:ext uri="{FF2B5EF4-FFF2-40B4-BE49-F238E27FC236}">
                  <a16:creationId xmlns:a16="http://schemas.microsoft.com/office/drawing/2014/main" id="{09817AEC-C67C-49A3-AC5A-669FD4D6D586}"/>
                </a:ext>
              </a:extLst>
            </p:cNvPr>
            <p:cNvSpPr/>
            <p:nvPr userDrawn="1"/>
          </p:nvSpPr>
          <p:spPr>
            <a:xfrm flipH="1">
              <a:off x="5524969" y="2745725"/>
              <a:ext cx="100801" cy="100800"/>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a:p>
          </p:txBody>
        </p:sp>
      </p:grpSp>
    </p:spTree>
    <p:extLst>
      <p:ext uri="{BB962C8B-B14F-4D97-AF65-F5344CB8AC3E}">
        <p14:creationId xmlns:p14="http://schemas.microsoft.com/office/powerpoint/2010/main" val="278839426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Aspect conținut plic">
    <p:spTree>
      <p:nvGrpSpPr>
        <p:cNvPr id="1" name=""/>
        <p:cNvGrpSpPr/>
        <p:nvPr/>
      </p:nvGrpSpPr>
      <p:grpSpPr>
        <a:xfrm>
          <a:off x="0" y="0"/>
          <a:ext cx="0" cy="0"/>
          <a:chOff x="0" y="0"/>
          <a:chExt cx="0" cy="0"/>
        </a:xfrm>
      </p:grpSpPr>
      <p:sp>
        <p:nvSpPr>
          <p:cNvPr id="15" name="Dreptunghi 14">
            <a:extLst>
              <a:ext uri="{FF2B5EF4-FFF2-40B4-BE49-F238E27FC236}">
                <a16:creationId xmlns:a16="http://schemas.microsoft.com/office/drawing/2014/main" id="{E8E3FDB8-6D5C-48FE-99EA-7EC60F4D8191}"/>
              </a:ext>
            </a:extLst>
          </p:cNvPr>
          <p:cNvSpPr/>
          <p:nvPr userDrawn="1"/>
        </p:nvSpPr>
        <p:spPr>
          <a:xfrm>
            <a:off x="0" y="0"/>
            <a:ext cx="12192000" cy="6858000"/>
          </a:xfrm>
          <a:prstGeom prst="rect">
            <a:avLst/>
          </a:prstGeom>
          <a:gradFill flip="none" rotWithShape="1">
            <a:gsLst>
              <a:gs pos="0">
                <a:schemeClr val="accent2"/>
              </a:gs>
              <a:gs pos="34000">
                <a:srgbClr val="0F1722"/>
              </a:gs>
              <a:gs pos="69000">
                <a:srgbClr val="0F1722"/>
              </a:gs>
              <a:gs pos="100000">
                <a:schemeClr val="accent5"/>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rtl="0"/>
            <a:endParaRPr lang="ro-RO" noProof="0"/>
          </a:p>
        </p:txBody>
      </p:sp>
      <p:sp>
        <p:nvSpPr>
          <p:cNvPr id="3" name="Substituent imagine 2">
            <a:extLst>
              <a:ext uri="{FF2B5EF4-FFF2-40B4-BE49-F238E27FC236}">
                <a16:creationId xmlns:a16="http://schemas.microsoft.com/office/drawing/2014/main" id="{96C5B5AA-0D95-4C33-8EBC-90401B51BDB4}"/>
              </a:ext>
            </a:extLst>
          </p:cNvPr>
          <p:cNvSpPr>
            <a:spLocks noGrp="1"/>
          </p:cNvSpPr>
          <p:nvPr>
            <p:ph type="pic" sz="quarter" idx="14"/>
          </p:nvPr>
        </p:nvSpPr>
        <p:spPr>
          <a:xfrm>
            <a:off x="6032" y="1912946"/>
            <a:ext cx="12185968" cy="3493008"/>
          </a:xfrm>
        </p:spPr>
        <p:txBody>
          <a:bodyPr rtlCol="0" anchor="ctr" anchorCtr="0">
            <a:normAutofit/>
          </a:bodyPr>
          <a:lstStyle>
            <a:lvl1pPr marL="0" indent="0" algn="ctr">
              <a:buNone/>
              <a:defRPr sz="1400"/>
            </a:lvl1pPr>
          </a:lstStyle>
          <a:p>
            <a:pPr rtl="0"/>
            <a:r>
              <a:rPr lang="ro-RO" noProof="0"/>
              <a:t>Faceți clic pe pictogramă pentru a adăuga o imagine</a:t>
            </a:r>
          </a:p>
        </p:txBody>
      </p:sp>
      <p:sp>
        <p:nvSpPr>
          <p:cNvPr id="5" name="Substituent dată 4">
            <a:extLst>
              <a:ext uri="{FF2B5EF4-FFF2-40B4-BE49-F238E27FC236}">
                <a16:creationId xmlns:a16="http://schemas.microsoft.com/office/drawing/2014/main" id="{2D9775F3-A041-479A-8038-652B7D9C72E9}"/>
              </a:ext>
            </a:extLst>
          </p:cNvPr>
          <p:cNvSpPr>
            <a:spLocks noGrp="1"/>
          </p:cNvSpPr>
          <p:nvPr>
            <p:ph type="dt" sz="half" idx="10"/>
          </p:nvPr>
        </p:nvSpPr>
        <p:spPr/>
        <p:txBody>
          <a:bodyPr rtlCol="0"/>
          <a:lstStyle/>
          <a:p>
            <a:pPr rtl="0"/>
            <a:r>
              <a:rPr lang="ro-RO" noProof="0"/>
              <a:t>DD.MM.20XX</a:t>
            </a:r>
          </a:p>
        </p:txBody>
      </p:sp>
      <p:sp>
        <p:nvSpPr>
          <p:cNvPr id="6" name="Substituent subsol 5">
            <a:extLst>
              <a:ext uri="{FF2B5EF4-FFF2-40B4-BE49-F238E27FC236}">
                <a16:creationId xmlns:a16="http://schemas.microsoft.com/office/drawing/2014/main" id="{29BEDD04-BE4E-4B91-B13E-0C4FB3E1658F}"/>
              </a:ext>
            </a:extLst>
          </p:cNvPr>
          <p:cNvSpPr>
            <a:spLocks noGrp="1"/>
          </p:cNvSpPr>
          <p:nvPr>
            <p:ph type="ftr" sz="quarter" idx="11"/>
          </p:nvPr>
        </p:nvSpPr>
        <p:spPr/>
        <p:txBody>
          <a:bodyPr rtlCol="0"/>
          <a:lstStyle/>
          <a:p>
            <a:pPr rtl="0"/>
            <a:r>
              <a:rPr lang="ro-RO" noProof="0"/>
              <a:t>ADĂUGAREA UNUI SUBSOL</a:t>
            </a:r>
          </a:p>
        </p:txBody>
      </p:sp>
      <p:sp>
        <p:nvSpPr>
          <p:cNvPr id="7" name="Substituent număr diapozitiv 6">
            <a:extLst>
              <a:ext uri="{FF2B5EF4-FFF2-40B4-BE49-F238E27FC236}">
                <a16:creationId xmlns:a16="http://schemas.microsoft.com/office/drawing/2014/main" id="{306DF5D8-12DC-494E-B0F1-2E9C86A14544}"/>
              </a:ext>
            </a:extLst>
          </p:cNvPr>
          <p:cNvSpPr>
            <a:spLocks noGrp="1"/>
          </p:cNvSpPr>
          <p:nvPr>
            <p:ph type="sldNum" sz="quarter" idx="12"/>
          </p:nvPr>
        </p:nvSpPr>
        <p:spPr/>
        <p:txBody>
          <a:bodyPr rtlCol="0"/>
          <a:lstStyle/>
          <a:p>
            <a:pPr rtl="0"/>
            <a:fld id="{8D581BC7-E183-40DB-AC97-C19EA4EB8894}" type="slidenum">
              <a:rPr lang="ro-RO" noProof="0" smtClean="0"/>
              <a:t>‹#›</a:t>
            </a:fld>
            <a:endParaRPr lang="ro-RO" noProof="0"/>
          </a:p>
        </p:txBody>
      </p:sp>
      <p:sp>
        <p:nvSpPr>
          <p:cNvPr id="8" name="Titlu 1">
            <a:extLst>
              <a:ext uri="{FF2B5EF4-FFF2-40B4-BE49-F238E27FC236}">
                <a16:creationId xmlns:a16="http://schemas.microsoft.com/office/drawing/2014/main" id="{ABF87C9E-53A2-4DE1-89DC-3907BE2E3D3C}"/>
              </a:ext>
            </a:extLst>
          </p:cNvPr>
          <p:cNvSpPr>
            <a:spLocks noGrp="1"/>
          </p:cNvSpPr>
          <p:nvPr>
            <p:ph type="title" hasCustomPrompt="1"/>
          </p:nvPr>
        </p:nvSpPr>
        <p:spPr>
          <a:xfrm>
            <a:off x="3848934" y="457496"/>
            <a:ext cx="4494133" cy="804338"/>
          </a:xfrm>
        </p:spPr>
        <p:txBody>
          <a:bodyPr lIns="0" tIns="0" rIns="0" bIns="0" rtlCol="0" anchor="b">
            <a:normAutofit/>
          </a:bodyPr>
          <a:lstStyle>
            <a:lvl1pPr algn="ctr">
              <a:defRPr sz="3600"/>
            </a:lvl1pPr>
          </a:lstStyle>
          <a:p>
            <a:pPr rtl="0"/>
            <a:r>
              <a:rPr lang="ro-RO" noProof="0"/>
              <a:t>ANEXĂ</a:t>
            </a:r>
          </a:p>
        </p:txBody>
      </p:sp>
      <p:sp>
        <p:nvSpPr>
          <p:cNvPr id="10" name="Substituent imagine 10">
            <a:extLst>
              <a:ext uri="{FF2B5EF4-FFF2-40B4-BE49-F238E27FC236}">
                <a16:creationId xmlns:a16="http://schemas.microsoft.com/office/drawing/2014/main" id="{A541F291-2E4B-474E-9ED0-55C97A2A066D}"/>
              </a:ext>
            </a:extLst>
          </p:cNvPr>
          <p:cNvSpPr>
            <a:spLocks noGrp="1"/>
          </p:cNvSpPr>
          <p:nvPr>
            <p:ph type="pic" sz="quarter" idx="13"/>
          </p:nvPr>
        </p:nvSpPr>
        <p:spPr>
          <a:xfrm>
            <a:off x="831850" y="859665"/>
            <a:ext cx="1078992" cy="548640"/>
          </a:xfrm>
        </p:spPr>
        <p:txBody>
          <a:bodyPr rtlCol="0" anchor="ctr" anchorCtr="0">
            <a:normAutofit/>
          </a:bodyPr>
          <a:lstStyle>
            <a:lvl1pPr marL="0" indent="0" algn="ctr">
              <a:buNone/>
              <a:defRPr sz="1200"/>
            </a:lvl1pPr>
          </a:lstStyle>
          <a:p>
            <a:pPr rtl="0"/>
            <a:r>
              <a:rPr lang="ro-RO" noProof="0"/>
              <a:t>Faceți clic pe pictogramă pentru a adăuga o imagine</a:t>
            </a:r>
          </a:p>
        </p:txBody>
      </p:sp>
      <p:cxnSp>
        <p:nvCxnSpPr>
          <p:cNvPr id="17" name="Conector drept 16">
            <a:extLst>
              <a:ext uri="{FF2B5EF4-FFF2-40B4-BE49-F238E27FC236}">
                <a16:creationId xmlns:a16="http://schemas.microsoft.com/office/drawing/2014/main" id="{6150998C-CF95-4C6F-8962-8EB2DB30177D}"/>
              </a:ext>
            </a:extLst>
          </p:cNvPr>
          <p:cNvCxnSpPr/>
          <p:nvPr userDrawn="1"/>
        </p:nvCxnSpPr>
        <p:spPr>
          <a:xfrm>
            <a:off x="11580000" y="6020920"/>
            <a:ext cx="612000"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F86A2ACD-8CF5-48A3-A678-E213A809B332}"/>
              </a:ext>
            </a:extLst>
          </p:cNvPr>
          <p:cNvSpPr/>
          <p:nvPr userDrawn="1"/>
        </p:nvSpPr>
        <p:spPr>
          <a:xfrm>
            <a:off x="11466563" y="5966056"/>
            <a:ext cx="109728" cy="109728"/>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a:p>
        </p:txBody>
      </p:sp>
      <p:cxnSp>
        <p:nvCxnSpPr>
          <p:cNvPr id="19" name="Conector drept 18">
            <a:extLst>
              <a:ext uri="{FF2B5EF4-FFF2-40B4-BE49-F238E27FC236}">
                <a16:creationId xmlns:a16="http://schemas.microsoft.com/office/drawing/2014/main" id="{F00811BB-0E37-4D70-84A5-97B3FBEDCBE6}"/>
              </a:ext>
            </a:extLst>
          </p:cNvPr>
          <p:cNvCxnSpPr>
            <a:cxnSpLocks/>
          </p:cNvCxnSpPr>
          <p:nvPr userDrawn="1"/>
        </p:nvCxnSpPr>
        <p:spPr>
          <a:xfrm flipV="1">
            <a:off x="0" y="6020920"/>
            <a:ext cx="803275" cy="468"/>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D03B3046-0457-4D23-8E0C-64E3FCD620BB}"/>
              </a:ext>
            </a:extLst>
          </p:cNvPr>
          <p:cNvSpPr/>
          <p:nvPr userDrawn="1"/>
        </p:nvSpPr>
        <p:spPr>
          <a:xfrm>
            <a:off x="809310" y="5879656"/>
            <a:ext cx="283464" cy="283464"/>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a:p>
        </p:txBody>
      </p:sp>
      <p:grpSp>
        <p:nvGrpSpPr>
          <p:cNvPr id="4" name="Grup 3">
            <a:extLst>
              <a:ext uri="{FF2B5EF4-FFF2-40B4-BE49-F238E27FC236}">
                <a16:creationId xmlns:a16="http://schemas.microsoft.com/office/drawing/2014/main" id="{908B302A-0F76-466E-9FCE-DCEECCBCF6C9}"/>
              </a:ext>
            </a:extLst>
          </p:cNvPr>
          <p:cNvGrpSpPr/>
          <p:nvPr userDrawn="1"/>
        </p:nvGrpSpPr>
        <p:grpSpPr>
          <a:xfrm>
            <a:off x="5367320" y="1509426"/>
            <a:ext cx="1403327" cy="100800"/>
            <a:chOff x="5345460" y="1509426"/>
            <a:chExt cx="1403327" cy="100800"/>
          </a:xfrm>
        </p:grpSpPr>
        <p:grpSp>
          <p:nvGrpSpPr>
            <p:cNvPr id="11" name="Grup 10">
              <a:extLst>
                <a:ext uri="{FF2B5EF4-FFF2-40B4-BE49-F238E27FC236}">
                  <a16:creationId xmlns:a16="http://schemas.microsoft.com/office/drawing/2014/main" id="{59E4D57E-4989-4939-A31F-637543FAB606}"/>
                </a:ext>
              </a:extLst>
            </p:cNvPr>
            <p:cNvGrpSpPr/>
            <p:nvPr userDrawn="1"/>
          </p:nvGrpSpPr>
          <p:grpSpPr>
            <a:xfrm flipH="1">
              <a:off x="5345460" y="1509426"/>
              <a:ext cx="1395946" cy="100800"/>
              <a:chOff x="2124376" y="3240138"/>
              <a:chExt cx="910184" cy="100800"/>
            </a:xfrm>
          </p:grpSpPr>
          <p:cxnSp>
            <p:nvCxnSpPr>
              <p:cNvPr id="12" name="Conector drept 11">
                <a:extLst>
                  <a:ext uri="{FF2B5EF4-FFF2-40B4-BE49-F238E27FC236}">
                    <a16:creationId xmlns:a16="http://schemas.microsoft.com/office/drawing/2014/main" id="{370B72A7-B625-48B8-88E6-BCE2A4DD531E}"/>
                  </a:ext>
                </a:extLst>
              </p:cNvPr>
              <p:cNvCxnSpPr/>
              <p:nvPr userDrawn="1"/>
            </p:nvCxnSpPr>
            <p:spPr>
              <a:xfrm>
                <a:off x="2124376" y="3290538"/>
                <a:ext cx="859382"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01ED729F-F8A5-4244-9776-4935C260F11F}"/>
                  </a:ext>
                </a:extLst>
              </p:cNvPr>
              <p:cNvSpPr/>
              <p:nvPr userDrawn="1"/>
            </p:nvSpPr>
            <p:spPr>
              <a:xfrm>
                <a:off x="2968836" y="3240138"/>
                <a:ext cx="65724" cy="100800"/>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a:p>
            </p:txBody>
          </p:sp>
        </p:grpSp>
        <p:sp>
          <p:nvSpPr>
            <p:cNvPr id="21" name="Oval 20">
              <a:extLst>
                <a:ext uri="{FF2B5EF4-FFF2-40B4-BE49-F238E27FC236}">
                  <a16:creationId xmlns:a16="http://schemas.microsoft.com/office/drawing/2014/main" id="{427C0C4F-6341-4BE0-931E-AAA6EA2AF137}"/>
                </a:ext>
              </a:extLst>
            </p:cNvPr>
            <p:cNvSpPr/>
            <p:nvPr userDrawn="1"/>
          </p:nvSpPr>
          <p:spPr>
            <a:xfrm flipH="1">
              <a:off x="6647986" y="1509426"/>
              <a:ext cx="100801" cy="100800"/>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a:p>
          </p:txBody>
        </p:sp>
      </p:grpSp>
    </p:spTree>
    <p:extLst>
      <p:ext uri="{BB962C8B-B14F-4D97-AF65-F5344CB8AC3E}">
        <p14:creationId xmlns:p14="http://schemas.microsoft.com/office/powerpoint/2010/main" val="257644894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Aspect conținut mărturii">
    <p:spTree>
      <p:nvGrpSpPr>
        <p:cNvPr id="1" name=""/>
        <p:cNvGrpSpPr/>
        <p:nvPr/>
      </p:nvGrpSpPr>
      <p:grpSpPr>
        <a:xfrm>
          <a:off x="0" y="0"/>
          <a:ext cx="0" cy="0"/>
          <a:chOff x="0" y="0"/>
          <a:chExt cx="0" cy="0"/>
        </a:xfrm>
      </p:grpSpPr>
      <p:sp>
        <p:nvSpPr>
          <p:cNvPr id="15" name="Dreptunghi 14">
            <a:extLst>
              <a:ext uri="{FF2B5EF4-FFF2-40B4-BE49-F238E27FC236}">
                <a16:creationId xmlns:a16="http://schemas.microsoft.com/office/drawing/2014/main" id="{E8E3FDB8-6D5C-48FE-99EA-7EC60F4D8191}"/>
              </a:ext>
            </a:extLst>
          </p:cNvPr>
          <p:cNvSpPr/>
          <p:nvPr userDrawn="1"/>
        </p:nvSpPr>
        <p:spPr>
          <a:xfrm>
            <a:off x="0" y="0"/>
            <a:ext cx="12192000" cy="6858000"/>
          </a:xfrm>
          <a:prstGeom prst="rect">
            <a:avLst/>
          </a:prstGeom>
          <a:gradFill flip="none" rotWithShape="1">
            <a:gsLst>
              <a:gs pos="0">
                <a:schemeClr val="accent2"/>
              </a:gs>
              <a:gs pos="34000">
                <a:srgbClr val="0F1722"/>
              </a:gs>
              <a:gs pos="69000">
                <a:srgbClr val="0F1722"/>
              </a:gs>
              <a:gs pos="100000">
                <a:schemeClr val="accent5"/>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rtl="0"/>
            <a:endParaRPr lang="ro-RO" noProof="0"/>
          </a:p>
        </p:txBody>
      </p:sp>
      <p:sp>
        <p:nvSpPr>
          <p:cNvPr id="5" name="Substituent dată 4">
            <a:extLst>
              <a:ext uri="{FF2B5EF4-FFF2-40B4-BE49-F238E27FC236}">
                <a16:creationId xmlns:a16="http://schemas.microsoft.com/office/drawing/2014/main" id="{2D9775F3-A041-479A-8038-652B7D9C72E9}"/>
              </a:ext>
            </a:extLst>
          </p:cNvPr>
          <p:cNvSpPr>
            <a:spLocks noGrp="1"/>
          </p:cNvSpPr>
          <p:nvPr>
            <p:ph type="dt" sz="half" idx="10"/>
          </p:nvPr>
        </p:nvSpPr>
        <p:spPr/>
        <p:txBody>
          <a:bodyPr rtlCol="0"/>
          <a:lstStyle/>
          <a:p>
            <a:pPr rtl="0"/>
            <a:r>
              <a:rPr lang="ro-RO" noProof="0"/>
              <a:t>DD.MM.20XX</a:t>
            </a:r>
          </a:p>
        </p:txBody>
      </p:sp>
      <p:sp>
        <p:nvSpPr>
          <p:cNvPr id="6" name="Substituent subsol 5">
            <a:extLst>
              <a:ext uri="{FF2B5EF4-FFF2-40B4-BE49-F238E27FC236}">
                <a16:creationId xmlns:a16="http://schemas.microsoft.com/office/drawing/2014/main" id="{29BEDD04-BE4E-4B91-B13E-0C4FB3E1658F}"/>
              </a:ext>
            </a:extLst>
          </p:cNvPr>
          <p:cNvSpPr>
            <a:spLocks noGrp="1"/>
          </p:cNvSpPr>
          <p:nvPr>
            <p:ph type="ftr" sz="quarter" idx="11"/>
          </p:nvPr>
        </p:nvSpPr>
        <p:spPr/>
        <p:txBody>
          <a:bodyPr rtlCol="0"/>
          <a:lstStyle/>
          <a:p>
            <a:pPr rtl="0"/>
            <a:r>
              <a:rPr lang="ro-RO" noProof="0"/>
              <a:t>ADĂUGAREA UNUI SUBSOL</a:t>
            </a:r>
          </a:p>
        </p:txBody>
      </p:sp>
      <p:sp>
        <p:nvSpPr>
          <p:cNvPr id="7" name="Substituent număr diapozitiv 6">
            <a:extLst>
              <a:ext uri="{FF2B5EF4-FFF2-40B4-BE49-F238E27FC236}">
                <a16:creationId xmlns:a16="http://schemas.microsoft.com/office/drawing/2014/main" id="{306DF5D8-12DC-494E-B0F1-2E9C86A14544}"/>
              </a:ext>
            </a:extLst>
          </p:cNvPr>
          <p:cNvSpPr>
            <a:spLocks noGrp="1"/>
          </p:cNvSpPr>
          <p:nvPr>
            <p:ph type="sldNum" sz="quarter" idx="12"/>
          </p:nvPr>
        </p:nvSpPr>
        <p:spPr/>
        <p:txBody>
          <a:bodyPr rtlCol="0"/>
          <a:lstStyle/>
          <a:p>
            <a:pPr rtl="0"/>
            <a:fld id="{8D581BC7-E183-40DB-AC97-C19EA4EB8894}" type="slidenum">
              <a:rPr lang="ro-RO" noProof="0" smtClean="0"/>
              <a:t>‹#›</a:t>
            </a:fld>
            <a:endParaRPr lang="ro-RO" noProof="0"/>
          </a:p>
        </p:txBody>
      </p:sp>
      <p:sp>
        <p:nvSpPr>
          <p:cNvPr id="8" name="Titlu 1">
            <a:extLst>
              <a:ext uri="{FF2B5EF4-FFF2-40B4-BE49-F238E27FC236}">
                <a16:creationId xmlns:a16="http://schemas.microsoft.com/office/drawing/2014/main" id="{ABF87C9E-53A2-4DE1-89DC-3907BE2E3D3C}"/>
              </a:ext>
            </a:extLst>
          </p:cNvPr>
          <p:cNvSpPr>
            <a:spLocks noGrp="1"/>
          </p:cNvSpPr>
          <p:nvPr>
            <p:ph type="title" hasCustomPrompt="1"/>
          </p:nvPr>
        </p:nvSpPr>
        <p:spPr>
          <a:xfrm>
            <a:off x="5104263" y="707529"/>
            <a:ext cx="6310887" cy="569086"/>
          </a:xfrm>
        </p:spPr>
        <p:txBody>
          <a:bodyPr lIns="0" tIns="0" rIns="0" bIns="0" rtlCol="0" anchor="b">
            <a:normAutofit/>
          </a:bodyPr>
          <a:lstStyle>
            <a:lvl1pPr algn="r">
              <a:defRPr sz="3600"/>
            </a:lvl1pPr>
          </a:lstStyle>
          <a:p>
            <a:pPr rtl="0"/>
            <a:r>
              <a:rPr lang="ro-RO" noProof="0"/>
              <a:t>MĂRTURII</a:t>
            </a:r>
          </a:p>
        </p:txBody>
      </p:sp>
      <p:sp>
        <p:nvSpPr>
          <p:cNvPr id="10" name="Substituent imagine 10">
            <a:extLst>
              <a:ext uri="{FF2B5EF4-FFF2-40B4-BE49-F238E27FC236}">
                <a16:creationId xmlns:a16="http://schemas.microsoft.com/office/drawing/2014/main" id="{A541F291-2E4B-474E-9ED0-55C97A2A066D}"/>
              </a:ext>
            </a:extLst>
          </p:cNvPr>
          <p:cNvSpPr>
            <a:spLocks noGrp="1"/>
          </p:cNvSpPr>
          <p:nvPr>
            <p:ph type="pic" sz="quarter" idx="13"/>
          </p:nvPr>
        </p:nvSpPr>
        <p:spPr>
          <a:xfrm>
            <a:off x="831850" y="859665"/>
            <a:ext cx="1078992" cy="548640"/>
          </a:xfrm>
        </p:spPr>
        <p:txBody>
          <a:bodyPr rtlCol="0" anchor="ctr" anchorCtr="0">
            <a:normAutofit/>
          </a:bodyPr>
          <a:lstStyle>
            <a:lvl1pPr marL="0" indent="0" algn="ctr">
              <a:buNone/>
              <a:defRPr sz="1200"/>
            </a:lvl1pPr>
          </a:lstStyle>
          <a:p>
            <a:pPr rtl="0"/>
            <a:r>
              <a:rPr lang="ro-RO" noProof="0"/>
              <a:t>Faceți clic pe pictogramă pentru a adăuga o imagine</a:t>
            </a:r>
          </a:p>
        </p:txBody>
      </p:sp>
      <p:grpSp>
        <p:nvGrpSpPr>
          <p:cNvPr id="11" name="Grup 10">
            <a:extLst>
              <a:ext uri="{FF2B5EF4-FFF2-40B4-BE49-F238E27FC236}">
                <a16:creationId xmlns:a16="http://schemas.microsoft.com/office/drawing/2014/main" id="{59E4D57E-4989-4939-A31F-637543FAB606}"/>
              </a:ext>
            </a:extLst>
          </p:cNvPr>
          <p:cNvGrpSpPr/>
          <p:nvPr userDrawn="1"/>
        </p:nvGrpSpPr>
        <p:grpSpPr>
          <a:xfrm flipH="1">
            <a:off x="9396169" y="1375202"/>
            <a:ext cx="2795833" cy="100800"/>
            <a:chOff x="675502" y="3240138"/>
            <a:chExt cx="1745623" cy="100800"/>
          </a:xfrm>
        </p:grpSpPr>
        <p:cxnSp>
          <p:nvCxnSpPr>
            <p:cNvPr id="12" name="Conector drept 11">
              <a:extLst>
                <a:ext uri="{FF2B5EF4-FFF2-40B4-BE49-F238E27FC236}">
                  <a16:creationId xmlns:a16="http://schemas.microsoft.com/office/drawing/2014/main" id="{370B72A7-B625-48B8-88E6-BCE2A4DD531E}"/>
                </a:ext>
              </a:extLst>
            </p:cNvPr>
            <p:cNvCxnSpPr>
              <a:cxnSpLocks/>
            </p:cNvCxnSpPr>
            <p:nvPr userDrawn="1"/>
          </p:nvCxnSpPr>
          <p:spPr>
            <a:xfrm>
              <a:off x="675502" y="3290538"/>
              <a:ext cx="1712761"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01ED729F-F8A5-4244-9776-4935C260F11F}"/>
                </a:ext>
              </a:extLst>
            </p:cNvPr>
            <p:cNvSpPr/>
            <p:nvPr userDrawn="1"/>
          </p:nvSpPr>
          <p:spPr>
            <a:xfrm>
              <a:off x="2355401" y="3240138"/>
              <a:ext cx="65724" cy="100800"/>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a:p>
          </p:txBody>
        </p:sp>
      </p:grpSp>
      <p:cxnSp>
        <p:nvCxnSpPr>
          <p:cNvPr id="17" name="Conector drept 16">
            <a:extLst>
              <a:ext uri="{FF2B5EF4-FFF2-40B4-BE49-F238E27FC236}">
                <a16:creationId xmlns:a16="http://schemas.microsoft.com/office/drawing/2014/main" id="{6150998C-CF95-4C6F-8962-8EB2DB30177D}"/>
              </a:ext>
            </a:extLst>
          </p:cNvPr>
          <p:cNvCxnSpPr/>
          <p:nvPr userDrawn="1"/>
        </p:nvCxnSpPr>
        <p:spPr>
          <a:xfrm>
            <a:off x="11580000" y="6020920"/>
            <a:ext cx="612000"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F86A2ACD-8CF5-48A3-A678-E213A809B332}"/>
              </a:ext>
            </a:extLst>
          </p:cNvPr>
          <p:cNvSpPr/>
          <p:nvPr userDrawn="1"/>
        </p:nvSpPr>
        <p:spPr>
          <a:xfrm>
            <a:off x="11466563" y="5966056"/>
            <a:ext cx="109728" cy="109728"/>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a:p>
        </p:txBody>
      </p:sp>
      <p:cxnSp>
        <p:nvCxnSpPr>
          <p:cNvPr id="19" name="Conector drept 18">
            <a:extLst>
              <a:ext uri="{FF2B5EF4-FFF2-40B4-BE49-F238E27FC236}">
                <a16:creationId xmlns:a16="http://schemas.microsoft.com/office/drawing/2014/main" id="{F00811BB-0E37-4D70-84A5-97B3FBEDCBE6}"/>
              </a:ext>
            </a:extLst>
          </p:cNvPr>
          <p:cNvCxnSpPr>
            <a:cxnSpLocks/>
          </p:cNvCxnSpPr>
          <p:nvPr userDrawn="1"/>
        </p:nvCxnSpPr>
        <p:spPr>
          <a:xfrm flipV="1">
            <a:off x="0" y="6020920"/>
            <a:ext cx="803275" cy="468"/>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D03B3046-0457-4D23-8E0C-64E3FCD620BB}"/>
              </a:ext>
            </a:extLst>
          </p:cNvPr>
          <p:cNvSpPr/>
          <p:nvPr userDrawn="1"/>
        </p:nvSpPr>
        <p:spPr>
          <a:xfrm>
            <a:off x="809310" y="5879656"/>
            <a:ext cx="283464" cy="283464"/>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a:p>
        </p:txBody>
      </p:sp>
      <p:sp>
        <p:nvSpPr>
          <p:cNvPr id="40" name="Substituent text 2">
            <a:extLst>
              <a:ext uri="{FF2B5EF4-FFF2-40B4-BE49-F238E27FC236}">
                <a16:creationId xmlns:a16="http://schemas.microsoft.com/office/drawing/2014/main" id="{4A98AB01-9578-4430-96AD-F434AF0CDA20}"/>
              </a:ext>
            </a:extLst>
          </p:cNvPr>
          <p:cNvSpPr>
            <a:spLocks noGrp="1"/>
          </p:cNvSpPr>
          <p:nvPr>
            <p:ph type="body" idx="34" hasCustomPrompt="1"/>
          </p:nvPr>
        </p:nvSpPr>
        <p:spPr>
          <a:xfrm>
            <a:off x="822459" y="4996962"/>
            <a:ext cx="1625324" cy="328343"/>
          </a:xfrm>
        </p:spPr>
        <p:txBody>
          <a:bodyPr lIns="0" tIns="0" rIns="0" bIns="0" rtlCol="0">
            <a:normAutofit/>
          </a:bodyPr>
          <a:lstStyle>
            <a:lvl1pPr marL="0" indent="0">
              <a:lnSpc>
                <a:spcPct val="100000"/>
              </a:lnSpc>
              <a:spcBef>
                <a:spcPts val="600"/>
              </a:spcBef>
              <a:buClr>
                <a:schemeClr val="tx1"/>
              </a:buClr>
              <a:buFont typeface="Courier New" panose="02070309020205020404" pitchFamily="49" charset="0"/>
              <a:buNone/>
              <a:defRPr sz="1600" i="1">
                <a:solidFill>
                  <a:schemeClr val="tx1"/>
                </a:solidFill>
                <a:latin typeface="+mn-lt"/>
                <a:cs typeface="Segoe UI" panose="020B05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Titlu client</a:t>
            </a:r>
          </a:p>
        </p:txBody>
      </p:sp>
      <p:sp>
        <p:nvSpPr>
          <p:cNvPr id="41" name="Substituent text 2">
            <a:extLst>
              <a:ext uri="{FF2B5EF4-FFF2-40B4-BE49-F238E27FC236}">
                <a16:creationId xmlns:a16="http://schemas.microsoft.com/office/drawing/2014/main" id="{EF9D60F2-A1FB-4A95-997B-A4F1723AC1EC}"/>
              </a:ext>
            </a:extLst>
          </p:cNvPr>
          <p:cNvSpPr>
            <a:spLocks noGrp="1"/>
          </p:cNvSpPr>
          <p:nvPr>
            <p:ph type="body" idx="35" hasCustomPrompt="1"/>
          </p:nvPr>
        </p:nvSpPr>
        <p:spPr>
          <a:xfrm>
            <a:off x="822459" y="4191894"/>
            <a:ext cx="1625324" cy="720726"/>
          </a:xfrm>
        </p:spPr>
        <p:txBody>
          <a:bodyPr lIns="0" tIns="0" rIns="0" bIns="0" rtlCol="0" anchor="b" anchorCtr="0">
            <a:normAutofit/>
          </a:bodyPr>
          <a:lstStyle>
            <a:lvl1pPr marL="0" indent="0">
              <a:spcBef>
                <a:spcPts val="600"/>
              </a:spcBef>
              <a:buClr>
                <a:schemeClr val="tx1"/>
              </a:buClr>
              <a:buFont typeface="Courier New" panose="02070309020205020404" pitchFamily="49" charset="0"/>
              <a:buNone/>
              <a:defRPr sz="2000" b="1">
                <a:solidFill>
                  <a:schemeClr val="bg2"/>
                </a:solidFill>
                <a:latin typeface="Tahoma" panose="020B060403050404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Editare coordonator</a:t>
            </a:r>
            <a:br>
              <a:rPr lang="ro-RO" noProof="0"/>
            </a:br>
            <a:r>
              <a:rPr lang="ro-RO" noProof="0"/>
              <a:t>text</a:t>
            </a:r>
          </a:p>
        </p:txBody>
      </p:sp>
      <p:sp>
        <p:nvSpPr>
          <p:cNvPr id="42" name="Substituent imagine 2">
            <a:extLst>
              <a:ext uri="{FF2B5EF4-FFF2-40B4-BE49-F238E27FC236}">
                <a16:creationId xmlns:a16="http://schemas.microsoft.com/office/drawing/2014/main" id="{76A56D2A-42F0-40C5-96D7-B1AC33152A85}"/>
              </a:ext>
            </a:extLst>
          </p:cNvPr>
          <p:cNvSpPr>
            <a:spLocks noGrp="1"/>
          </p:cNvSpPr>
          <p:nvPr>
            <p:ph type="pic" sz="quarter" idx="36"/>
          </p:nvPr>
        </p:nvSpPr>
        <p:spPr>
          <a:xfrm>
            <a:off x="2447783" y="4435460"/>
            <a:ext cx="1106424" cy="1106423"/>
          </a:xfrm>
          <a:prstGeom prst="ellipse">
            <a:avLst/>
          </a:prstGeom>
          <a:ln w="12700">
            <a:solidFill>
              <a:schemeClr val="bg1">
                <a:lumMod val="50000"/>
                <a:lumOff val="50000"/>
              </a:schemeClr>
            </a:solidFill>
          </a:ln>
        </p:spPr>
        <p:txBody>
          <a:bodyPr rtlCol="0" anchor="ctr" anchorCtr="0">
            <a:normAutofit/>
          </a:bodyPr>
          <a:lstStyle>
            <a:lvl1pPr marL="0" indent="0" algn="ctr">
              <a:buNone/>
              <a:defRPr sz="1400"/>
            </a:lvl1pPr>
          </a:lstStyle>
          <a:p>
            <a:pPr rtl="0"/>
            <a:r>
              <a:rPr lang="ro-RO" noProof="0"/>
              <a:t>Faceți clic pe pictogramă pentru a adăuga o imagine</a:t>
            </a:r>
          </a:p>
        </p:txBody>
      </p:sp>
      <p:cxnSp>
        <p:nvCxnSpPr>
          <p:cNvPr id="43" name="Conector drept 42">
            <a:extLst>
              <a:ext uri="{FF2B5EF4-FFF2-40B4-BE49-F238E27FC236}">
                <a16:creationId xmlns:a16="http://schemas.microsoft.com/office/drawing/2014/main" id="{CF6D1C91-9136-4678-A712-92BE9B3902C4}"/>
              </a:ext>
            </a:extLst>
          </p:cNvPr>
          <p:cNvCxnSpPr>
            <a:cxnSpLocks/>
          </p:cNvCxnSpPr>
          <p:nvPr userDrawn="1"/>
        </p:nvCxnSpPr>
        <p:spPr>
          <a:xfrm flipV="1">
            <a:off x="3000995" y="3984820"/>
            <a:ext cx="0" cy="442551"/>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4" name="Substituent text 3">
            <a:extLst>
              <a:ext uri="{FF2B5EF4-FFF2-40B4-BE49-F238E27FC236}">
                <a16:creationId xmlns:a16="http://schemas.microsoft.com/office/drawing/2014/main" id="{F2D92A7B-1C40-4AEB-92C3-C35F8C01F1FA}"/>
              </a:ext>
            </a:extLst>
          </p:cNvPr>
          <p:cNvSpPr>
            <a:spLocks noGrp="1"/>
          </p:cNvSpPr>
          <p:nvPr>
            <p:ph type="body" sz="quarter" idx="49"/>
          </p:nvPr>
        </p:nvSpPr>
        <p:spPr>
          <a:xfrm>
            <a:off x="803253" y="1769589"/>
            <a:ext cx="3044973" cy="2212848"/>
          </a:xfrm>
          <a:custGeom>
            <a:avLst/>
            <a:gdLst>
              <a:gd name="connsiteX0" fmla="*/ 0 w 3044952"/>
              <a:gd name="connsiteY0" fmla="*/ 368815 h 2212848"/>
              <a:gd name="connsiteX1" fmla="*/ 368815 w 3044952"/>
              <a:gd name="connsiteY1" fmla="*/ 0 h 2212848"/>
              <a:gd name="connsiteX2" fmla="*/ 2676137 w 3044952"/>
              <a:gd name="connsiteY2" fmla="*/ 0 h 2212848"/>
              <a:gd name="connsiteX3" fmla="*/ 3044952 w 3044952"/>
              <a:gd name="connsiteY3" fmla="*/ 368815 h 2212848"/>
              <a:gd name="connsiteX4" fmla="*/ 3044952 w 3044952"/>
              <a:gd name="connsiteY4" fmla="*/ 1844033 h 2212848"/>
              <a:gd name="connsiteX5" fmla="*/ 2676137 w 3044952"/>
              <a:gd name="connsiteY5" fmla="*/ 2212848 h 2212848"/>
              <a:gd name="connsiteX6" fmla="*/ 368815 w 3044952"/>
              <a:gd name="connsiteY6" fmla="*/ 2212848 h 2212848"/>
              <a:gd name="connsiteX7" fmla="*/ 0 w 3044952"/>
              <a:gd name="connsiteY7" fmla="*/ 1844033 h 2212848"/>
              <a:gd name="connsiteX8" fmla="*/ 0 w 3044952"/>
              <a:gd name="connsiteY8" fmla="*/ 368815 h 2212848"/>
              <a:gd name="connsiteX0" fmla="*/ 0 w 3044952"/>
              <a:gd name="connsiteY0" fmla="*/ 368815 h 2212848"/>
              <a:gd name="connsiteX1" fmla="*/ 254515 w 3044952"/>
              <a:gd name="connsiteY1" fmla="*/ 0 h 2212848"/>
              <a:gd name="connsiteX2" fmla="*/ 2676137 w 3044952"/>
              <a:gd name="connsiteY2" fmla="*/ 0 h 2212848"/>
              <a:gd name="connsiteX3" fmla="*/ 3044952 w 3044952"/>
              <a:gd name="connsiteY3" fmla="*/ 368815 h 2212848"/>
              <a:gd name="connsiteX4" fmla="*/ 3044952 w 3044952"/>
              <a:gd name="connsiteY4" fmla="*/ 1844033 h 2212848"/>
              <a:gd name="connsiteX5" fmla="*/ 2676137 w 3044952"/>
              <a:gd name="connsiteY5" fmla="*/ 2212848 h 2212848"/>
              <a:gd name="connsiteX6" fmla="*/ 368815 w 3044952"/>
              <a:gd name="connsiteY6" fmla="*/ 2212848 h 2212848"/>
              <a:gd name="connsiteX7" fmla="*/ 0 w 3044952"/>
              <a:gd name="connsiteY7" fmla="*/ 1844033 h 2212848"/>
              <a:gd name="connsiteX8" fmla="*/ 0 w 3044952"/>
              <a:gd name="connsiteY8" fmla="*/ 368815 h 2212848"/>
              <a:gd name="connsiteX0" fmla="*/ 0 w 3044952"/>
              <a:gd name="connsiteY0" fmla="*/ 368815 h 2212848"/>
              <a:gd name="connsiteX1" fmla="*/ 254515 w 3044952"/>
              <a:gd name="connsiteY1" fmla="*/ 0 h 2212848"/>
              <a:gd name="connsiteX2" fmla="*/ 2842392 w 3044952"/>
              <a:gd name="connsiteY2" fmla="*/ 0 h 2212848"/>
              <a:gd name="connsiteX3" fmla="*/ 3044952 w 3044952"/>
              <a:gd name="connsiteY3" fmla="*/ 368815 h 2212848"/>
              <a:gd name="connsiteX4" fmla="*/ 3044952 w 3044952"/>
              <a:gd name="connsiteY4" fmla="*/ 1844033 h 2212848"/>
              <a:gd name="connsiteX5" fmla="*/ 2676137 w 3044952"/>
              <a:gd name="connsiteY5" fmla="*/ 2212848 h 2212848"/>
              <a:gd name="connsiteX6" fmla="*/ 368815 w 3044952"/>
              <a:gd name="connsiteY6" fmla="*/ 2212848 h 2212848"/>
              <a:gd name="connsiteX7" fmla="*/ 0 w 3044952"/>
              <a:gd name="connsiteY7" fmla="*/ 1844033 h 2212848"/>
              <a:gd name="connsiteX8" fmla="*/ 0 w 3044952"/>
              <a:gd name="connsiteY8" fmla="*/ 368815 h 2212848"/>
              <a:gd name="connsiteX0" fmla="*/ 21 w 3044973"/>
              <a:gd name="connsiteY0" fmla="*/ 368815 h 2212848"/>
              <a:gd name="connsiteX1" fmla="*/ 197386 w 3044973"/>
              <a:gd name="connsiteY1" fmla="*/ 0 h 2212848"/>
              <a:gd name="connsiteX2" fmla="*/ 2842413 w 3044973"/>
              <a:gd name="connsiteY2" fmla="*/ 0 h 2212848"/>
              <a:gd name="connsiteX3" fmla="*/ 3044973 w 3044973"/>
              <a:gd name="connsiteY3" fmla="*/ 368815 h 2212848"/>
              <a:gd name="connsiteX4" fmla="*/ 3044973 w 3044973"/>
              <a:gd name="connsiteY4" fmla="*/ 1844033 h 2212848"/>
              <a:gd name="connsiteX5" fmla="*/ 2676158 w 3044973"/>
              <a:gd name="connsiteY5" fmla="*/ 2212848 h 2212848"/>
              <a:gd name="connsiteX6" fmla="*/ 368836 w 3044973"/>
              <a:gd name="connsiteY6" fmla="*/ 2212848 h 2212848"/>
              <a:gd name="connsiteX7" fmla="*/ 21 w 3044973"/>
              <a:gd name="connsiteY7" fmla="*/ 1844033 h 2212848"/>
              <a:gd name="connsiteX8" fmla="*/ 21 w 3044973"/>
              <a:gd name="connsiteY8" fmla="*/ 368815 h 2212848"/>
              <a:gd name="connsiteX0" fmla="*/ 21 w 3044973"/>
              <a:gd name="connsiteY0" fmla="*/ 368815 h 2212848"/>
              <a:gd name="connsiteX1" fmla="*/ 197386 w 3044973"/>
              <a:gd name="connsiteY1" fmla="*/ 0 h 2212848"/>
              <a:gd name="connsiteX2" fmla="*/ 2842413 w 3044973"/>
              <a:gd name="connsiteY2" fmla="*/ 0 h 2212848"/>
              <a:gd name="connsiteX3" fmla="*/ 3044973 w 3044973"/>
              <a:gd name="connsiteY3" fmla="*/ 368815 h 2212848"/>
              <a:gd name="connsiteX4" fmla="*/ 3044973 w 3044973"/>
              <a:gd name="connsiteY4" fmla="*/ 1844033 h 2212848"/>
              <a:gd name="connsiteX5" fmla="*/ 2676158 w 3044973"/>
              <a:gd name="connsiteY5" fmla="*/ 2212848 h 2212848"/>
              <a:gd name="connsiteX6" fmla="*/ 233754 w 3044973"/>
              <a:gd name="connsiteY6" fmla="*/ 2207652 h 2212848"/>
              <a:gd name="connsiteX7" fmla="*/ 21 w 3044973"/>
              <a:gd name="connsiteY7" fmla="*/ 1844033 h 2212848"/>
              <a:gd name="connsiteX8" fmla="*/ 21 w 3044973"/>
              <a:gd name="connsiteY8" fmla="*/ 368815 h 2212848"/>
              <a:gd name="connsiteX0" fmla="*/ 21 w 3044973"/>
              <a:gd name="connsiteY0" fmla="*/ 368815 h 2212848"/>
              <a:gd name="connsiteX1" fmla="*/ 197386 w 3044973"/>
              <a:gd name="connsiteY1" fmla="*/ 0 h 2212848"/>
              <a:gd name="connsiteX2" fmla="*/ 2842413 w 3044973"/>
              <a:gd name="connsiteY2" fmla="*/ 0 h 2212848"/>
              <a:gd name="connsiteX3" fmla="*/ 3044973 w 3044973"/>
              <a:gd name="connsiteY3" fmla="*/ 368815 h 2212848"/>
              <a:gd name="connsiteX4" fmla="*/ 3044973 w 3044973"/>
              <a:gd name="connsiteY4" fmla="*/ 1844033 h 2212848"/>
              <a:gd name="connsiteX5" fmla="*/ 2842413 w 3044973"/>
              <a:gd name="connsiteY5" fmla="*/ 2212848 h 2212848"/>
              <a:gd name="connsiteX6" fmla="*/ 233754 w 3044973"/>
              <a:gd name="connsiteY6" fmla="*/ 2207652 h 2212848"/>
              <a:gd name="connsiteX7" fmla="*/ 21 w 3044973"/>
              <a:gd name="connsiteY7" fmla="*/ 1844033 h 2212848"/>
              <a:gd name="connsiteX8" fmla="*/ 21 w 3044973"/>
              <a:gd name="connsiteY8" fmla="*/ 368815 h 2212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44973" h="2212848">
                <a:moveTo>
                  <a:pt x="21" y="368815"/>
                </a:moveTo>
                <a:cubicBezTo>
                  <a:pt x="21" y="165124"/>
                  <a:pt x="-6305" y="0"/>
                  <a:pt x="197386" y="0"/>
                </a:cubicBezTo>
                <a:lnTo>
                  <a:pt x="2842413" y="0"/>
                </a:lnTo>
                <a:cubicBezTo>
                  <a:pt x="3046104" y="0"/>
                  <a:pt x="3044973" y="165124"/>
                  <a:pt x="3044973" y="368815"/>
                </a:cubicBezTo>
                <a:lnTo>
                  <a:pt x="3044973" y="1844033"/>
                </a:lnTo>
                <a:cubicBezTo>
                  <a:pt x="3044973" y="2047724"/>
                  <a:pt x="3046104" y="2212848"/>
                  <a:pt x="2842413" y="2212848"/>
                </a:cubicBezTo>
                <a:lnTo>
                  <a:pt x="233754" y="2207652"/>
                </a:lnTo>
                <a:cubicBezTo>
                  <a:pt x="30063" y="2207652"/>
                  <a:pt x="21" y="2047724"/>
                  <a:pt x="21" y="1844033"/>
                </a:cubicBezTo>
                <a:lnTo>
                  <a:pt x="21" y="368815"/>
                </a:lnTo>
                <a:close/>
              </a:path>
            </a:pathLst>
          </a:custGeom>
          <a:ln>
            <a:solidFill>
              <a:schemeClr val="bg1">
                <a:lumMod val="50000"/>
                <a:lumOff val="50000"/>
              </a:schemeClr>
            </a:solidFill>
          </a:ln>
        </p:spPr>
        <p:txBody>
          <a:bodyPr lIns="216000" tIns="180000" rIns="216000" bIns="180000" rtlCol="0">
            <a:normAutofit/>
          </a:bodyPr>
          <a:lstStyle>
            <a:lvl1pPr marL="0" indent="0">
              <a:buNone/>
              <a:defRPr sz="1400">
                <a:solidFill>
                  <a:schemeClr val="tx2"/>
                </a:solidFill>
              </a:defRPr>
            </a:lvl1pPr>
          </a:lstStyle>
          <a:p>
            <a:pPr lvl="0" rtl="0"/>
            <a:r>
              <a:rPr lang="ro-RO" noProof="0"/>
              <a:t>Faceţi clic pentru a edita Master stiluri text</a:t>
            </a:r>
          </a:p>
        </p:txBody>
      </p:sp>
      <p:sp>
        <p:nvSpPr>
          <p:cNvPr id="24" name="Oval 23">
            <a:extLst>
              <a:ext uri="{FF2B5EF4-FFF2-40B4-BE49-F238E27FC236}">
                <a16:creationId xmlns:a16="http://schemas.microsoft.com/office/drawing/2014/main" id="{F2E312F1-B417-47B6-97E4-7CCA31034F82}"/>
              </a:ext>
            </a:extLst>
          </p:cNvPr>
          <p:cNvSpPr/>
          <p:nvPr userDrawn="1"/>
        </p:nvSpPr>
        <p:spPr>
          <a:xfrm>
            <a:off x="2950595" y="3930376"/>
            <a:ext cx="100800" cy="100800"/>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a:p>
        </p:txBody>
      </p:sp>
      <p:sp>
        <p:nvSpPr>
          <p:cNvPr id="58" name="Substituent text 2">
            <a:extLst>
              <a:ext uri="{FF2B5EF4-FFF2-40B4-BE49-F238E27FC236}">
                <a16:creationId xmlns:a16="http://schemas.microsoft.com/office/drawing/2014/main" id="{13DB5D84-04D8-4536-A06B-AED76E7C51D7}"/>
              </a:ext>
            </a:extLst>
          </p:cNvPr>
          <p:cNvSpPr>
            <a:spLocks noGrp="1"/>
          </p:cNvSpPr>
          <p:nvPr>
            <p:ph type="body" idx="50" hasCustomPrompt="1"/>
          </p:nvPr>
        </p:nvSpPr>
        <p:spPr>
          <a:xfrm>
            <a:off x="4586638" y="4996962"/>
            <a:ext cx="1625324" cy="328343"/>
          </a:xfrm>
        </p:spPr>
        <p:txBody>
          <a:bodyPr lIns="0" tIns="0" rIns="0" bIns="0" rtlCol="0">
            <a:normAutofit/>
          </a:bodyPr>
          <a:lstStyle>
            <a:lvl1pPr marL="0" indent="0">
              <a:lnSpc>
                <a:spcPct val="100000"/>
              </a:lnSpc>
              <a:spcBef>
                <a:spcPts val="600"/>
              </a:spcBef>
              <a:buClr>
                <a:schemeClr val="tx1"/>
              </a:buClr>
              <a:buFont typeface="Courier New" panose="02070309020205020404" pitchFamily="49" charset="0"/>
              <a:buNone/>
              <a:defRPr sz="1600" i="1">
                <a:solidFill>
                  <a:schemeClr val="tx1"/>
                </a:solidFill>
                <a:latin typeface="+mn-lt"/>
                <a:cs typeface="Segoe UI" panose="020B05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Titlu client</a:t>
            </a:r>
          </a:p>
        </p:txBody>
      </p:sp>
      <p:sp>
        <p:nvSpPr>
          <p:cNvPr id="59" name="Substituent text 2">
            <a:extLst>
              <a:ext uri="{FF2B5EF4-FFF2-40B4-BE49-F238E27FC236}">
                <a16:creationId xmlns:a16="http://schemas.microsoft.com/office/drawing/2014/main" id="{3AB0AC7E-7919-422E-95A1-82E8B125756D}"/>
              </a:ext>
            </a:extLst>
          </p:cNvPr>
          <p:cNvSpPr>
            <a:spLocks noGrp="1"/>
          </p:cNvSpPr>
          <p:nvPr>
            <p:ph type="body" idx="51" hasCustomPrompt="1"/>
          </p:nvPr>
        </p:nvSpPr>
        <p:spPr>
          <a:xfrm>
            <a:off x="4586638" y="4191894"/>
            <a:ext cx="1625324" cy="720726"/>
          </a:xfrm>
        </p:spPr>
        <p:txBody>
          <a:bodyPr lIns="0" tIns="0" rIns="0" bIns="0" rtlCol="0" anchor="b" anchorCtr="0">
            <a:normAutofit/>
          </a:bodyPr>
          <a:lstStyle>
            <a:lvl1pPr marL="0" indent="0">
              <a:spcBef>
                <a:spcPts val="600"/>
              </a:spcBef>
              <a:buClr>
                <a:schemeClr val="tx1"/>
              </a:buClr>
              <a:buFont typeface="Courier New" panose="02070309020205020404" pitchFamily="49" charset="0"/>
              <a:buNone/>
              <a:defRPr sz="2000" b="1">
                <a:solidFill>
                  <a:schemeClr val="bg2"/>
                </a:solidFill>
                <a:latin typeface="Tahoma" panose="020B060403050404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Editare coordonator</a:t>
            </a:r>
            <a:br>
              <a:rPr lang="ro-RO" noProof="0"/>
            </a:br>
            <a:r>
              <a:rPr lang="ro-RO" noProof="0"/>
              <a:t>text</a:t>
            </a:r>
          </a:p>
        </p:txBody>
      </p:sp>
      <p:sp>
        <p:nvSpPr>
          <p:cNvPr id="60" name="Substituent imagine 2">
            <a:extLst>
              <a:ext uri="{FF2B5EF4-FFF2-40B4-BE49-F238E27FC236}">
                <a16:creationId xmlns:a16="http://schemas.microsoft.com/office/drawing/2014/main" id="{B44FD76B-D1AE-458B-AF32-E4AA246B0881}"/>
              </a:ext>
            </a:extLst>
          </p:cNvPr>
          <p:cNvSpPr>
            <a:spLocks noGrp="1"/>
          </p:cNvSpPr>
          <p:nvPr>
            <p:ph type="pic" sz="quarter" idx="52"/>
          </p:nvPr>
        </p:nvSpPr>
        <p:spPr>
          <a:xfrm>
            <a:off x="6211962" y="4435460"/>
            <a:ext cx="1106424" cy="1106423"/>
          </a:xfrm>
          <a:prstGeom prst="ellipse">
            <a:avLst/>
          </a:prstGeom>
          <a:ln w="12700">
            <a:solidFill>
              <a:schemeClr val="bg1">
                <a:lumMod val="50000"/>
                <a:lumOff val="50000"/>
              </a:schemeClr>
            </a:solidFill>
          </a:ln>
        </p:spPr>
        <p:txBody>
          <a:bodyPr rtlCol="0" anchor="ctr" anchorCtr="0">
            <a:normAutofit/>
          </a:bodyPr>
          <a:lstStyle>
            <a:lvl1pPr marL="0" indent="0" algn="ctr">
              <a:buNone/>
              <a:defRPr sz="1400"/>
            </a:lvl1pPr>
          </a:lstStyle>
          <a:p>
            <a:pPr rtl="0"/>
            <a:r>
              <a:rPr lang="ro-RO" noProof="0"/>
              <a:t>Faceți clic pe pictogramă pentru a adăuga o imagine</a:t>
            </a:r>
          </a:p>
        </p:txBody>
      </p:sp>
      <p:cxnSp>
        <p:nvCxnSpPr>
          <p:cNvPr id="61" name="Conector drept 60">
            <a:extLst>
              <a:ext uri="{FF2B5EF4-FFF2-40B4-BE49-F238E27FC236}">
                <a16:creationId xmlns:a16="http://schemas.microsoft.com/office/drawing/2014/main" id="{07D22CD4-7F86-495D-B381-7D706058B916}"/>
              </a:ext>
            </a:extLst>
          </p:cNvPr>
          <p:cNvCxnSpPr>
            <a:cxnSpLocks/>
          </p:cNvCxnSpPr>
          <p:nvPr userDrawn="1"/>
        </p:nvCxnSpPr>
        <p:spPr>
          <a:xfrm flipV="1">
            <a:off x="6765174" y="3984820"/>
            <a:ext cx="0" cy="442551"/>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62" name="Substituent text 3">
            <a:extLst>
              <a:ext uri="{FF2B5EF4-FFF2-40B4-BE49-F238E27FC236}">
                <a16:creationId xmlns:a16="http://schemas.microsoft.com/office/drawing/2014/main" id="{1BA0EB90-BA97-4A18-AD3D-1E839B636DEB}"/>
              </a:ext>
            </a:extLst>
          </p:cNvPr>
          <p:cNvSpPr>
            <a:spLocks noGrp="1"/>
          </p:cNvSpPr>
          <p:nvPr>
            <p:ph type="body" sz="quarter" idx="53"/>
          </p:nvPr>
        </p:nvSpPr>
        <p:spPr>
          <a:xfrm>
            <a:off x="4567432" y="1769589"/>
            <a:ext cx="3044973" cy="2212848"/>
          </a:xfrm>
          <a:custGeom>
            <a:avLst/>
            <a:gdLst>
              <a:gd name="connsiteX0" fmla="*/ 0 w 3044952"/>
              <a:gd name="connsiteY0" fmla="*/ 368815 h 2212848"/>
              <a:gd name="connsiteX1" fmla="*/ 368815 w 3044952"/>
              <a:gd name="connsiteY1" fmla="*/ 0 h 2212848"/>
              <a:gd name="connsiteX2" fmla="*/ 2676137 w 3044952"/>
              <a:gd name="connsiteY2" fmla="*/ 0 h 2212848"/>
              <a:gd name="connsiteX3" fmla="*/ 3044952 w 3044952"/>
              <a:gd name="connsiteY3" fmla="*/ 368815 h 2212848"/>
              <a:gd name="connsiteX4" fmla="*/ 3044952 w 3044952"/>
              <a:gd name="connsiteY4" fmla="*/ 1844033 h 2212848"/>
              <a:gd name="connsiteX5" fmla="*/ 2676137 w 3044952"/>
              <a:gd name="connsiteY5" fmla="*/ 2212848 h 2212848"/>
              <a:gd name="connsiteX6" fmla="*/ 368815 w 3044952"/>
              <a:gd name="connsiteY6" fmla="*/ 2212848 h 2212848"/>
              <a:gd name="connsiteX7" fmla="*/ 0 w 3044952"/>
              <a:gd name="connsiteY7" fmla="*/ 1844033 h 2212848"/>
              <a:gd name="connsiteX8" fmla="*/ 0 w 3044952"/>
              <a:gd name="connsiteY8" fmla="*/ 368815 h 2212848"/>
              <a:gd name="connsiteX0" fmla="*/ 0 w 3044952"/>
              <a:gd name="connsiteY0" fmla="*/ 368815 h 2212848"/>
              <a:gd name="connsiteX1" fmla="*/ 254515 w 3044952"/>
              <a:gd name="connsiteY1" fmla="*/ 0 h 2212848"/>
              <a:gd name="connsiteX2" fmla="*/ 2676137 w 3044952"/>
              <a:gd name="connsiteY2" fmla="*/ 0 h 2212848"/>
              <a:gd name="connsiteX3" fmla="*/ 3044952 w 3044952"/>
              <a:gd name="connsiteY3" fmla="*/ 368815 h 2212848"/>
              <a:gd name="connsiteX4" fmla="*/ 3044952 w 3044952"/>
              <a:gd name="connsiteY4" fmla="*/ 1844033 h 2212848"/>
              <a:gd name="connsiteX5" fmla="*/ 2676137 w 3044952"/>
              <a:gd name="connsiteY5" fmla="*/ 2212848 h 2212848"/>
              <a:gd name="connsiteX6" fmla="*/ 368815 w 3044952"/>
              <a:gd name="connsiteY6" fmla="*/ 2212848 h 2212848"/>
              <a:gd name="connsiteX7" fmla="*/ 0 w 3044952"/>
              <a:gd name="connsiteY7" fmla="*/ 1844033 h 2212848"/>
              <a:gd name="connsiteX8" fmla="*/ 0 w 3044952"/>
              <a:gd name="connsiteY8" fmla="*/ 368815 h 2212848"/>
              <a:gd name="connsiteX0" fmla="*/ 0 w 3044952"/>
              <a:gd name="connsiteY0" fmla="*/ 368815 h 2212848"/>
              <a:gd name="connsiteX1" fmla="*/ 254515 w 3044952"/>
              <a:gd name="connsiteY1" fmla="*/ 0 h 2212848"/>
              <a:gd name="connsiteX2" fmla="*/ 2842392 w 3044952"/>
              <a:gd name="connsiteY2" fmla="*/ 0 h 2212848"/>
              <a:gd name="connsiteX3" fmla="*/ 3044952 w 3044952"/>
              <a:gd name="connsiteY3" fmla="*/ 368815 h 2212848"/>
              <a:gd name="connsiteX4" fmla="*/ 3044952 w 3044952"/>
              <a:gd name="connsiteY4" fmla="*/ 1844033 h 2212848"/>
              <a:gd name="connsiteX5" fmla="*/ 2676137 w 3044952"/>
              <a:gd name="connsiteY5" fmla="*/ 2212848 h 2212848"/>
              <a:gd name="connsiteX6" fmla="*/ 368815 w 3044952"/>
              <a:gd name="connsiteY6" fmla="*/ 2212848 h 2212848"/>
              <a:gd name="connsiteX7" fmla="*/ 0 w 3044952"/>
              <a:gd name="connsiteY7" fmla="*/ 1844033 h 2212848"/>
              <a:gd name="connsiteX8" fmla="*/ 0 w 3044952"/>
              <a:gd name="connsiteY8" fmla="*/ 368815 h 2212848"/>
              <a:gd name="connsiteX0" fmla="*/ 21 w 3044973"/>
              <a:gd name="connsiteY0" fmla="*/ 368815 h 2212848"/>
              <a:gd name="connsiteX1" fmla="*/ 197386 w 3044973"/>
              <a:gd name="connsiteY1" fmla="*/ 0 h 2212848"/>
              <a:gd name="connsiteX2" fmla="*/ 2842413 w 3044973"/>
              <a:gd name="connsiteY2" fmla="*/ 0 h 2212848"/>
              <a:gd name="connsiteX3" fmla="*/ 3044973 w 3044973"/>
              <a:gd name="connsiteY3" fmla="*/ 368815 h 2212848"/>
              <a:gd name="connsiteX4" fmla="*/ 3044973 w 3044973"/>
              <a:gd name="connsiteY4" fmla="*/ 1844033 h 2212848"/>
              <a:gd name="connsiteX5" fmla="*/ 2676158 w 3044973"/>
              <a:gd name="connsiteY5" fmla="*/ 2212848 h 2212848"/>
              <a:gd name="connsiteX6" fmla="*/ 368836 w 3044973"/>
              <a:gd name="connsiteY6" fmla="*/ 2212848 h 2212848"/>
              <a:gd name="connsiteX7" fmla="*/ 21 w 3044973"/>
              <a:gd name="connsiteY7" fmla="*/ 1844033 h 2212848"/>
              <a:gd name="connsiteX8" fmla="*/ 21 w 3044973"/>
              <a:gd name="connsiteY8" fmla="*/ 368815 h 2212848"/>
              <a:gd name="connsiteX0" fmla="*/ 21 w 3044973"/>
              <a:gd name="connsiteY0" fmla="*/ 368815 h 2212848"/>
              <a:gd name="connsiteX1" fmla="*/ 197386 w 3044973"/>
              <a:gd name="connsiteY1" fmla="*/ 0 h 2212848"/>
              <a:gd name="connsiteX2" fmla="*/ 2842413 w 3044973"/>
              <a:gd name="connsiteY2" fmla="*/ 0 h 2212848"/>
              <a:gd name="connsiteX3" fmla="*/ 3044973 w 3044973"/>
              <a:gd name="connsiteY3" fmla="*/ 368815 h 2212848"/>
              <a:gd name="connsiteX4" fmla="*/ 3044973 w 3044973"/>
              <a:gd name="connsiteY4" fmla="*/ 1844033 h 2212848"/>
              <a:gd name="connsiteX5" fmla="*/ 2676158 w 3044973"/>
              <a:gd name="connsiteY5" fmla="*/ 2212848 h 2212848"/>
              <a:gd name="connsiteX6" fmla="*/ 233754 w 3044973"/>
              <a:gd name="connsiteY6" fmla="*/ 2207652 h 2212848"/>
              <a:gd name="connsiteX7" fmla="*/ 21 w 3044973"/>
              <a:gd name="connsiteY7" fmla="*/ 1844033 h 2212848"/>
              <a:gd name="connsiteX8" fmla="*/ 21 w 3044973"/>
              <a:gd name="connsiteY8" fmla="*/ 368815 h 2212848"/>
              <a:gd name="connsiteX0" fmla="*/ 21 w 3044973"/>
              <a:gd name="connsiteY0" fmla="*/ 368815 h 2212848"/>
              <a:gd name="connsiteX1" fmla="*/ 197386 w 3044973"/>
              <a:gd name="connsiteY1" fmla="*/ 0 h 2212848"/>
              <a:gd name="connsiteX2" fmla="*/ 2842413 w 3044973"/>
              <a:gd name="connsiteY2" fmla="*/ 0 h 2212848"/>
              <a:gd name="connsiteX3" fmla="*/ 3044973 w 3044973"/>
              <a:gd name="connsiteY3" fmla="*/ 368815 h 2212848"/>
              <a:gd name="connsiteX4" fmla="*/ 3044973 w 3044973"/>
              <a:gd name="connsiteY4" fmla="*/ 1844033 h 2212848"/>
              <a:gd name="connsiteX5" fmla="*/ 2842413 w 3044973"/>
              <a:gd name="connsiteY5" fmla="*/ 2212848 h 2212848"/>
              <a:gd name="connsiteX6" fmla="*/ 233754 w 3044973"/>
              <a:gd name="connsiteY6" fmla="*/ 2207652 h 2212848"/>
              <a:gd name="connsiteX7" fmla="*/ 21 w 3044973"/>
              <a:gd name="connsiteY7" fmla="*/ 1844033 h 2212848"/>
              <a:gd name="connsiteX8" fmla="*/ 21 w 3044973"/>
              <a:gd name="connsiteY8" fmla="*/ 368815 h 2212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44973" h="2212848">
                <a:moveTo>
                  <a:pt x="21" y="368815"/>
                </a:moveTo>
                <a:cubicBezTo>
                  <a:pt x="21" y="165124"/>
                  <a:pt x="-6305" y="0"/>
                  <a:pt x="197386" y="0"/>
                </a:cubicBezTo>
                <a:lnTo>
                  <a:pt x="2842413" y="0"/>
                </a:lnTo>
                <a:cubicBezTo>
                  <a:pt x="3046104" y="0"/>
                  <a:pt x="3044973" y="165124"/>
                  <a:pt x="3044973" y="368815"/>
                </a:cubicBezTo>
                <a:lnTo>
                  <a:pt x="3044973" y="1844033"/>
                </a:lnTo>
                <a:cubicBezTo>
                  <a:pt x="3044973" y="2047724"/>
                  <a:pt x="3046104" y="2212848"/>
                  <a:pt x="2842413" y="2212848"/>
                </a:cubicBezTo>
                <a:lnTo>
                  <a:pt x="233754" y="2207652"/>
                </a:lnTo>
                <a:cubicBezTo>
                  <a:pt x="30063" y="2207652"/>
                  <a:pt x="21" y="2047724"/>
                  <a:pt x="21" y="1844033"/>
                </a:cubicBezTo>
                <a:lnTo>
                  <a:pt x="21" y="368815"/>
                </a:lnTo>
                <a:close/>
              </a:path>
            </a:pathLst>
          </a:custGeom>
          <a:ln>
            <a:solidFill>
              <a:schemeClr val="bg1">
                <a:lumMod val="50000"/>
                <a:lumOff val="50000"/>
              </a:schemeClr>
            </a:solidFill>
          </a:ln>
        </p:spPr>
        <p:txBody>
          <a:bodyPr lIns="216000" tIns="180000" rIns="216000" bIns="180000" rtlCol="0">
            <a:normAutofit/>
          </a:bodyPr>
          <a:lstStyle>
            <a:lvl1pPr marL="0" indent="0">
              <a:buNone/>
              <a:defRPr sz="1400">
                <a:solidFill>
                  <a:schemeClr val="tx2"/>
                </a:solidFill>
              </a:defRPr>
            </a:lvl1pPr>
          </a:lstStyle>
          <a:p>
            <a:pPr lvl="0" rtl="0"/>
            <a:r>
              <a:rPr lang="ro-RO" noProof="0"/>
              <a:t>Faceţi clic pentru a edita Master stiluri text</a:t>
            </a:r>
          </a:p>
        </p:txBody>
      </p:sp>
      <p:sp>
        <p:nvSpPr>
          <p:cNvPr id="63" name="Oval 62">
            <a:extLst>
              <a:ext uri="{FF2B5EF4-FFF2-40B4-BE49-F238E27FC236}">
                <a16:creationId xmlns:a16="http://schemas.microsoft.com/office/drawing/2014/main" id="{ED057A87-963C-4F8A-BD4C-959BF8AF699B}"/>
              </a:ext>
            </a:extLst>
          </p:cNvPr>
          <p:cNvSpPr/>
          <p:nvPr userDrawn="1"/>
        </p:nvSpPr>
        <p:spPr>
          <a:xfrm>
            <a:off x="6714774" y="3930376"/>
            <a:ext cx="100800" cy="100800"/>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a:p>
        </p:txBody>
      </p:sp>
      <p:sp>
        <p:nvSpPr>
          <p:cNvPr id="64" name="Substituent text 2">
            <a:extLst>
              <a:ext uri="{FF2B5EF4-FFF2-40B4-BE49-F238E27FC236}">
                <a16:creationId xmlns:a16="http://schemas.microsoft.com/office/drawing/2014/main" id="{B6BAFE05-9EC0-4C3C-AB0F-89A83361452F}"/>
              </a:ext>
            </a:extLst>
          </p:cNvPr>
          <p:cNvSpPr>
            <a:spLocks noGrp="1"/>
          </p:cNvSpPr>
          <p:nvPr>
            <p:ph type="body" idx="54" hasCustomPrompt="1"/>
          </p:nvPr>
        </p:nvSpPr>
        <p:spPr>
          <a:xfrm>
            <a:off x="8350818" y="4992196"/>
            <a:ext cx="1625324" cy="328343"/>
          </a:xfrm>
        </p:spPr>
        <p:txBody>
          <a:bodyPr lIns="0" tIns="0" rIns="0" bIns="0" rtlCol="0">
            <a:normAutofit/>
          </a:bodyPr>
          <a:lstStyle>
            <a:lvl1pPr marL="0" indent="0">
              <a:lnSpc>
                <a:spcPct val="100000"/>
              </a:lnSpc>
              <a:spcBef>
                <a:spcPts val="600"/>
              </a:spcBef>
              <a:buClr>
                <a:schemeClr val="tx1"/>
              </a:buClr>
              <a:buFont typeface="Courier New" panose="02070309020205020404" pitchFamily="49" charset="0"/>
              <a:buNone/>
              <a:defRPr sz="1600" i="1">
                <a:solidFill>
                  <a:schemeClr val="tx1"/>
                </a:solidFill>
                <a:latin typeface="+mn-lt"/>
                <a:cs typeface="Segoe UI" panose="020B05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Titlu client</a:t>
            </a:r>
          </a:p>
        </p:txBody>
      </p:sp>
      <p:sp>
        <p:nvSpPr>
          <p:cNvPr id="65" name="Substituent text 2">
            <a:extLst>
              <a:ext uri="{FF2B5EF4-FFF2-40B4-BE49-F238E27FC236}">
                <a16:creationId xmlns:a16="http://schemas.microsoft.com/office/drawing/2014/main" id="{290BF8E2-78CA-4427-9231-3C5EDC272DEE}"/>
              </a:ext>
            </a:extLst>
          </p:cNvPr>
          <p:cNvSpPr>
            <a:spLocks noGrp="1"/>
          </p:cNvSpPr>
          <p:nvPr>
            <p:ph type="body" idx="55" hasCustomPrompt="1"/>
          </p:nvPr>
        </p:nvSpPr>
        <p:spPr>
          <a:xfrm>
            <a:off x="8350818" y="4187128"/>
            <a:ext cx="1625324" cy="720726"/>
          </a:xfrm>
        </p:spPr>
        <p:txBody>
          <a:bodyPr lIns="0" tIns="0" rIns="0" bIns="0" rtlCol="0" anchor="b" anchorCtr="0">
            <a:normAutofit/>
          </a:bodyPr>
          <a:lstStyle>
            <a:lvl1pPr marL="0" indent="0">
              <a:spcBef>
                <a:spcPts val="600"/>
              </a:spcBef>
              <a:buClr>
                <a:schemeClr val="tx1"/>
              </a:buClr>
              <a:buFont typeface="Courier New" panose="02070309020205020404" pitchFamily="49" charset="0"/>
              <a:buNone/>
              <a:defRPr sz="2000" b="1">
                <a:solidFill>
                  <a:schemeClr val="bg2"/>
                </a:solidFill>
                <a:latin typeface="Tahoma" panose="020B060403050404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Editare coordonator</a:t>
            </a:r>
            <a:br>
              <a:rPr lang="ro-RO" noProof="0"/>
            </a:br>
            <a:r>
              <a:rPr lang="ro-RO" noProof="0"/>
              <a:t>text</a:t>
            </a:r>
          </a:p>
        </p:txBody>
      </p:sp>
      <p:sp>
        <p:nvSpPr>
          <p:cNvPr id="66" name="Substituent imagine 2">
            <a:extLst>
              <a:ext uri="{FF2B5EF4-FFF2-40B4-BE49-F238E27FC236}">
                <a16:creationId xmlns:a16="http://schemas.microsoft.com/office/drawing/2014/main" id="{ACA8732F-AB9E-4253-BB5A-5ADD5BA9B153}"/>
              </a:ext>
            </a:extLst>
          </p:cNvPr>
          <p:cNvSpPr>
            <a:spLocks noGrp="1"/>
          </p:cNvSpPr>
          <p:nvPr>
            <p:ph type="pic" sz="quarter" idx="56"/>
          </p:nvPr>
        </p:nvSpPr>
        <p:spPr>
          <a:xfrm>
            <a:off x="9976142" y="4430694"/>
            <a:ext cx="1106424" cy="1106423"/>
          </a:xfrm>
          <a:prstGeom prst="ellipse">
            <a:avLst/>
          </a:prstGeom>
          <a:ln w="12700">
            <a:solidFill>
              <a:schemeClr val="bg1">
                <a:lumMod val="50000"/>
                <a:lumOff val="50000"/>
              </a:schemeClr>
            </a:solidFill>
          </a:ln>
        </p:spPr>
        <p:txBody>
          <a:bodyPr rtlCol="0" anchor="ctr" anchorCtr="0">
            <a:normAutofit/>
          </a:bodyPr>
          <a:lstStyle>
            <a:lvl1pPr marL="0" indent="0" algn="ctr">
              <a:buNone/>
              <a:defRPr sz="1400"/>
            </a:lvl1pPr>
          </a:lstStyle>
          <a:p>
            <a:pPr rtl="0"/>
            <a:r>
              <a:rPr lang="ro-RO" noProof="0"/>
              <a:t>Faceți clic pe pictogramă pentru a adăuga o imagine</a:t>
            </a:r>
          </a:p>
        </p:txBody>
      </p:sp>
      <p:cxnSp>
        <p:nvCxnSpPr>
          <p:cNvPr id="67" name="Conector drept 66">
            <a:extLst>
              <a:ext uri="{FF2B5EF4-FFF2-40B4-BE49-F238E27FC236}">
                <a16:creationId xmlns:a16="http://schemas.microsoft.com/office/drawing/2014/main" id="{BB9A566A-8C97-4AE6-B9EF-701587499889}"/>
              </a:ext>
            </a:extLst>
          </p:cNvPr>
          <p:cNvCxnSpPr>
            <a:cxnSpLocks/>
          </p:cNvCxnSpPr>
          <p:nvPr userDrawn="1"/>
        </p:nvCxnSpPr>
        <p:spPr>
          <a:xfrm flipV="1">
            <a:off x="10529354" y="3980054"/>
            <a:ext cx="0" cy="442551"/>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68" name="Substituent text 3">
            <a:extLst>
              <a:ext uri="{FF2B5EF4-FFF2-40B4-BE49-F238E27FC236}">
                <a16:creationId xmlns:a16="http://schemas.microsoft.com/office/drawing/2014/main" id="{45B69021-5E85-4B37-B529-366AC57512FD}"/>
              </a:ext>
            </a:extLst>
          </p:cNvPr>
          <p:cNvSpPr>
            <a:spLocks noGrp="1"/>
          </p:cNvSpPr>
          <p:nvPr>
            <p:ph type="body" sz="quarter" idx="57"/>
          </p:nvPr>
        </p:nvSpPr>
        <p:spPr>
          <a:xfrm>
            <a:off x="8331612" y="1769589"/>
            <a:ext cx="3044973" cy="2212848"/>
          </a:xfrm>
          <a:custGeom>
            <a:avLst/>
            <a:gdLst>
              <a:gd name="connsiteX0" fmla="*/ 0 w 3044952"/>
              <a:gd name="connsiteY0" fmla="*/ 368815 h 2212848"/>
              <a:gd name="connsiteX1" fmla="*/ 368815 w 3044952"/>
              <a:gd name="connsiteY1" fmla="*/ 0 h 2212848"/>
              <a:gd name="connsiteX2" fmla="*/ 2676137 w 3044952"/>
              <a:gd name="connsiteY2" fmla="*/ 0 h 2212848"/>
              <a:gd name="connsiteX3" fmla="*/ 3044952 w 3044952"/>
              <a:gd name="connsiteY3" fmla="*/ 368815 h 2212848"/>
              <a:gd name="connsiteX4" fmla="*/ 3044952 w 3044952"/>
              <a:gd name="connsiteY4" fmla="*/ 1844033 h 2212848"/>
              <a:gd name="connsiteX5" fmla="*/ 2676137 w 3044952"/>
              <a:gd name="connsiteY5" fmla="*/ 2212848 h 2212848"/>
              <a:gd name="connsiteX6" fmla="*/ 368815 w 3044952"/>
              <a:gd name="connsiteY6" fmla="*/ 2212848 h 2212848"/>
              <a:gd name="connsiteX7" fmla="*/ 0 w 3044952"/>
              <a:gd name="connsiteY7" fmla="*/ 1844033 h 2212848"/>
              <a:gd name="connsiteX8" fmla="*/ 0 w 3044952"/>
              <a:gd name="connsiteY8" fmla="*/ 368815 h 2212848"/>
              <a:gd name="connsiteX0" fmla="*/ 0 w 3044952"/>
              <a:gd name="connsiteY0" fmla="*/ 368815 h 2212848"/>
              <a:gd name="connsiteX1" fmla="*/ 254515 w 3044952"/>
              <a:gd name="connsiteY1" fmla="*/ 0 h 2212848"/>
              <a:gd name="connsiteX2" fmla="*/ 2676137 w 3044952"/>
              <a:gd name="connsiteY2" fmla="*/ 0 h 2212848"/>
              <a:gd name="connsiteX3" fmla="*/ 3044952 w 3044952"/>
              <a:gd name="connsiteY3" fmla="*/ 368815 h 2212848"/>
              <a:gd name="connsiteX4" fmla="*/ 3044952 w 3044952"/>
              <a:gd name="connsiteY4" fmla="*/ 1844033 h 2212848"/>
              <a:gd name="connsiteX5" fmla="*/ 2676137 w 3044952"/>
              <a:gd name="connsiteY5" fmla="*/ 2212848 h 2212848"/>
              <a:gd name="connsiteX6" fmla="*/ 368815 w 3044952"/>
              <a:gd name="connsiteY6" fmla="*/ 2212848 h 2212848"/>
              <a:gd name="connsiteX7" fmla="*/ 0 w 3044952"/>
              <a:gd name="connsiteY7" fmla="*/ 1844033 h 2212848"/>
              <a:gd name="connsiteX8" fmla="*/ 0 w 3044952"/>
              <a:gd name="connsiteY8" fmla="*/ 368815 h 2212848"/>
              <a:gd name="connsiteX0" fmla="*/ 0 w 3044952"/>
              <a:gd name="connsiteY0" fmla="*/ 368815 h 2212848"/>
              <a:gd name="connsiteX1" fmla="*/ 254515 w 3044952"/>
              <a:gd name="connsiteY1" fmla="*/ 0 h 2212848"/>
              <a:gd name="connsiteX2" fmla="*/ 2842392 w 3044952"/>
              <a:gd name="connsiteY2" fmla="*/ 0 h 2212848"/>
              <a:gd name="connsiteX3" fmla="*/ 3044952 w 3044952"/>
              <a:gd name="connsiteY3" fmla="*/ 368815 h 2212848"/>
              <a:gd name="connsiteX4" fmla="*/ 3044952 w 3044952"/>
              <a:gd name="connsiteY4" fmla="*/ 1844033 h 2212848"/>
              <a:gd name="connsiteX5" fmla="*/ 2676137 w 3044952"/>
              <a:gd name="connsiteY5" fmla="*/ 2212848 h 2212848"/>
              <a:gd name="connsiteX6" fmla="*/ 368815 w 3044952"/>
              <a:gd name="connsiteY6" fmla="*/ 2212848 h 2212848"/>
              <a:gd name="connsiteX7" fmla="*/ 0 w 3044952"/>
              <a:gd name="connsiteY7" fmla="*/ 1844033 h 2212848"/>
              <a:gd name="connsiteX8" fmla="*/ 0 w 3044952"/>
              <a:gd name="connsiteY8" fmla="*/ 368815 h 2212848"/>
              <a:gd name="connsiteX0" fmla="*/ 21 w 3044973"/>
              <a:gd name="connsiteY0" fmla="*/ 368815 h 2212848"/>
              <a:gd name="connsiteX1" fmla="*/ 197386 w 3044973"/>
              <a:gd name="connsiteY1" fmla="*/ 0 h 2212848"/>
              <a:gd name="connsiteX2" fmla="*/ 2842413 w 3044973"/>
              <a:gd name="connsiteY2" fmla="*/ 0 h 2212848"/>
              <a:gd name="connsiteX3" fmla="*/ 3044973 w 3044973"/>
              <a:gd name="connsiteY3" fmla="*/ 368815 h 2212848"/>
              <a:gd name="connsiteX4" fmla="*/ 3044973 w 3044973"/>
              <a:gd name="connsiteY4" fmla="*/ 1844033 h 2212848"/>
              <a:gd name="connsiteX5" fmla="*/ 2676158 w 3044973"/>
              <a:gd name="connsiteY5" fmla="*/ 2212848 h 2212848"/>
              <a:gd name="connsiteX6" fmla="*/ 368836 w 3044973"/>
              <a:gd name="connsiteY6" fmla="*/ 2212848 h 2212848"/>
              <a:gd name="connsiteX7" fmla="*/ 21 w 3044973"/>
              <a:gd name="connsiteY7" fmla="*/ 1844033 h 2212848"/>
              <a:gd name="connsiteX8" fmla="*/ 21 w 3044973"/>
              <a:gd name="connsiteY8" fmla="*/ 368815 h 2212848"/>
              <a:gd name="connsiteX0" fmla="*/ 21 w 3044973"/>
              <a:gd name="connsiteY0" fmla="*/ 368815 h 2212848"/>
              <a:gd name="connsiteX1" fmla="*/ 197386 w 3044973"/>
              <a:gd name="connsiteY1" fmla="*/ 0 h 2212848"/>
              <a:gd name="connsiteX2" fmla="*/ 2842413 w 3044973"/>
              <a:gd name="connsiteY2" fmla="*/ 0 h 2212848"/>
              <a:gd name="connsiteX3" fmla="*/ 3044973 w 3044973"/>
              <a:gd name="connsiteY3" fmla="*/ 368815 h 2212848"/>
              <a:gd name="connsiteX4" fmla="*/ 3044973 w 3044973"/>
              <a:gd name="connsiteY4" fmla="*/ 1844033 h 2212848"/>
              <a:gd name="connsiteX5" fmla="*/ 2676158 w 3044973"/>
              <a:gd name="connsiteY5" fmla="*/ 2212848 h 2212848"/>
              <a:gd name="connsiteX6" fmla="*/ 233754 w 3044973"/>
              <a:gd name="connsiteY6" fmla="*/ 2207652 h 2212848"/>
              <a:gd name="connsiteX7" fmla="*/ 21 w 3044973"/>
              <a:gd name="connsiteY7" fmla="*/ 1844033 h 2212848"/>
              <a:gd name="connsiteX8" fmla="*/ 21 w 3044973"/>
              <a:gd name="connsiteY8" fmla="*/ 368815 h 2212848"/>
              <a:gd name="connsiteX0" fmla="*/ 21 w 3044973"/>
              <a:gd name="connsiteY0" fmla="*/ 368815 h 2212848"/>
              <a:gd name="connsiteX1" fmla="*/ 197386 w 3044973"/>
              <a:gd name="connsiteY1" fmla="*/ 0 h 2212848"/>
              <a:gd name="connsiteX2" fmla="*/ 2842413 w 3044973"/>
              <a:gd name="connsiteY2" fmla="*/ 0 h 2212848"/>
              <a:gd name="connsiteX3" fmla="*/ 3044973 w 3044973"/>
              <a:gd name="connsiteY3" fmla="*/ 368815 h 2212848"/>
              <a:gd name="connsiteX4" fmla="*/ 3044973 w 3044973"/>
              <a:gd name="connsiteY4" fmla="*/ 1844033 h 2212848"/>
              <a:gd name="connsiteX5" fmla="*/ 2842413 w 3044973"/>
              <a:gd name="connsiteY5" fmla="*/ 2212848 h 2212848"/>
              <a:gd name="connsiteX6" fmla="*/ 233754 w 3044973"/>
              <a:gd name="connsiteY6" fmla="*/ 2207652 h 2212848"/>
              <a:gd name="connsiteX7" fmla="*/ 21 w 3044973"/>
              <a:gd name="connsiteY7" fmla="*/ 1844033 h 2212848"/>
              <a:gd name="connsiteX8" fmla="*/ 21 w 3044973"/>
              <a:gd name="connsiteY8" fmla="*/ 368815 h 2212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44973" h="2212848">
                <a:moveTo>
                  <a:pt x="21" y="368815"/>
                </a:moveTo>
                <a:cubicBezTo>
                  <a:pt x="21" y="165124"/>
                  <a:pt x="-6305" y="0"/>
                  <a:pt x="197386" y="0"/>
                </a:cubicBezTo>
                <a:lnTo>
                  <a:pt x="2842413" y="0"/>
                </a:lnTo>
                <a:cubicBezTo>
                  <a:pt x="3046104" y="0"/>
                  <a:pt x="3044973" y="165124"/>
                  <a:pt x="3044973" y="368815"/>
                </a:cubicBezTo>
                <a:lnTo>
                  <a:pt x="3044973" y="1844033"/>
                </a:lnTo>
                <a:cubicBezTo>
                  <a:pt x="3044973" y="2047724"/>
                  <a:pt x="3046104" y="2212848"/>
                  <a:pt x="2842413" y="2212848"/>
                </a:cubicBezTo>
                <a:lnTo>
                  <a:pt x="233754" y="2207652"/>
                </a:lnTo>
                <a:cubicBezTo>
                  <a:pt x="30063" y="2207652"/>
                  <a:pt x="21" y="2047724"/>
                  <a:pt x="21" y="1844033"/>
                </a:cubicBezTo>
                <a:lnTo>
                  <a:pt x="21" y="368815"/>
                </a:lnTo>
                <a:close/>
              </a:path>
            </a:pathLst>
          </a:custGeom>
          <a:ln>
            <a:solidFill>
              <a:schemeClr val="bg1">
                <a:lumMod val="50000"/>
                <a:lumOff val="50000"/>
              </a:schemeClr>
            </a:solidFill>
          </a:ln>
        </p:spPr>
        <p:txBody>
          <a:bodyPr lIns="216000" tIns="180000" rIns="216000" bIns="180000" rtlCol="0">
            <a:normAutofit/>
          </a:bodyPr>
          <a:lstStyle>
            <a:lvl1pPr marL="0" indent="0">
              <a:buNone/>
              <a:defRPr sz="1400">
                <a:solidFill>
                  <a:schemeClr val="tx2"/>
                </a:solidFill>
              </a:defRPr>
            </a:lvl1pPr>
          </a:lstStyle>
          <a:p>
            <a:pPr lvl="0" rtl="0"/>
            <a:r>
              <a:rPr lang="ro-RO" noProof="0"/>
              <a:t>Faceţi clic pentru a edita Master stiluri text</a:t>
            </a:r>
          </a:p>
        </p:txBody>
      </p:sp>
      <p:sp>
        <p:nvSpPr>
          <p:cNvPr id="69" name="Oval 68">
            <a:extLst>
              <a:ext uri="{FF2B5EF4-FFF2-40B4-BE49-F238E27FC236}">
                <a16:creationId xmlns:a16="http://schemas.microsoft.com/office/drawing/2014/main" id="{E407CD49-808A-445A-96C0-E3083C9FB390}"/>
              </a:ext>
            </a:extLst>
          </p:cNvPr>
          <p:cNvSpPr/>
          <p:nvPr userDrawn="1"/>
        </p:nvSpPr>
        <p:spPr>
          <a:xfrm>
            <a:off x="10478954" y="3925610"/>
            <a:ext cx="100800" cy="100800"/>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a:p>
        </p:txBody>
      </p:sp>
    </p:spTree>
    <p:extLst>
      <p:ext uri="{BB962C8B-B14F-4D97-AF65-F5344CB8AC3E}">
        <p14:creationId xmlns:p14="http://schemas.microsoft.com/office/powerpoint/2010/main" val="86413122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Aspect conținut de studiu de caz">
    <p:spTree>
      <p:nvGrpSpPr>
        <p:cNvPr id="1" name=""/>
        <p:cNvGrpSpPr/>
        <p:nvPr/>
      </p:nvGrpSpPr>
      <p:grpSpPr>
        <a:xfrm>
          <a:off x="0" y="0"/>
          <a:ext cx="0" cy="0"/>
          <a:chOff x="0" y="0"/>
          <a:chExt cx="0" cy="0"/>
        </a:xfrm>
      </p:grpSpPr>
      <p:sp>
        <p:nvSpPr>
          <p:cNvPr id="7" name="Dreptunghi 6">
            <a:extLst>
              <a:ext uri="{FF2B5EF4-FFF2-40B4-BE49-F238E27FC236}">
                <a16:creationId xmlns:a16="http://schemas.microsoft.com/office/drawing/2014/main" id="{09F1B35C-893A-4033-ADC0-2192AFA29271}"/>
              </a:ext>
            </a:extLst>
          </p:cNvPr>
          <p:cNvSpPr/>
          <p:nvPr userDrawn="1"/>
        </p:nvSpPr>
        <p:spPr>
          <a:xfrm>
            <a:off x="0" y="0"/>
            <a:ext cx="12192000" cy="6858000"/>
          </a:xfrm>
          <a:prstGeom prst="rect">
            <a:avLst/>
          </a:prstGeom>
          <a:gradFill flip="none" rotWithShape="1">
            <a:gsLst>
              <a:gs pos="0">
                <a:schemeClr val="accent2"/>
              </a:gs>
              <a:gs pos="34000">
                <a:srgbClr val="0F1722"/>
              </a:gs>
              <a:gs pos="69000">
                <a:srgbClr val="0F1722"/>
              </a:gs>
              <a:gs pos="100000">
                <a:schemeClr val="accent5"/>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rtl="0"/>
            <a:endParaRPr lang="ro-RO" noProof="0"/>
          </a:p>
        </p:txBody>
      </p:sp>
      <p:sp>
        <p:nvSpPr>
          <p:cNvPr id="2" name="Titlu 1">
            <a:extLst>
              <a:ext uri="{FF2B5EF4-FFF2-40B4-BE49-F238E27FC236}">
                <a16:creationId xmlns:a16="http://schemas.microsoft.com/office/drawing/2014/main" id="{CD637DF8-B064-4F36-89F8-EBF538A2E7F2}"/>
              </a:ext>
            </a:extLst>
          </p:cNvPr>
          <p:cNvSpPr>
            <a:spLocks noGrp="1"/>
          </p:cNvSpPr>
          <p:nvPr>
            <p:ph type="title" hasCustomPrompt="1"/>
          </p:nvPr>
        </p:nvSpPr>
        <p:spPr>
          <a:xfrm>
            <a:off x="803276" y="1980591"/>
            <a:ext cx="4187903" cy="1177174"/>
          </a:xfrm>
        </p:spPr>
        <p:txBody>
          <a:bodyPr lIns="0" tIns="0" rIns="0" bIns="0" rtlCol="0" anchor="b">
            <a:normAutofit/>
          </a:bodyPr>
          <a:lstStyle>
            <a:lvl1pPr>
              <a:defRPr sz="3600"/>
            </a:lvl1pPr>
          </a:lstStyle>
          <a:p>
            <a:pPr rtl="0"/>
            <a:r>
              <a:rPr lang="ro-RO" noProof="0"/>
              <a:t>STUDIU DE CAZ</a:t>
            </a:r>
          </a:p>
        </p:txBody>
      </p:sp>
      <p:sp>
        <p:nvSpPr>
          <p:cNvPr id="3" name="Substituent text 2">
            <a:extLst>
              <a:ext uri="{FF2B5EF4-FFF2-40B4-BE49-F238E27FC236}">
                <a16:creationId xmlns:a16="http://schemas.microsoft.com/office/drawing/2014/main" id="{8A72532A-5006-46B7-AE99-3A6891CD0254}"/>
              </a:ext>
            </a:extLst>
          </p:cNvPr>
          <p:cNvSpPr>
            <a:spLocks noGrp="1"/>
          </p:cNvSpPr>
          <p:nvPr>
            <p:ph type="body" idx="1" hasCustomPrompt="1"/>
          </p:nvPr>
        </p:nvSpPr>
        <p:spPr>
          <a:xfrm>
            <a:off x="826770" y="3610893"/>
            <a:ext cx="4168311" cy="1897530"/>
          </a:xfrm>
        </p:spPr>
        <p:txBody>
          <a:bodyPr lIns="0" tIns="0" rIns="0" bIns="0" rtlCol="0">
            <a:normAutofit/>
          </a:bodyPr>
          <a:lstStyle>
            <a:lvl1pPr marL="0" indent="0">
              <a:lnSpc>
                <a:spcPct val="100000"/>
              </a:lnSpc>
              <a:buNone/>
              <a:defRPr sz="1800" b="1">
                <a:solidFill>
                  <a:schemeClr val="tx1"/>
                </a:solidFill>
                <a:latin typeface="+mn-lt"/>
                <a:cs typeface="Segoe UI Semibold" panose="020B07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EDITAȚI STILURILE DE TEXT COORDONATOR</a:t>
            </a:r>
          </a:p>
        </p:txBody>
      </p:sp>
      <p:sp>
        <p:nvSpPr>
          <p:cNvPr id="4" name="Substituent dată 3">
            <a:extLst>
              <a:ext uri="{FF2B5EF4-FFF2-40B4-BE49-F238E27FC236}">
                <a16:creationId xmlns:a16="http://schemas.microsoft.com/office/drawing/2014/main" id="{49EFC6D7-3241-401C-A16A-4A7CC2653954}"/>
              </a:ext>
            </a:extLst>
          </p:cNvPr>
          <p:cNvSpPr>
            <a:spLocks noGrp="1"/>
          </p:cNvSpPr>
          <p:nvPr>
            <p:ph type="dt" sz="half" idx="10"/>
          </p:nvPr>
        </p:nvSpPr>
        <p:spPr/>
        <p:txBody>
          <a:bodyPr rtlCol="0"/>
          <a:lstStyle/>
          <a:p>
            <a:pPr rtl="0"/>
            <a:r>
              <a:rPr lang="ro-RO" noProof="0"/>
              <a:t>DD.MM.20XX</a:t>
            </a:r>
          </a:p>
        </p:txBody>
      </p:sp>
      <p:sp>
        <p:nvSpPr>
          <p:cNvPr id="5" name="Substituent subsol 4">
            <a:extLst>
              <a:ext uri="{FF2B5EF4-FFF2-40B4-BE49-F238E27FC236}">
                <a16:creationId xmlns:a16="http://schemas.microsoft.com/office/drawing/2014/main" id="{F345D6DC-ABA5-4D00-9CD3-92FFDD1FA2DC}"/>
              </a:ext>
            </a:extLst>
          </p:cNvPr>
          <p:cNvSpPr>
            <a:spLocks noGrp="1"/>
          </p:cNvSpPr>
          <p:nvPr>
            <p:ph type="ftr" sz="quarter" idx="11"/>
          </p:nvPr>
        </p:nvSpPr>
        <p:spPr/>
        <p:txBody>
          <a:bodyPr rtlCol="0"/>
          <a:lstStyle/>
          <a:p>
            <a:pPr rtl="0"/>
            <a:r>
              <a:rPr lang="ro-RO" noProof="0"/>
              <a:t>ADĂUGAREA UNUI SUBSOL</a:t>
            </a:r>
          </a:p>
        </p:txBody>
      </p:sp>
      <p:sp>
        <p:nvSpPr>
          <p:cNvPr id="6" name="Substituent număr diapozitiv 5">
            <a:extLst>
              <a:ext uri="{FF2B5EF4-FFF2-40B4-BE49-F238E27FC236}">
                <a16:creationId xmlns:a16="http://schemas.microsoft.com/office/drawing/2014/main" id="{92459C86-0106-40E0-AA18-795EC5787677}"/>
              </a:ext>
            </a:extLst>
          </p:cNvPr>
          <p:cNvSpPr>
            <a:spLocks noGrp="1"/>
          </p:cNvSpPr>
          <p:nvPr>
            <p:ph type="sldNum" sz="quarter" idx="12"/>
          </p:nvPr>
        </p:nvSpPr>
        <p:spPr/>
        <p:txBody>
          <a:bodyPr rtlCol="0"/>
          <a:lstStyle/>
          <a:p>
            <a:pPr rtl="0"/>
            <a:fld id="{8D581BC7-E183-40DB-AC97-C19EA4EB8894}" type="slidenum">
              <a:rPr lang="ro-RO" noProof="0" smtClean="0"/>
              <a:t>‹#›</a:t>
            </a:fld>
            <a:endParaRPr lang="ro-RO" noProof="0"/>
          </a:p>
        </p:txBody>
      </p:sp>
      <p:sp>
        <p:nvSpPr>
          <p:cNvPr id="11" name="Substituent imagine 10">
            <a:extLst>
              <a:ext uri="{FF2B5EF4-FFF2-40B4-BE49-F238E27FC236}">
                <a16:creationId xmlns:a16="http://schemas.microsoft.com/office/drawing/2014/main" id="{6D14F7B3-A6CF-491C-9855-75B5784CC456}"/>
              </a:ext>
            </a:extLst>
          </p:cNvPr>
          <p:cNvSpPr>
            <a:spLocks noGrp="1"/>
          </p:cNvSpPr>
          <p:nvPr>
            <p:ph type="pic" sz="quarter" idx="13"/>
          </p:nvPr>
        </p:nvSpPr>
        <p:spPr>
          <a:xfrm>
            <a:off x="831850" y="859665"/>
            <a:ext cx="1078992" cy="548640"/>
          </a:xfrm>
        </p:spPr>
        <p:txBody>
          <a:bodyPr rtlCol="0" anchor="ctr" anchorCtr="0">
            <a:normAutofit/>
          </a:bodyPr>
          <a:lstStyle>
            <a:lvl1pPr marL="0" indent="0" algn="ctr">
              <a:buNone/>
              <a:defRPr sz="1200"/>
            </a:lvl1pPr>
          </a:lstStyle>
          <a:p>
            <a:pPr rtl="0"/>
            <a:r>
              <a:rPr lang="ro-RO" noProof="0"/>
              <a:t>Faceți clic pe pictogramă pentru a adăuga o imagine</a:t>
            </a:r>
          </a:p>
        </p:txBody>
      </p:sp>
      <p:grpSp>
        <p:nvGrpSpPr>
          <p:cNvPr id="15" name="Grup 14">
            <a:extLst>
              <a:ext uri="{FF2B5EF4-FFF2-40B4-BE49-F238E27FC236}">
                <a16:creationId xmlns:a16="http://schemas.microsoft.com/office/drawing/2014/main" id="{B7317392-EF87-4050-8BBE-32F74B0CF15A}"/>
              </a:ext>
            </a:extLst>
          </p:cNvPr>
          <p:cNvGrpSpPr/>
          <p:nvPr userDrawn="1"/>
        </p:nvGrpSpPr>
        <p:grpSpPr>
          <a:xfrm>
            <a:off x="0" y="3319328"/>
            <a:ext cx="3877785" cy="100800"/>
            <a:chOff x="-1228304" y="3240138"/>
            <a:chExt cx="3877785" cy="100800"/>
          </a:xfrm>
        </p:grpSpPr>
        <p:cxnSp>
          <p:nvCxnSpPr>
            <p:cNvPr id="13" name="Conector drept 12">
              <a:extLst>
                <a:ext uri="{FF2B5EF4-FFF2-40B4-BE49-F238E27FC236}">
                  <a16:creationId xmlns:a16="http://schemas.microsoft.com/office/drawing/2014/main" id="{785A4134-866D-4143-AC1E-8A2FFDB49855}"/>
                </a:ext>
              </a:extLst>
            </p:cNvPr>
            <p:cNvCxnSpPr>
              <a:cxnSpLocks/>
            </p:cNvCxnSpPr>
            <p:nvPr userDrawn="1"/>
          </p:nvCxnSpPr>
          <p:spPr>
            <a:xfrm>
              <a:off x="-1228304" y="3290538"/>
              <a:ext cx="3797643"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1BBC5D9C-B8FB-455B-9398-36DB21F2765E}"/>
                </a:ext>
              </a:extLst>
            </p:cNvPr>
            <p:cNvSpPr/>
            <p:nvPr userDrawn="1"/>
          </p:nvSpPr>
          <p:spPr>
            <a:xfrm>
              <a:off x="2548681" y="3240138"/>
              <a:ext cx="100800" cy="100800"/>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a:p>
          </p:txBody>
        </p:sp>
      </p:grpSp>
      <p:sp>
        <p:nvSpPr>
          <p:cNvPr id="17" name="Oval 16">
            <a:extLst>
              <a:ext uri="{FF2B5EF4-FFF2-40B4-BE49-F238E27FC236}">
                <a16:creationId xmlns:a16="http://schemas.microsoft.com/office/drawing/2014/main" id="{72225750-E4CE-4A81-A0C3-4023030D637E}"/>
              </a:ext>
            </a:extLst>
          </p:cNvPr>
          <p:cNvSpPr/>
          <p:nvPr userDrawn="1"/>
        </p:nvSpPr>
        <p:spPr>
          <a:xfrm>
            <a:off x="809310" y="5879656"/>
            <a:ext cx="283464" cy="283464"/>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a:p>
        </p:txBody>
      </p:sp>
      <p:cxnSp>
        <p:nvCxnSpPr>
          <p:cNvPr id="18" name="Conector drept 17">
            <a:extLst>
              <a:ext uri="{FF2B5EF4-FFF2-40B4-BE49-F238E27FC236}">
                <a16:creationId xmlns:a16="http://schemas.microsoft.com/office/drawing/2014/main" id="{3819C324-07DF-49DB-A08C-0E6155CE3041}"/>
              </a:ext>
            </a:extLst>
          </p:cNvPr>
          <p:cNvCxnSpPr/>
          <p:nvPr userDrawn="1"/>
        </p:nvCxnSpPr>
        <p:spPr>
          <a:xfrm>
            <a:off x="11580000" y="6020920"/>
            <a:ext cx="612000"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75A34025-44F2-4A09-8629-F1794E9D35AF}"/>
              </a:ext>
            </a:extLst>
          </p:cNvPr>
          <p:cNvSpPr/>
          <p:nvPr userDrawn="1"/>
        </p:nvSpPr>
        <p:spPr>
          <a:xfrm>
            <a:off x="11466563" y="5966056"/>
            <a:ext cx="109728" cy="109728"/>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a:p>
        </p:txBody>
      </p:sp>
      <p:cxnSp>
        <p:nvCxnSpPr>
          <p:cNvPr id="20" name="Conector drept 19">
            <a:extLst>
              <a:ext uri="{FF2B5EF4-FFF2-40B4-BE49-F238E27FC236}">
                <a16:creationId xmlns:a16="http://schemas.microsoft.com/office/drawing/2014/main" id="{815854A2-EAE9-4B2A-84CF-5A4BD753863A}"/>
              </a:ext>
            </a:extLst>
          </p:cNvPr>
          <p:cNvCxnSpPr>
            <a:cxnSpLocks/>
          </p:cNvCxnSpPr>
          <p:nvPr userDrawn="1"/>
        </p:nvCxnSpPr>
        <p:spPr>
          <a:xfrm flipV="1">
            <a:off x="0" y="6020920"/>
            <a:ext cx="803275" cy="468"/>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5" name="Substituent text 2">
            <a:extLst>
              <a:ext uri="{FF2B5EF4-FFF2-40B4-BE49-F238E27FC236}">
                <a16:creationId xmlns:a16="http://schemas.microsoft.com/office/drawing/2014/main" id="{82DA762C-1D45-43AA-9DB3-3D8DBE3EACFE}"/>
              </a:ext>
            </a:extLst>
          </p:cNvPr>
          <p:cNvSpPr>
            <a:spLocks noGrp="1"/>
          </p:cNvSpPr>
          <p:nvPr>
            <p:ph type="body" idx="33" hasCustomPrompt="1"/>
          </p:nvPr>
        </p:nvSpPr>
        <p:spPr>
          <a:xfrm>
            <a:off x="5267325" y="1126345"/>
            <a:ext cx="6086475" cy="2662466"/>
          </a:xfrm>
        </p:spPr>
        <p:txBody>
          <a:bodyPr lIns="0" tIns="0" rIns="0" bIns="0" rtlCol="0">
            <a:normAutofit/>
          </a:bodyPr>
          <a:lstStyle>
            <a:lvl1pPr marL="0" indent="0">
              <a:lnSpc>
                <a:spcPct val="100000"/>
              </a:lnSpc>
              <a:spcBef>
                <a:spcPts val="600"/>
              </a:spcBef>
              <a:buClr>
                <a:schemeClr val="tx1"/>
              </a:buClr>
              <a:buFont typeface="Courier New" panose="02070309020205020404" pitchFamily="49" charset="0"/>
              <a:buNone/>
              <a:defRPr sz="1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Editați stilurile de text coordonator</a:t>
            </a:r>
          </a:p>
        </p:txBody>
      </p:sp>
      <p:sp>
        <p:nvSpPr>
          <p:cNvPr id="38" name="Substituent text 2">
            <a:extLst>
              <a:ext uri="{FF2B5EF4-FFF2-40B4-BE49-F238E27FC236}">
                <a16:creationId xmlns:a16="http://schemas.microsoft.com/office/drawing/2014/main" id="{4C3C1BF4-C955-4D71-87E4-BE0F7B619575}"/>
              </a:ext>
            </a:extLst>
          </p:cNvPr>
          <p:cNvSpPr>
            <a:spLocks noGrp="1"/>
          </p:cNvSpPr>
          <p:nvPr>
            <p:ph type="body" idx="34" hasCustomPrompt="1"/>
          </p:nvPr>
        </p:nvSpPr>
        <p:spPr>
          <a:xfrm>
            <a:off x="5269967" y="3909256"/>
            <a:ext cx="6086475" cy="1822399"/>
          </a:xfrm>
        </p:spPr>
        <p:txBody>
          <a:bodyPr lIns="0" tIns="0" rIns="0" bIns="0" rtlCol="0">
            <a:normAutofit/>
          </a:bodyPr>
          <a:lstStyle>
            <a:lvl1pPr marL="216000" indent="-216000">
              <a:lnSpc>
                <a:spcPct val="100000"/>
              </a:lnSpc>
              <a:spcBef>
                <a:spcPts val="600"/>
              </a:spcBef>
              <a:buClr>
                <a:schemeClr val="tx1"/>
              </a:buClr>
              <a:buFont typeface="Courier New" panose="02070309020205020404" pitchFamily="49" charset="0"/>
              <a:buChar char="o"/>
              <a:defRPr sz="1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Editați stilurile de text coordonator</a:t>
            </a:r>
          </a:p>
        </p:txBody>
      </p:sp>
    </p:spTree>
    <p:extLst>
      <p:ext uri="{BB962C8B-B14F-4D97-AF65-F5344CB8AC3E}">
        <p14:creationId xmlns:p14="http://schemas.microsoft.com/office/powerpoint/2010/main" val="220595652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Aspect telefon mobil și conținut">
    <p:spTree>
      <p:nvGrpSpPr>
        <p:cNvPr id="1" name=""/>
        <p:cNvGrpSpPr/>
        <p:nvPr/>
      </p:nvGrpSpPr>
      <p:grpSpPr>
        <a:xfrm>
          <a:off x="0" y="0"/>
          <a:ext cx="0" cy="0"/>
          <a:chOff x="0" y="0"/>
          <a:chExt cx="0" cy="0"/>
        </a:xfrm>
      </p:grpSpPr>
      <p:sp>
        <p:nvSpPr>
          <p:cNvPr id="15" name="Dreptunghi 14">
            <a:extLst>
              <a:ext uri="{FF2B5EF4-FFF2-40B4-BE49-F238E27FC236}">
                <a16:creationId xmlns:a16="http://schemas.microsoft.com/office/drawing/2014/main" id="{E8E3FDB8-6D5C-48FE-99EA-7EC60F4D8191}"/>
              </a:ext>
            </a:extLst>
          </p:cNvPr>
          <p:cNvSpPr/>
          <p:nvPr userDrawn="1"/>
        </p:nvSpPr>
        <p:spPr>
          <a:xfrm>
            <a:off x="0" y="0"/>
            <a:ext cx="12192000" cy="6858000"/>
          </a:xfrm>
          <a:prstGeom prst="rect">
            <a:avLst/>
          </a:prstGeom>
          <a:gradFill flip="none" rotWithShape="1">
            <a:gsLst>
              <a:gs pos="0">
                <a:schemeClr val="accent2"/>
              </a:gs>
              <a:gs pos="34000">
                <a:srgbClr val="0F1722"/>
              </a:gs>
              <a:gs pos="69000">
                <a:srgbClr val="0F1722"/>
              </a:gs>
              <a:gs pos="100000">
                <a:schemeClr val="accent5"/>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rtl="0"/>
            <a:endParaRPr lang="ro-RO" noProof="0"/>
          </a:p>
        </p:txBody>
      </p:sp>
      <p:sp>
        <p:nvSpPr>
          <p:cNvPr id="5" name="Substituent dată 4">
            <a:extLst>
              <a:ext uri="{FF2B5EF4-FFF2-40B4-BE49-F238E27FC236}">
                <a16:creationId xmlns:a16="http://schemas.microsoft.com/office/drawing/2014/main" id="{2D9775F3-A041-479A-8038-652B7D9C72E9}"/>
              </a:ext>
            </a:extLst>
          </p:cNvPr>
          <p:cNvSpPr>
            <a:spLocks noGrp="1"/>
          </p:cNvSpPr>
          <p:nvPr>
            <p:ph type="dt" sz="half" idx="10"/>
          </p:nvPr>
        </p:nvSpPr>
        <p:spPr/>
        <p:txBody>
          <a:bodyPr rtlCol="0"/>
          <a:lstStyle/>
          <a:p>
            <a:pPr rtl="0"/>
            <a:r>
              <a:rPr lang="ro-RO" noProof="0"/>
              <a:t>DD.MM.20XX</a:t>
            </a:r>
          </a:p>
        </p:txBody>
      </p:sp>
      <p:sp>
        <p:nvSpPr>
          <p:cNvPr id="6" name="Substituent subsol 5">
            <a:extLst>
              <a:ext uri="{FF2B5EF4-FFF2-40B4-BE49-F238E27FC236}">
                <a16:creationId xmlns:a16="http://schemas.microsoft.com/office/drawing/2014/main" id="{29BEDD04-BE4E-4B91-B13E-0C4FB3E1658F}"/>
              </a:ext>
            </a:extLst>
          </p:cNvPr>
          <p:cNvSpPr>
            <a:spLocks noGrp="1"/>
          </p:cNvSpPr>
          <p:nvPr>
            <p:ph type="ftr" sz="quarter" idx="11"/>
          </p:nvPr>
        </p:nvSpPr>
        <p:spPr/>
        <p:txBody>
          <a:bodyPr rtlCol="0"/>
          <a:lstStyle/>
          <a:p>
            <a:pPr rtl="0"/>
            <a:r>
              <a:rPr lang="ro-RO" noProof="0"/>
              <a:t>ADĂUGAREA UNUI SUBSOL</a:t>
            </a:r>
          </a:p>
        </p:txBody>
      </p:sp>
      <p:sp>
        <p:nvSpPr>
          <p:cNvPr id="7" name="Substituent număr diapozitiv 6">
            <a:extLst>
              <a:ext uri="{FF2B5EF4-FFF2-40B4-BE49-F238E27FC236}">
                <a16:creationId xmlns:a16="http://schemas.microsoft.com/office/drawing/2014/main" id="{306DF5D8-12DC-494E-B0F1-2E9C86A14544}"/>
              </a:ext>
            </a:extLst>
          </p:cNvPr>
          <p:cNvSpPr>
            <a:spLocks noGrp="1"/>
          </p:cNvSpPr>
          <p:nvPr>
            <p:ph type="sldNum" sz="quarter" idx="12"/>
          </p:nvPr>
        </p:nvSpPr>
        <p:spPr/>
        <p:txBody>
          <a:bodyPr rtlCol="0"/>
          <a:lstStyle/>
          <a:p>
            <a:pPr rtl="0"/>
            <a:fld id="{8D581BC7-E183-40DB-AC97-C19EA4EB8894}" type="slidenum">
              <a:rPr lang="ro-RO" noProof="0" smtClean="0"/>
              <a:t>‹#›</a:t>
            </a:fld>
            <a:endParaRPr lang="ro-RO" noProof="0"/>
          </a:p>
        </p:txBody>
      </p:sp>
      <p:sp>
        <p:nvSpPr>
          <p:cNvPr id="8" name="Titlu 1">
            <a:extLst>
              <a:ext uri="{FF2B5EF4-FFF2-40B4-BE49-F238E27FC236}">
                <a16:creationId xmlns:a16="http://schemas.microsoft.com/office/drawing/2014/main" id="{ABF87C9E-53A2-4DE1-89DC-3907BE2E3D3C}"/>
              </a:ext>
            </a:extLst>
          </p:cNvPr>
          <p:cNvSpPr>
            <a:spLocks noGrp="1"/>
          </p:cNvSpPr>
          <p:nvPr>
            <p:ph type="title" hasCustomPrompt="1"/>
          </p:nvPr>
        </p:nvSpPr>
        <p:spPr>
          <a:xfrm>
            <a:off x="6096000" y="1294387"/>
            <a:ext cx="5314072" cy="569086"/>
          </a:xfrm>
        </p:spPr>
        <p:txBody>
          <a:bodyPr lIns="0" tIns="0" rIns="0" bIns="0" rtlCol="0" anchor="b">
            <a:normAutofit/>
          </a:bodyPr>
          <a:lstStyle>
            <a:lvl1pPr algn="l">
              <a:defRPr sz="3600"/>
            </a:lvl1pPr>
          </a:lstStyle>
          <a:p>
            <a:pPr rtl="0"/>
            <a:r>
              <a:rPr lang="ro-RO" noProof="0"/>
              <a:t>FACEȚI CLIC PENTRU A EDITA TITLUL</a:t>
            </a:r>
          </a:p>
        </p:txBody>
      </p:sp>
      <p:sp>
        <p:nvSpPr>
          <p:cNvPr id="9" name="Substituent text 2">
            <a:extLst>
              <a:ext uri="{FF2B5EF4-FFF2-40B4-BE49-F238E27FC236}">
                <a16:creationId xmlns:a16="http://schemas.microsoft.com/office/drawing/2014/main" id="{EB453F8F-AA02-4E0D-93BF-8CF4F1490377}"/>
              </a:ext>
            </a:extLst>
          </p:cNvPr>
          <p:cNvSpPr>
            <a:spLocks noGrp="1"/>
          </p:cNvSpPr>
          <p:nvPr>
            <p:ph type="body" idx="1" hasCustomPrompt="1"/>
          </p:nvPr>
        </p:nvSpPr>
        <p:spPr>
          <a:xfrm>
            <a:off x="6096000" y="2212679"/>
            <a:ext cx="5292725" cy="978407"/>
          </a:xfrm>
        </p:spPr>
        <p:txBody>
          <a:bodyPr lIns="0" tIns="0" rIns="0" bIns="0" rtlCol="0">
            <a:normAutofit/>
          </a:bodyPr>
          <a:lstStyle>
            <a:lvl1pPr marL="0" indent="0" algn="l">
              <a:lnSpc>
                <a:spcPct val="100000"/>
              </a:lnSpc>
              <a:buNone/>
              <a:defRPr sz="1800" b="1">
                <a:solidFill>
                  <a:schemeClr val="tx1"/>
                </a:solidFill>
                <a:latin typeface="+mn-lt"/>
                <a:cs typeface="Segoe UI Semibold" panose="020B07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EDITAȚI STILURILE DE TEXT COORDONATOR</a:t>
            </a:r>
          </a:p>
        </p:txBody>
      </p:sp>
      <p:sp>
        <p:nvSpPr>
          <p:cNvPr id="10" name="Substituent imagine 10">
            <a:extLst>
              <a:ext uri="{FF2B5EF4-FFF2-40B4-BE49-F238E27FC236}">
                <a16:creationId xmlns:a16="http://schemas.microsoft.com/office/drawing/2014/main" id="{A541F291-2E4B-474E-9ED0-55C97A2A066D}"/>
              </a:ext>
            </a:extLst>
          </p:cNvPr>
          <p:cNvSpPr>
            <a:spLocks noGrp="1"/>
          </p:cNvSpPr>
          <p:nvPr>
            <p:ph type="pic" sz="quarter" idx="13"/>
          </p:nvPr>
        </p:nvSpPr>
        <p:spPr>
          <a:xfrm>
            <a:off x="831850" y="859665"/>
            <a:ext cx="1078992" cy="548640"/>
          </a:xfrm>
        </p:spPr>
        <p:txBody>
          <a:bodyPr rtlCol="0" anchor="ctr" anchorCtr="0">
            <a:normAutofit/>
          </a:bodyPr>
          <a:lstStyle>
            <a:lvl1pPr marL="0" indent="0" algn="ctr">
              <a:buNone/>
              <a:defRPr sz="1200"/>
            </a:lvl1pPr>
          </a:lstStyle>
          <a:p>
            <a:pPr rtl="0"/>
            <a:r>
              <a:rPr lang="ro-RO" noProof="0"/>
              <a:t>Faceți clic pe pictogramă pentru a adăuga o imagine</a:t>
            </a:r>
          </a:p>
        </p:txBody>
      </p:sp>
      <p:grpSp>
        <p:nvGrpSpPr>
          <p:cNvPr id="11" name="Grup 10">
            <a:extLst>
              <a:ext uri="{FF2B5EF4-FFF2-40B4-BE49-F238E27FC236}">
                <a16:creationId xmlns:a16="http://schemas.microsoft.com/office/drawing/2014/main" id="{59E4D57E-4989-4939-A31F-637543FAB606}"/>
              </a:ext>
            </a:extLst>
          </p:cNvPr>
          <p:cNvGrpSpPr/>
          <p:nvPr userDrawn="1"/>
        </p:nvGrpSpPr>
        <p:grpSpPr>
          <a:xfrm flipH="1">
            <a:off x="6096000" y="1970230"/>
            <a:ext cx="6096000" cy="100800"/>
            <a:chOff x="646015" y="3248308"/>
            <a:chExt cx="3107749" cy="100800"/>
          </a:xfrm>
        </p:grpSpPr>
        <p:cxnSp>
          <p:nvCxnSpPr>
            <p:cNvPr id="12" name="Conector drept 11">
              <a:extLst>
                <a:ext uri="{FF2B5EF4-FFF2-40B4-BE49-F238E27FC236}">
                  <a16:creationId xmlns:a16="http://schemas.microsoft.com/office/drawing/2014/main" id="{370B72A7-B625-48B8-88E6-BCE2A4DD531E}"/>
                </a:ext>
              </a:extLst>
            </p:cNvPr>
            <p:cNvCxnSpPr>
              <a:cxnSpLocks/>
            </p:cNvCxnSpPr>
            <p:nvPr userDrawn="1"/>
          </p:nvCxnSpPr>
          <p:spPr>
            <a:xfrm>
              <a:off x="646015" y="3290538"/>
              <a:ext cx="3107749"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01ED729F-F8A5-4244-9776-4935C260F11F}"/>
                </a:ext>
              </a:extLst>
            </p:cNvPr>
            <p:cNvSpPr/>
            <p:nvPr userDrawn="1"/>
          </p:nvSpPr>
          <p:spPr>
            <a:xfrm>
              <a:off x="3702376" y="3248308"/>
              <a:ext cx="51388" cy="100800"/>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a:p>
          </p:txBody>
        </p:sp>
      </p:grpSp>
      <p:cxnSp>
        <p:nvCxnSpPr>
          <p:cNvPr id="17" name="Conector drept 16">
            <a:extLst>
              <a:ext uri="{FF2B5EF4-FFF2-40B4-BE49-F238E27FC236}">
                <a16:creationId xmlns:a16="http://schemas.microsoft.com/office/drawing/2014/main" id="{6150998C-CF95-4C6F-8962-8EB2DB30177D}"/>
              </a:ext>
            </a:extLst>
          </p:cNvPr>
          <p:cNvCxnSpPr/>
          <p:nvPr userDrawn="1"/>
        </p:nvCxnSpPr>
        <p:spPr>
          <a:xfrm>
            <a:off x="11580000" y="6020920"/>
            <a:ext cx="612000"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F86A2ACD-8CF5-48A3-A678-E213A809B332}"/>
              </a:ext>
            </a:extLst>
          </p:cNvPr>
          <p:cNvSpPr/>
          <p:nvPr userDrawn="1"/>
        </p:nvSpPr>
        <p:spPr>
          <a:xfrm>
            <a:off x="11466563" y="5966056"/>
            <a:ext cx="109728" cy="109728"/>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a:p>
        </p:txBody>
      </p:sp>
      <p:cxnSp>
        <p:nvCxnSpPr>
          <p:cNvPr id="19" name="Conector drept 18">
            <a:extLst>
              <a:ext uri="{FF2B5EF4-FFF2-40B4-BE49-F238E27FC236}">
                <a16:creationId xmlns:a16="http://schemas.microsoft.com/office/drawing/2014/main" id="{F00811BB-0E37-4D70-84A5-97B3FBEDCBE6}"/>
              </a:ext>
            </a:extLst>
          </p:cNvPr>
          <p:cNvCxnSpPr>
            <a:cxnSpLocks/>
          </p:cNvCxnSpPr>
          <p:nvPr userDrawn="1"/>
        </p:nvCxnSpPr>
        <p:spPr>
          <a:xfrm flipV="1">
            <a:off x="0" y="6020920"/>
            <a:ext cx="803275" cy="468"/>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D03B3046-0457-4D23-8E0C-64E3FCD620BB}"/>
              </a:ext>
            </a:extLst>
          </p:cNvPr>
          <p:cNvSpPr/>
          <p:nvPr userDrawn="1"/>
        </p:nvSpPr>
        <p:spPr>
          <a:xfrm>
            <a:off x="809310" y="5879656"/>
            <a:ext cx="283464" cy="283464"/>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a:p>
        </p:txBody>
      </p:sp>
      <p:sp>
        <p:nvSpPr>
          <p:cNvPr id="23" name="Substituent text 2">
            <a:extLst>
              <a:ext uri="{FF2B5EF4-FFF2-40B4-BE49-F238E27FC236}">
                <a16:creationId xmlns:a16="http://schemas.microsoft.com/office/drawing/2014/main" id="{ABD2EF23-562D-4049-92E3-48371C9E83A4}"/>
              </a:ext>
            </a:extLst>
          </p:cNvPr>
          <p:cNvSpPr>
            <a:spLocks noGrp="1"/>
          </p:cNvSpPr>
          <p:nvPr>
            <p:ph type="body" idx="30" hasCustomPrompt="1"/>
          </p:nvPr>
        </p:nvSpPr>
        <p:spPr>
          <a:xfrm>
            <a:off x="6098826" y="3335524"/>
            <a:ext cx="5311245" cy="2248846"/>
          </a:xfrm>
        </p:spPr>
        <p:txBody>
          <a:bodyPr lIns="0" tIns="0" rIns="0" bIns="0" rtlCol="0">
            <a:normAutofit/>
          </a:bodyPr>
          <a:lstStyle>
            <a:lvl1pPr marL="216000" indent="-216000">
              <a:lnSpc>
                <a:spcPct val="100000"/>
              </a:lnSpc>
              <a:spcBef>
                <a:spcPts val="600"/>
              </a:spcBef>
              <a:buClr>
                <a:schemeClr val="tx1"/>
              </a:buClr>
              <a:buFont typeface="Courier New" panose="02070309020205020404" pitchFamily="49" charset="0"/>
              <a:buChar char="o"/>
              <a:defRPr sz="1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a:t>Editați stilurile de text coordonator</a:t>
            </a:r>
          </a:p>
        </p:txBody>
      </p:sp>
      <p:sp>
        <p:nvSpPr>
          <p:cNvPr id="3" name="Dreptunghi 2">
            <a:extLst>
              <a:ext uri="{FF2B5EF4-FFF2-40B4-BE49-F238E27FC236}">
                <a16:creationId xmlns:a16="http://schemas.microsoft.com/office/drawing/2014/main" id="{496B07E0-C579-4C5F-9AD4-6AF791562924}"/>
              </a:ext>
            </a:extLst>
          </p:cNvPr>
          <p:cNvSpPr/>
          <p:nvPr userDrawn="1"/>
        </p:nvSpPr>
        <p:spPr>
          <a:xfrm>
            <a:off x="963549" y="1819285"/>
            <a:ext cx="4306824" cy="3648456"/>
          </a:xfrm>
          <a:prstGeom prst="rect">
            <a:avLst/>
          </a:prstGeom>
          <a:blipFill>
            <a:blip r:embed="rId2">
              <a:extLst>
                <a:ext uri="{96DAC541-7B7A-43D3-8B79-37D633B846F1}">
                  <asvg:svgBlip xmlns:asvg="http://schemas.microsoft.com/office/drawing/2016/SVG/main" r:embed="rId3"/>
                </a:ext>
              </a:extLst>
            </a:blip>
            <a:srcRect/>
            <a:stretch>
              <a:fillRect t="-195" b="-195"/>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a:p>
        </p:txBody>
      </p:sp>
      <p:sp>
        <p:nvSpPr>
          <p:cNvPr id="21" name="Substituent imagine 2">
            <a:extLst>
              <a:ext uri="{FF2B5EF4-FFF2-40B4-BE49-F238E27FC236}">
                <a16:creationId xmlns:a16="http://schemas.microsoft.com/office/drawing/2014/main" id="{D5639F99-011E-49CF-8ABD-A4DB4439FB47}"/>
              </a:ext>
            </a:extLst>
          </p:cNvPr>
          <p:cNvSpPr>
            <a:spLocks noGrp="1"/>
          </p:cNvSpPr>
          <p:nvPr>
            <p:ph type="pic" sz="quarter" idx="14"/>
          </p:nvPr>
        </p:nvSpPr>
        <p:spPr>
          <a:xfrm>
            <a:off x="3315505" y="1976894"/>
            <a:ext cx="1819656" cy="3108960"/>
          </a:xfrm>
          <a:ln w="25400">
            <a:solidFill>
              <a:schemeClr val="tx2"/>
            </a:solidFill>
          </a:ln>
        </p:spPr>
        <p:txBody>
          <a:bodyPr rtlCol="0" anchor="ctr" anchorCtr="0">
            <a:normAutofit/>
          </a:bodyPr>
          <a:lstStyle>
            <a:lvl1pPr marL="0" indent="0" algn="ctr">
              <a:buNone/>
              <a:defRPr sz="1400"/>
            </a:lvl1pPr>
          </a:lstStyle>
          <a:p>
            <a:pPr rtl="0"/>
            <a:r>
              <a:rPr lang="ro-RO" noProof="0"/>
              <a:t>Faceți clic pe pictogramă pentru a adăuga o imagine</a:t>
            </a:r>
          </a:p>
        </p:txBody>
      </p:sp>
      <p:sp>
        <p:nvSpPr>
          <p:cNvPr id="22" name="Substituent imagine 2">
            <a:extLst>
              <a:ext uri="{FF2B5EF4-FFF2-40B4-BE49-F238E27FC236}">
                <a16:creationId xmlns:a16="http://schemas.microsoft.com/office/drawing/2014/main" id="{028483B2-B562-448D-AEE1-556BC9366BBA}"/>
              </a:ext>
            </a:extLst>
          </p:cNvPr>
          <p:cNvSpPr>
            <a:spLocks noGrp="1"/>
          </p:cNvSpPr>
          <p:nvPr>
            <p:ph type="pic" sz="quarter" idx="31"/>
          </p:nvPr>
        </p:nvSpPr>
        <p:spPr>
          <a:xfrm>
            <a:off x="1102188" y="3517926"/>
            <a:ext cx="2057400" cy="1819656"/>
          </a:xfrm>
          <a:ln w="25400">
            <a:solidFill>
              <a:schemeClr val="tx2"/>
            </a:solidFill>
          </a:ln>
        </p:spPr>
        <p:txBody>
          <a:bodyPr rtlCol="0" anchor="ctr" anchorCtr="0">
            <a:normAutofit/>
          </a:bodyPr>
          <a:lstStyle>
            <a:lvl1pPr marL="0" indent="0" algn="ctr">
              <a:buNone/>
              <a:defRPr sz="1400"/>
            </a:lvl1pPr>
          </a:lstStyle>
          <a:p>
            <a:pPr rtl="0"/>
            <a:r>
              <a:rPr lang="ro-RO" noProof="0"/>
              <a:t>Faceți clic pe pictogramă pentru a adăuga o imagine</a:t>
            </a:r>
          </a:p>
        </p:txBody>
      </p:sp>
    </p:spTree>
    <p:extLst>
      <p:ext uri="{BB962C8B-B14F-4D97-AF65-F5344CB8AC3E}">
        <p14:creationId xmlns:p14="http://schemas.microsoft.com/office/powerpoint/2010/main" val="319576342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Manual">
    <p:spTree>
      <p:nvGrpSpPr>
        <p:cNvPr id="1" name=""/>
        <p:cNvGrpSpPr/>
        <p:nvPr/>
      </p:nvGrpSpPr>
      <p:grpSpPr>
        <a:xfrm>
          <a:off x="0" y="0"/>
          <a:ext cx="0" cy="0"/>
          <a:chOff x="0" y="0"/>
          <a:chExt cx="0" cy="0"/>
        </a:xfrm>
      </p:grpSpPr>
      <p:sp>
        <p:nvSpPr>
          <p:cNvPr id="35" name="Dreptunghi 34">
            <a:extLst>
              <a:ext uri="{FF2B5EF4-FFF2-40B4-BE49-F238E27FC236}">
                <a16:creationId xmlns:a16="http://schemas.microsoft.com/office/drawing/2014/main" id="{42737603-04DB-411C-B2D9-BDFF9AEE89D6}"/>
              </a:ext>
            </a:extLst>
          </p:cNvPr>
          <p:cNvSpPr/>
          <p:nvPr userDrawn="1"/>
        </p:nvSpPr>
        <p:spPr>
          <a:xfrm>
            <a:off x="0" y="0"/>
            <a:ext cx="12192000" cy="6858000"/>
          </a:xfrm>
          <a:prstGeom prst="rect">
            <a:avLst/>
          </a:prstGeom>
          <a:gradFill flip="none" rotWithShape="1">
            <a:gsLst>
              <a:gs pos="0">
                <a:schemeClr val="accent2"/>
              </a:gs>
              <a:gs pos="34000">
                <a:srgbClr val="0F1722"/>
              </a:gs>
              <a:gs pos="69000">
                <a:srgbClr val="0F1722"/>
              </a:gs>
              <a:gs pos="100000">
                <a:schemeClr val="accent5"/>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rtl="0"/>
            <a:endParaRPr lang="ro-RO" noProof="0"/>
          </a:p>
        </p:txBody>
      </p:sp>
      <p:sp>
        <p:nvSpPr>
          <p:cNvPr id="21" name="Substituent text 3">
            <a:extLst>
              <a:ext uri="{FF2B5EF4-FFF2-40B4-BE49-F238E27FC236}">
                <a16:creationId xmlns:a16="http://schemas.microsoft.com/office/drawing/2014/main" id="{605A03A4-E79C-49C5-A546-FF8E2D42E9D2}"/>
              </a:ext>
            </a:extLst>
          </p:cNvPr>
          <p:cNvSpPr>
            <a:spLocks noGrp="1"/>
          </p:cNvSpPr>
          <p:nvPr>
            <p:ph type="body" sz="half" idx="2"/>
          </p:nvPr>
        </p:nvSpPr>
        <p:spPr>
          <a:xfrm>
            <a:off x="883319" y="3054194"/>
            <a:ext cx="1645920" cy="618756"/>
          </a:xfrm>
        </p:spPr>
        <p:txBody>
          <a:bodyPr lIns="0" tIns="0" rIns="0" bIns="0" rtlCol="0" anchor="t" anchorCtr="0">
            <a:normAutofit/>
          </a:bodyPr>
          <a:lstStyle>
            <a:lvl1pPr marL="0" indent="0">
              <a:lnSpc>
                <a:spcPct val="100000"/>
              </a:lnSpc>
              <a:spcBef>
                <a:spcPts val="0"/>
              </a:spcBef>
              <a:buNone/>
              <a:defRPr lang="en-US" sz="1400" i="0" kern="1200" dirty="0" smtClean="0">
                <a:solidFill>
                  <a:schemeClr val="tx2"/>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ro-RO" noProof="0"/>
              <a:t>Faceţi clic pentru a edita Master stiluri text</a:t>
            </a:r>
          </a:p>
        </p:txBody>
      </p:sp>
      <p:sp>
        <p:nvSpPr>
          <p:cNvPr id="22" name="Substituent text 3">
            <a:extLst>
              <a:ext uri="{FF2B5EF4-FFF2-40B4-BE49-F238E27FC236}">
                <a16:creationId xmlns:a16="http://schemas.microsoft.com/office/drawing/2014/main" id="{9EA27EF7-FC6B-496C-B737-B9219950367E}"/>
              </a:ext>
            </a:extLst>
          </p:cNvPr>
          <p:cNvSpPr>
            <a:spLocks noGrp="1"/>
          </p:cNvSpPr>
          <p:nvPr>
            <p:ph type="body" sz="half" idx="34" hasCustomPrompt="1"/>
          </p:nvPr>
        </p:nvSpPr>
        <p:spPr>
          <a:xfrm>
            <a:off x="1384584" y="2023761"/>
            <a:ext cx="2469965" cy="982274"/>
          </a:xfrm>
        </p:spPr>
        <p:txBody>
          <a:bodyPr lIns="0" rIns="0" bIns="0" rtlCol="0" anchor="ctr" anchorCtr="0">
            <a:normAutofit/>
          </a:bodyPr>
          <a:lstStyle>
            <a:lvl1pPr marL="0" indent="0">
              <a:spcBef>
                <a:spcPts val="0"/>
              </a:spcBef>
              <a:buNone/>
              <a:defRPr lang="en-US" sz="2000" b="1" kern="1200" dirty="0">
                <a:solidFill>
                  <a:schemeClr val="bg2"/>
                </a:solidFill>
                <a:latin typeface="Tahoma" panose="020B0604030504040204" pitchFamily="34" charset="0"/>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ro-RO" noProof="0"/>
              <a:t>Stiluri text coordonator</a:t>
            </a:r>
            <a:br>
              <a:rPr lang="ro-RO" noProof="0"/>
            </a:br>
            <a:r>
              <a:rPr lang="ro-RO" noProof="0"/>
              <a:t> </a:t>
            </a:r>
          </a:p>
        </p:txBody>
      </p:sp>
      <p:sp>
        <p:nvSpPr>
          <p:cNvPr id="23" name="Substituent text 3">
            <a:extLst>
              <a:ext uri="{FF2B5EF4-FFF2-40B4-BE49-F238E27FC236}">
                <a16:creationId xmlns:a16="http://schemas.microsoft.com/office/drawing/2014/main" id="{6C0E2C30-6E91-49DE-B7A1-6E32A19EC81D}"/>
              </a:ext>
            </a:extLst>
          </p:cNvPr>
          <p:cNvSpPr>
            <a:spLocks noGrp="1"/>
          </p:cNvSpPr>
          <p:nvPr>
            <p:ph type="body" sz="half" idx="36"/>
          </p:nvPr>
        </p:nvSpPr>
        <p:spPr>
          <a:xfrm>
            <a:off x="2596444" y="3054194"/>
            <a:ext cx="1389888" cy="618756"/>
          </a:xfrm>
        </p:spPr>
        <p:txBody>
          <a:bodyPr lIns="0" tIns="0" rIns="0" bIns="0" rtlCol="0" anchor="t" anchorCtr="0">
            <a:normAutofit/>
          </a:bodyPr>
          <a:lstStyle>
            <a:lvl1pPr marL="0" indent="0">
              <a:lnSpc>
                <a:spcPct val="100000"/>
              </a:lnSpc>
              <a:spcBef>
                <a:spcPts val="0"/>
              </a:spcBef>
              <a:buNone/>
              <a:defRPr lang="en-US" sz="1400" i="0" kern="1200" dirty="0" smtClean="0">
                <a:solidFill>
                  <a:schemeClr val="tx2"/>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lvl="0" indent="0" algn="l" defTabSz="914400" rtl="0" eaLnBrk="1" latinLnBrk="0" hangingPunct="1">
              <a:lnSpc>
                <a:spcPct val="100000"/>
              </a:lnSpc>
              <a:spcBef>
                <a:spcPts val="0"/>
              </a:spcBef>
              <a:buFont typeface="Arial" panose="020B0604020202020204" pitchFamily="34" charset="0"/>
              <a:buNone/>
            </a:pPr>
            <a:r>
              <a:rPr lang="ro-RO" noProof="0"/>
              <a:t>Faceţi clic pentru a edita Master stiluri text</a:t>
            </a:r>
          </a:p>
        </p:txBody>
      </p:sp>
      <p:sp>
        <p:nvSpPr>
          <p:cNvPr id="24" name="Substituent imagine 12">
            <a:extLst>
              <a:ext uri="{FF2B5EF4-FFF2-40B4-BE49-F238E27FC236}">
                <a16:creationId xmlns:a16="http://schemas.microsoft.com/office/drawing/2014/main" id="{70BE5E73-C067-492F-BE30-5E3DADAD40EF}"/>
              </a:ext>
            </a:extLst>
          </p:cNvPr>
          <p:cNvSpPr>
            <a:spLocks noGrp="1"/>
          </p:cNvSpPr>
          <p:nvPr>
            <p:ph type="pic" sz="quarter" idx="37"/>
          </p:nvPr>
        </p:nvSpPr>
        <p:spPr>
          <a:xfrm>
            <a:off x="875852" y="3731781"/>
            <a:ext cx="1636776" cy="1618488"/>
          </a:xfrm>
        </p:spPr>
        <p:txBody>
          <a:bodyPr rtlCol="0" anchor="ctr" anchorCtr="0">
            <a:noAutofit/>
          </a:bodyPr>
          <a:lstStyle>
            <a:lvl1pPr marL="0" indent="0" algn="ctr">
              <a:buNone/>
              <a:defRPr sz="1400">
                <a:solidFill>
                  <a:schemeClr val="tx1"/>
                </a:solidFill>
              </a:defRPr>
            </a:lvl1pPr>
          </a:lstStyle>
          <a:p>
            <a:pPr rtl="0"/>
            <a:r>
              <a:rPr lang="ro-RO" noProof="0"/>
              <a:t>Faceți clic pe pictogramă pentru a adăuga o imagine</a:t>
            </a:r>
          </a:p>
        </p:txBody>
      </p:sp>
      <p:sp>
        <p:nvSpPr>
          <p:cNvPr id="25" name="Substituent imagine 12">
            <a:extLst>
              <a:ext uri="{FF2B5EF4-FFF2-40B4-BE49-F238E27FC236}">
                <a16:creationId xmlns:a16="http://schemas.microsoft.com/office/drawing/2014/main" id="{36A9B448-4FDC-41F7-941E-5BF5A129057A}"/>
              </a:ext>
            </a:extLst>
          </p:cNvPr>
          <p:cNvSpPr>
            <a:spLocks noGrp="1"/>
          </p:cNvSpPr>
          <p:nvPr>
            <p:ph type="pic" sz="quarter" idx="38"/>
          </p:nvPr>
        </p:nvSpPr>
        <p:spPr>
          <a:xfrm>
            <a:off x="2499831" y="3731781"/>
            <a:ext cx="1636776" cy="1618488"/>
          </a:xfrm>
        </p:spPr>
        <p:txBody>
          <a:bodyPr rtlCol="0" anchor="ctr" anchorCtr="0">
            <a:noAutofit/>
          </a:bodyPr>
          <a:lstStyle>
            <a:lvl1pPr marL="0" indent="0" algn="ctr">
              <a:buNone/>
              <a:defRPr sz="1400">
                <a:solidFill>
                  <a:schemeClr val="tx1"/>
                </a:solidFill>
              </a:defRPr>
            </a:lvl1pPr>
          </a:lstStyle>
          <a:p>
            <a:pPr rtl="0"/>
            <a:r>
              <a:rPr lang="ro-RO" noProof="0"/>
              <a:t>Faceți clic pe pictogramă pentru a adăuga o imagine</a:t>
            </a:r>
          </a:p>
        </p:txBody>
      </p:sp>
      <p:sp>
        <p:nvSpPr>
          <p:cNvPr id="26" name="Substituent text 3">
            <a:extLst>
              <a:ext uri="{FF2B5EF4-FFF2-40B4-BE49-F238E27FC236}">
                <a16:creationId xmlns:a16="http://schemas.microsoft.com/office/drawing/2014/main" id="{90B3A413-8776-4B3B-931F-C132DAB3A425}"/>
              </a:ext>
            </a:extLst>
          </p:cNvPr>
          <p:cNvSpPr>
            <a:spLocks noGrp="1"/>
          </p:cNvSpPr>
          <p:nvPr>
            <p:ph type="body" sz="half" idx="39"/>
          </p:nvPr>
        </p:nvSpPr>
        <p:spPr>
          <a:xfrm>
            <a:off x="4940427" y="3054194"/>
            <a:ext cx="2113508" cy="618756"/>
          </a:xfrm>
        </p:spPr>
        <p:txBody>
          <a:bodyPr lIns="0" tIns="0" rIns="0" bIns="0" rtlCol="0" anchor="t" anchorCtr="0">
            <a:normAutofit/>
          </a:bodyPr>
          <a:lstStyle>
            <a:lvl1pPr marL="0" indent="0">
              <a:lnSpc>
                <a:spcPct val="100000"/>
              </a:lnSpc>
              <a:spcBef>
                <a:spcPts val="0"/>
              </a:spcBef>
              <a:buNone/>
              <a:defRPr lang="en-US" sz="1400" i="0" kern="1200" smtClean="0">
                <a:solidFill>
                  <a:schemeClr val="tx2"/>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lvl="0" indent="0" algn="l" defTabSz="914400" rtl="0" eaLnBrk="1" latinLnBrk="0" hangingPunct="1">
              <a:lnSpc>
                <a:spcPct val="100000"/>
              </a:lnSpc>
              <a:spcBef>
                <a:spcPts val="0"/>
              </a:spcBef>
              <a:buFont typeface="Arial" panose="020B0604020202020204" pitchFamily="34" charset="0"/>
              <a:buNone/>
            </a:pPr>
            <a:r>
              <a:rPr lang="ro-RO" noProof="0"/>
              <a:t>Faceţi clic pentru a edita Master stiluri text</a:t>
            </a:r>
          </a:p>
        </p:txBody>
      </p:sp>
      <p:sp>
        <p:nvSpPr>
          <p:cNvPr id="27" name="Substituent text 3">
            <a:extLst>
              <a:ext uri="{FF2B5EF4-FFF2-40B4-BE49-F238E27FC236}">
                <a16:creationId xmlns:a16="http://schemas.microsoft.com/office/drawing/2014/main" id="{BAD0CCD5-B712-4DB2-BFE3-4D3461B29F6D}"/>
              </a:ext>
            </a:extLst>
          </p:cNvPr>
          <p:cNvSpPr>
            <a:spLocks noGrp="1"/>
          </p:cNvSpPr>
          <p:nvPr>
            <p:ph type="body" sz="half" idx="40" hasCustomPrompt="1"/>
          </p:nvPr>
        </p:nvSpPr>
        <p:spPr>
          <a:xfrm>
            <a:off x="5494328" y="2023761"/>
            <a:ext cx="1943702" cy="982274"/>
          </a:xfrm>
        </p:spPr>
        <p:txBody>
          <a:bodyPr lIns="0" rIns="0" bIns="0" rtlCol="0" anchor="ctr" anchorCtr="0">
            <a:normAutofit/>
          </a:bodyPr>
          <a:lstStyle>
            <a:lvl1pPr marL="0" indent="0">
              <a:spcBef>
                <a:spcPts val="0"/>
              </a:spcBef>
              <a:buNone/>
              <a:defRPr lang="en-US" sz="2000" b="1" kern="1200" dirty="0">
                <a:solidFill>
                  <a:schemeClr val="bg2"/>
                </a:solidFill>
                <a:latin typeface="Tahoma" panose="020B0604030504040204" pitchFamily="34" charset="0"/>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ro-RO" noProof="0"/>
              <a:t>Stiluri text coordonator</a:t>
            </a:r>
            <a:br>
              <a:rPr lang="ro-RO" noProof="0"/>
            </a:br>
            <a:r>
              <a:rPr lang="ro-RO" noProof="0"/>
              <a:t> </a:t>
            </a:r>
          </a:p>
        </p:txBody>
      </p:sp>
      <p:sp>
        <p:nvSpPr>
          <p:cNvPr id="28" name="Substituent imagine 12">
            <a:extLst>
              <a:ext uri="{FF2B5EF4-FFF2-40B4-BE49-F238E27FC236}">
                <a16:creationId xmlns:a16="http://schemas.microsoft.com/office/drawing/2014/main" id="{64125935-B0D3-4ABD-9BBA-A60E46D2C55C}"/>
              </a:ext>
            </a:extLst>
          </p:cNvPr>
          <p:cNvSpPr>
            <a:spLocks noGrp="1"/>
          </p:cNvSpPr>
          <p:nvPr>
            <p:ph type="pic" sz="quarter" idx="43"/>
          </p:nvPr>
        </p:nvSpPr>
        <p:spPr>
          <a:xfrm>
            <a:off x="4946407" y="3731781"/>
            <a:ext cx="2048256" cy="896112"/>
          </a:xfrm>
        </p:spPr>
        <p:txBody>
          <a:bodyPr rtlCol="0" anchor="ctr" anchorCtr="0">
            <a:noAutofit/>
          </a:bodyPr>
          <a:lstStyle>
            <a:lvl1pPr marL="0" indent="0" algn="ctr">
              <a:buNone/>
              <a:defRPr sz="1400">
                <a:solidFill>
                  <a:schemeClr val="tx1"/>
                </a:solidFill>
              </a:defRPr>
            </a:lvl1pPr>
          </a:lstStyle>
          <a:p>
            <a:pPr rtl="0"/>
            <a:r>
              <a:rPr lang="ro-RO" noProof="0"/>
              <a:t>Faceți clic pe pictogramă pentru a adăuga o imagine</a:t>
            </a:r>
          </a:p>
        </p:txBody>
      </p:sp>
      <p:sp>
        <p:nvSpPr>
          <p:cNvPr id="29" name="Substituent text 3">
            <a:extLst>
              <a:ext uri="{FF2B5EF4-FFF2-40B4-BE49-F238E27FC236}">
                <a16:creationId xmlns:a16="http://schemas.microsoft.com/office/drawing/2014/main" id="{47D3BA4D-FA26-44C8-B927-E42CC8E67B79}"/>
              </a:ext>
            </a:extLst>
          </p:cNvPr>
          <p:cNvSpPr>
            <a:spLocks noGrp="1"/>
          </p:cNvSpPr>
          <p:nvPr>
            <p:ph type="body" sz="half" idx="45"/>
          </p:nvPr>
        </p:nvSpPr>
        <p:spPr>
          <a:xfrm>
            <a:off x="7900319" y="3054194"/>
            <a:ext cx="2197045" cy="618756"/>
          </a:xfrm>
        </p:spPr>
        <p:txBody>
          <a:bodyPr lIns="0" tIns="0" rIns="0" bIns="0" rtlCol="0" anchor="t" anchorCtr="0">
            <a:normAutofit/>
          </a:bodyPr>
          <a:lstStyle>
            <a:lvl1pPr marL="0" indent="0">
              <a:lnSpc>
                <a:spcPct val="100000"/>
              </a:lnSpc>
              <a:spcBef>
                <a:spcPts val="0"/>
              </a:spcBef>
              <a:buNone/>
              <a:defRPr lang="en-US" sz="1400" i="0" kern="1200" smtClean="0">
                <a:solidFill>
                  <a:schemeClr val="tx2"/>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lvl="0" indent="0" algn="l" defTabSz="914400" rtl="0" eaLnBrk="1" latinLnBrk="0" hangingPunct="1">
              <a:lnSpc>
                <a:spcPct val="100000"/>
              </a:lnSpc>
              <a:spcBef>
                <a:spcPts val="0"/>
              </a:spcBef>
              <a:buFont typeface="Arial" panose="020B0604020202020204" pitchFamily="34" charset="0"/>
              <a:buNone/>
            </a:pPr>
            <a:r>
              <a:rPr lang="ro-RO" noProof="0"/>
              <a:t>Faceţi clic pentru a edita Master stiluri text</a:t>
            </a:r>
          </a:p>
        </p:txBody>
      </p:sp>
      <p:sp>
        <p:nvSpPr>
          <p:cNvPr id="30" name="Substituent text 3">
            <a:extLst>
              <a:ext uri="{FF2B5EF4-FFF2-40B4-BE49-F238E27FC236}">
                <a16:creationId xmlns:a16="http://schemas.microsoft.com/office/drawing/2014/main" id="{2D2A84D7-2523-470B-A3C0-0140355D4F68}"/>
              </a:ext>
            </a:extLst>
          </p:cNvPr>
          <p:cNvSpPr>
            <a:spLocks noGrp="1"/>
          </p:cNvSpPr>
          <p:nvPr>
            <p:ph type="body" sz="half" idx="46" hasCustomPrompt="1"/>
          </p:nvPr>
        </p:nvSpPr>
        <p:spPr>
          <a:xfrm>
            <a:off x="8454220" y="2023761"/>
            <a:ext cx="1943702" cy="982274"/>
          </a:xfrm>
        </p:spPr>
        <p:txBody>
          <a:bodyPr lIns="0" rIns="0" bIns="0" rtlCol="0" anchor="ctr" anchorCtr="0">
            <a:normAutofit/>
          </a:bodyPr>
          <a:lstStyle>
            <a:lvl1pPr marL="0" indent="0">
              <a:spcBef>
                <a:spcPts val="0"/>
              </a:spcBef>
              <a:buNone/>
              <a:defRPr lang="en-US" sz="2000" b="1" kern="1200" dirty="0">
                <a:solidFill>
                  <a:schemeClr val="bg2"/>
                </a:solidFill>
                <a:latin typeface="Tahoma" panose="020B0604030504040204" pitchFamily="34" charset="0"/>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ro-RO" noProof="0"/>
              <a:t>Stiluri text coordonator</a:t>
            </a:r>
            <a:br>
              <a:rPr lang="ro-RO" noProof="0"/>
            </a:br>
            <a:r>
              <a:rPr lang="ro-RO" noProof="0"/>
              <a:t> </a:t>
            </a:r>
          </a:p>
        </p:txBody>
      </p:sp>
      <p:sp>
        <p:nvSpPr>
          <p:cNvPr id="32" name="Substituent text 3">
            <a:extLst>
              <a:ext uri="{FF2B5EF4-FFF2-40B4-BE49-F238E27FC236}">
                <a16:creationId xmlns:a16="http://schemas.microsoft.com/office/drawing/2014/main" id="{55D1A91B-BB99-4DC7-B8F5-55514B49A9D1}"/>
              </a:ext>
            </a:extLst>
          </p:cNvPr>
          <p:cNvSpPr>
            <a:spLocks noGrp="1"/>
          </p:cNvSpPr>
          <p:nvPr>
            <p:ph type="body" sz="half" idx="49"/>
          </p:nvPr>
        </p:nvSpPr>
        <p:spPr>
          <a:xfrm>
            <a:off x="7900319" y="4671712"/>
            <a:ext cx="2223939" cy="519503"/>
          </a:xfrm>
        </p:spPr>
        <p:txBody>
          <a:bodyPr lIns="0" tIns="0" rIns="0" bIns="0" rtlCol="0" anchor="t" anchorCtr="0">
            <a:normAutofit/>
          </a:bodyPr>
          <a:lstStyle>
            <a:lvl1pPr marL="0" indent="0">
              <a:lnSpc>
                <a:spcPct val="100000"/>
              </a:lnSpc>
              <a:spcBef>
                <a:spcPts val="0"/>
              </a:spcBef>
              <a:buNone/>
              <a:defRPr lang="en-US" sz="1400" i="0" kern="1200" smtClean="0">
                <a:solidFill>
                  <a:schemeClr val="tx1"/>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lvl="0" indent="0" algn="l" defTabSz="914400" rtl="0" eaLnBrk="1" latinLnBrk="0" hangingPunct="1">
              <a:lnSpc>
                <a:spcPct val="100000"/>
              </a:lnSpc>
              <a:spcBef>
                <a:spcPts val="0"/>
              </a:spcBef>
              <a:buFont typeface="Arial" panose="020B0604020202020204" pitchFamily="34" charset="0"/>
              <a:buNone/>
            </a:pPr>
            <a:r>
              <a:rPr lang="ro-RO" noProof="0"/>
              <a:t>Faceţi clic pentru a edita Master stiluri text</a:t>
            </a:r>
          </a:p>
        </p:txBody>
      </p:sp>
      <p:sp>
        <p:nvSpPr>
          <p:cNvPr id="33" name="Substituent text 3">
            <a:extLst>
              <a:ext uri="{FF2B5EF4-FFF2-40B4-BE49-F238E27FC236}">
                <a16:creationId xmlns:a16="http://schemas.microsoft.com/office/drawing/2014/main" id="{FFAB2C75-BBBF-4A4D-A633-7CEFFABAFE32}"/>
              </a:ext>
            </a:extLst>
          </p:cNvPr>
          <p:cNvSpPr>
            <a:spLocks noGrp="1"/>
          </p:cNvSpPr>
          <p:nvPr>
            <p:ph type="body" sz="half" idx="51"/>
          </p:nvPr>
        </p:nvSpPr>
        <p:spPr>
          <a:xfrm>
            <a:off x="4940427" y="4830765"/>
            <a:ext cx="2048256" cy="519503"/>
          </a:xfrm>
        </p:spPr>
        <p:txBody>
          <a:bodyPr lIns="0" tIns="0" rIns="0" bIns="0" rtlCol="0" anchor="t" anchorCtr="0">
            <a:normAutofit/>
          </a:bodyPr>
          <a:lstStyle>
            <a:lvl1pPr marL="0" indent="0">
              <a:lnSpc>
                <a:spcPct val="100000"/>
              </a:lnSpc>
              <a:spcBef>
                <a:spcPts val="0"/>
              </a:spcBef>
              <a:buNone/>
              <a:defRPr lang="en-US" sz="1400" i="0" kern="1200" smtClean="0">
                <a:solidFill>
                  <a:schemeClr val="tx1"/>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lvl="0" indent="0" algn="l" defTabSz="914400" rtl="0" eaLnBrk="1" latinLnBrk="0" hangingPunct="1">
              <a:lnSpc>
                <a:spcPct val="100000"/>
              </a:lnSpc>
              <a:spcBef>
                <a:spcPts val="0"/>
              </a:spcBef>
              <a:buFont typeface="Arial" panose="020B0604020202020204" pitchFamily="34" charset="0"/>
              <a:buNone/>
            </a:pPr>
            <a:r>
              <a:rPr lang="ro-RO" noProof="0"/>
              <a:t>Faceţi clic pentru a edita Master stiluri text</a:t>
            </a:r>
          </a:p>
        </p:txBody>
      </p:sp>
      <p:sp>
        <p:nvSpPr>
          <p:cNvPr id="34" name="Substituent text 7">
            <a:extLst>
              <a:ext uri="{FF2B5EF4-FFF2-40B4-BE49-F238E27FC236}">
                <a16:creationId xmlns:a16="http://schemas.microsoft.com/office/drawing/2014/main" id="{83CD3289-0FBC-4854-8EB2-ADD41F89CA4F}"/>
              </a:ext>
            </a:extLst>
          </p:cNvPr>
          <p:cNvSpPr>
            <a:spLocks noGrp="1"/>
          </p:cNvSpPr>
          <p:nvPr>
            <p:ph type="body" sz="quarter" idx="25" hasCustomPrompt="1"/>
          </p:nvPr>
        </p:nvSpPr>
        <p:spPr>
          <a:xfrm>
            <a:off x="823358" y="2023413"/>
            <a:ext cx="558402" cy="896112"/>
          </a:xfrm>
        </p:spPr>
        <p:txBody>
          <a:bodyPr lIns="0" tIns="0" rIns="0" bIns="0" rtlCol="0">
            <a:noAutofit/>
          </a:bodyPr>
          <a:lstStyle>
            <a:lvl1pPr marL="0" indent="0" algn="l">
              <a:buNone/>
              <a:defRPr sz="7000" b="1">
                <a:ln>
                  <a:solidFill>
                    <a:schemeClr val="tx1"/>
                  </a:solidFill>
                </a:ln>
                <a:noFill/>
                <a:latin typeface="Tahoma" panose="020B0604030504040204" pitchFamily="34" charset="0"/>
                <a:ea typeface="Tahoma" panose="020B0604030504040204" pitchFamily="34" charset="0"/>
                <a:cs typeface="Tahoma" panose="020B0604030504040204" pitchFamily="34" charset="0"/>
              </a:defRPr>
            </a:lvl1pPr>
          </a:lstStyle>
          <a:p>
            <a:pPr lvl="0" rtl="0"/>
            <a:r>
              <a:rPr lang="ro-RO" noProof="0"/>
              <a:t>1</a:t>
            </a:r>
          </a:p>
        </p:txBody>
      </p:sp>
      <p:sp>
        <p:nvSpPr>
          <p:cNvPr id="36" name="Substituent text 7">
            <a:extLst>
              <a:ext uri="{FF2B5EF4-FFF2-40B4-BE49-F238E27FC236}">
                <a16:creationId xmlns:a16="http://schemas.microsoft.com/office/drawing/2014/main" id="{2F18CD59-6602-4DEC-9B12-412E6BAF9283}"/>
              </a:ext>
            </a:extLst>
          </p:cNvPr>
          <p:cNvSpPr>
            <a:spLocks noGrp="1"/>
          </p:cNvSpPr>
          <p:nvPr>
            <p:ph type="body" sz="quarter" idx="52" hasCustomPrompt="1"/>
          </p:nvPr>
        </p:nvSpPr>
        <p:spPr>
          <a:xfrm>
            <a:off x="4912823" y="1999493"/>
            <a:ext cx="558402" cy="896112"/>
          </a:xfrm>
        </p:spPr>
        <p:txBody>
          <a:bodyPr lIns="0" tIns="0" rIns="0" bIns="0" rtlCol="0">
            <a:noAutofit/>
          </a:bodyPr>
          <a:lstStyle>
            <a:lvl1pPr marL="0" indent="0" algn="l">
              <a:buNone/>
              <a:defRPr lang="ru-RU" sz="7000" b="1" kern="1200" dirty="0">
                <a:ln>
                  <a:solidFill>
                    <a:schemeClr val="tx1"/>
                  </a:solidFill>
                </a:ln>
                <a:noFill/>
                <a:latin typeface="Tahoma" panose="020B0604030504040204" pitchFamily="34" charset="0"/>
                <a:ea typeface="Tahoma" panose="020B0604030504040204" pitchFamily="34" charset="0"/>
                <a:cs typeface="Tahoma" panose="020B0604030504040204" pitchFamily="34" charset="0"/>
              </a:defRPr>
            </a:lvl1pPr>
          </a:lstStyle>
          <a:p>
            <a:pPr marL="0" lvl="0" indent="0" algn="l" defTabSz="914400" rtl="0" eaLnBrk="1" latinLnBrk="0" hangingPunct="1">
              <a:lnSpc>
                <a:spcPct val="90000"/>
              </a:lnSpc>
              <a:spcBef>
                <a:spcPts val="1000"/>
              </a:spcBef>
              <a:buFont typeface="Arial" panose="020B0604020202020204" pitchFamily="34" charset="0"/>
              <a:buNone/>
            </a:pPr>
            <a:r>
              <a:rPr lang="ro-RO" noProof="0"/>
              <a:t>1</a:t>
            </a:r>
          </a:p>
        </p:txBody>
      </p:sp>
      <p:sp>
        <p:nvSpPr>
          <p:cNvPr id="37" name="Substituent text 7">
            <a:extLst>
              <a:ext uri="{FF2B5EF4-FFF2-40B4-BE49-F238E27FC236}">
                <a16:creationId xmlns:a16="http://schemas.microsoft.com/office/drawing/2014/main" id="{88B09568-0B94-4B51-BE65-A72C65C3D7DA}"/>
              </a:ext>
            </a:extLst>
          </p:cNvPr>
          <p:cNvSpPr>
            <a:spLocks noGrp="1"/>
          </p:cNvSpPr>
          <p:nvPr>
            <p:ph type="body" sz="quarter" idx="53" hasCustomPrompt="1"/>
          </p:nvPr>
        </p:nvSpPr>
        <p:spPr>
          <a:xfrm>
            <a:off x="7873424" y="2002966"/>
            <a:ext cx="558402" cy="896112"/>
          </a:xfrm>
        </p:spPr>
        <p:txBody>
          <a:bodyPr lIns="0" tIns="0" rIns="0" bIns="0" rtlCol="0">
            <a:noAutofit/>
          </a:bodyPr>
          <a:lstStyle>
            <a:lvl1pPr marL="0" indent="0" algn="l">
              <a:buNone/>
              <a:defRPr lang="ru-RU" sz="7000" b="1" kern="1200" dirty="0">
                <a:ln>
                  <a:solidFill>
                    <a:schemeClr val="tx1"/>
                  </a:solidFill>
                </a:ln>
                <a:noFill/>
                <a:latin typeface="Tahoma" panose="020B0604030504040204" pitchFamily="34" charset="0"/>
                <a:ea typeface="Tahoma" panose="020B0604030504040204" pitchFamily="34" charset="0"/>
                <a:cs typeface="Tahoma" panose="020B0604030504040204" pitchFamily="34" charset="0"/>
              </a:defRPr>
            </a:lvl1pPr>
          </a:lstStyle>
          <a:p>
            <a:pPr marL="0" lvl="0" indent="0" algn="l" defTabSz="914400" rtl="0" eaLnBrk="1" latinLnBrk="0" hangingPunct="1">
              <a:lnSpc>
                <a:spcPct val="90000"/>
              </a:lnSpc>
              <a:spcBef>
                <a:spcPts val="1000"/>
              </a:spcBef>
              <a:buFont typeface="Arial" panose="020B0604020202020204" pitchFamily="34" charset="0"/>
              <a:buNone/>
            </a:pPr>
            <a:r>
              <a:rPr lang="ro-RO" noProof="0"/>
              <a:t>1</a:t>
            </a:r>
          </a:p>
        </p:txBody>
      </p:sp>
      <p:sp>
        <p:nvSpPr>
          <p:cNvPr id="40" name="Substituent text 3">
            <a:extLst>
              <a:ext uri="{FF2B5EF4-FFF2-40B4-BE49-F238E27FC236}">
                <a16:creationId xmlns:a16="http://schemas.microsoft.com/office/drawing/2014/main" id="{315834F5-9ACD-4898-B96E-8C732881FF01}"/>
              </a:ext>
            </a:extLst>
          </p:cNvPr>
          <p:cNvSpPr>
            <a:spLocks noGrp="1"/>
          </p:cNvSpPr>
          <p:nvPr>
            <p:ph type="body" sz="half" idx="50"/>
          </p:nvPr>
        </p:nvSpPr>
        <p:spPr>
          <a:xfrm>
            <a:off x="2359124" y="5706529"/>
            <a:ext cx="8993089" cy="365122"/>
          </a:xfrm>
        </p:spPr>
        <p:txBody>
          <a:bodyPr lIns="0" tIns="0" rIns="0" bIns="0" rtlCol="0" anchor="t" anchorCtr="0">
            <a:normAutofit/>
          </a:bodyPr>
          <a:lstStyle>
            <a:lvl1pPr marL="0" indent="0" algn="r">
              <a:lnSpc>
                <a:spcPct val="100000"/>
              </a:lnSpc>
              <a:spcBef>
                <a:spcPts val="0"/>
              </a:spcBef>
              <a:buNone/>
              <a:defRPr lang="en-US" sz="1400" i="0" kern="1200" smtClean="0">
                <a:solidFill>
                  <a:schemeClr val="bg2"/>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ro-RO" noProof="0"/>
              <a:t>Faceţi clic pentru a edita Master stiluri text</a:t>
            </a:r>
          </a:p>
        </p:txBody>
      </p:sp>
      <p:sp>
        <p:nvSpPr>
          <p:cNvPr id="38" name="Titlu 1">
            <a:extLst>
              <a:ext uri="{FF2B5EF4-FFF2-40B4-BE49-F238E27FC236}">
                <a16:creationId xmlns:a16="http://schemas.microsoft.com/office/drawing/2014/main" id="{7E5CF6DE-4761-4BA5-A429-30AC8BBAD45B}"/>
              </a:ext>
            </a:extLst>
          </p:cNvPr>
          <p:cNvSpPr>
            <a:spLocks noGrp="1"/>
          </p:cNvSpPr>
          <p:nvPr>
            <p:ph type="title" hasCustomPrompt="1"/>
          </p:nvPr>
        </p:nvSpPr>
        <p:spPr>
          <a:xfrm>
            <a:off x="839789" y="780001"/>
            <a:ext cx="10512424" cy="606677"/>
          </a:xfrm>
        </p:spPr>
        <p:txBody>
          <a:bodyPr lIns="0" tIns="0" rIns="0" bIns="0" rtlCol="0" anchor="t" anchorCtr="0">
            <a:normAutofit/>
          </a:bodyPr>
          <a:lstStyle>
            <a:lvl1pPr marL="0" algn="r" defTabSz="914400" rtl="0" eaLnBrk="1" latinLnBrk="0" hangingPunct="1">
              <a:lnSpc>
                <a:spcPct val="90000"/>
              </a:lnSpc>
              <a:spcBef>
                <a:spcPct val="0"/>
              </a:spcBef>
              <a:buNone/>
              <a:defRPr lang="ru-RU" sz="3600" b="1" kern="1200" dirty="0">
                <a:solidFill>
                  <a:schemeClr val="bg2"/>
                </a:solidFill>
                <a:latin typeface="Tahoma" panose="020B0604030504040204" pitchFamily="34" charset="0"/>
                <a:ea typeface="+mj-ea"/>
                <a:cs typeface="+mj-cs"/>
              </a:defRPr>
            </a:lvl1pPr>
          </a:lstStyle>
          <a:p>
            <a:pPr rtl="0"/>
            <a:r>
              <a:rPr lang="ro-RO" noProof="0"/>
              <a:t>CUM SĂ UTILIZAȚI ACEST ȘABLON</a:t>
            </a:r>
          </a:p>
        </p:txBody>
      </p:sp>
      <p:sp>
        <p:nvSpPr>
          <p:cNvPr id="41" name="Substituent imagine 9">
            <a:extLst>
              <a:ext uri="{FF2B5EF4-FFF2-40B4-BE49-F238E27FC236}">
                <a16:creationId xmlns:a16="http://schemas.microsoft.com/office/drawing/2014/main" id="{8A4896B5-1C5E-47F0-8F0C-4EF97E356C86}"/>
              </a:ext>
            </a:extLst>
          </p:cNvPr>
          <p:cNvSpPr>
            <a:spLocks noGrp="1"/>
          </p:cNvSpPr>
          <p:nvPr>
            <p:ph type="pic" sz="quarter" idx="13"/>
          </p:nvPr>
        </p:nvSpPr>
        <p:spPr>
          <a:xfrm>
            <a:off x="7900319" y="3779907"/>
            <a:ext cx="1481328" cy="758952"/>
          </a:xfrm>
        </p:spPr>
        <p:txBody>
          <a:bodyPr rtlCol="0" anchor="ctr" anchorCtr="0">
            <a:normAutofit/>
          </a:bodyPr>
          <a:lstStyle>
            <a:lvl1pPr marL="0" indent="0" algn="ctr">
              <a:buNone/>
              <a:defRPr sz="1400"/>
            </a:lvl1pPr>
          </a:lstStyle>
          <a:p>
            <a:pPr rtl="0"/>
            <a:r>
              <a:rPr lang="ro-RO" noProof="0"/>
              <a:t>Faceți clic pe pictogramă pentru a adăuga o imagine</a:t>
            </a:r>
          </a:p>
        </p:txBody>
      </p:sp>
      <p:grpSp>
        <p:nvGrpSpPr>
          <p:cNvPr id="31" name="Grup 30">
            <a:extLst>
              <a:ext uri="{FF2B5EF4-FFF2-40B4-BE49-F238E27FC236}">
                <a16:creationId xmlns:a16="http://schemas.microsoft.com/office/drawing/2014/main" id="{D87F4783-C8BA-411C-A188-4A4DAED10C02}"/>
              </a:ext>
            </a:extLst>
          </p:cNvPr>
          <p:cNvGrpSpPr/>
          <p:nvPr userDrawn="1"/>
        </p:nvGrpSpPr>
        <p:grpSpPr>
          <a:xfrm flipH="1">
            <a:off x="4416000" y="1375202"/>
            <a:ext cx="7776000" cy="100800"/>
            <a:chOff x="-322289" y="3240138"/>
            <a:chExt cx="5070122" cy="100800"/>
          </a:xfrm>
        </p:grpSpPr>
        <p:cxnSp>
          <p:nvCxnSpPr>
            <p:cNvPr id="39" name="Conector drept 38">
              <a:extLst>
                <a:ext uri="{FF2B5EF4-FFF2-40B4-BE49-F238E27FC236}">
                  <a16:creationId xmlns:a16="http://schemas.microsoft.com/office/drawing/2014/main" id="{959A2713-966D-4694-A067-D6BE1B2986D1}"/>
                </a:ext>
              </a:extLst>
            </p:cNvPr>
            <p:cNvCxnSpPr>
              <a:cxnSpLocks/>
            </p:cNvCxnSpPr>
            <p:nvPr userDrawn="1"/>
          </p:nvCxnSpPr>
          <p:spPr>
            <a:xfrm>
              <a:off x="-322289" y="3290538"/>
              <a:ext cx="5070122"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2" name="Oval 41">
              <a:extLst>
                <a:ext uri="{FF2B5EF4-FFF2-40B4-BE49-F238E27FC236}">
                  <a16:creationId xmlns:a16="http://schemas.microsoft.com/office/drawing/2014/main" id="{FCA15F19-C2FE-4F13-9359-69E884CA83B9}"/>
                </a:ext>
              </a:extLst>
            </p:cNvPr>
            <p:cNvSpPr/>
            <p:nvPr userDrawn="1"/>
          </p:nvSpPr>
          <p:spPr>
            <a:xfrm>
              <a:off x="4682109" y="3240138"/>
              <a:ext cx="65724" cy="100800"/>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a:p>
          </p:txBody>
        </p:sp>
      </p:grpSp>
    </p:spTree>
    <p:extLst>
      <p:ext uri="{BB962C8B-B14F-4D97-AF65-F5344CB8AC3E}">
        <p14:creationId xmlns:p14="http://schemas.microsoft.com/office/powerpoint/2010/main" val="325357769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iapozitiv titlu">
    <p:spTree>
      <p:nvGrpSpPr>
        <p:cNvPr id="1" name=""/>
        <p:cNvGrpSpPr/>
        <p:nvPr/>
      </p:nvGrpSpPr>
      <p:grpSpPr>
        <a:xfrm>
          <a:off x="0" y="0"/>
          <a:ext cx="0" cy="0"/>
          <a:chOff x="0" y="0"/>
          <a:chExt cx="0" cy="0"/>
        </a:xfrm>
      </p:grpSpPr>
      <p:sp>
        <p:nvSpPr>
          <p:cNvPr id="8" name="Dreptunghi 7">
            <a:extLst>
              <a:ext uri="{FF2B5EF4-FFF2-40B4-BE49-F238E27FC236}">
                <a16:creationId xmlns:a16="http://schemas.microsoft.com/office/drawing/2014/main" id="{278196A9-689D-4410-BFC0-7ACB19755A0C}"/>
              </a:ext>
            </a:extLst>
          </p:cNvPr>
          <p:cNvSpPr/>
          <p:nvPr userDrawn="1"/>
        </p:nvSpPr>
        <p:spPr>
          <a:xfrm>
            <a:off x="0" y="0"/>
            <a:ext cx="12192000" cy="4416552"/>
          </a:xfrm>
          <a:prstGeom prst="rect">
            <a:avLst/>
          </a:prstGeom>
          <a:blipFill>
            <a:blip r:embed="rId2"/>
            <a:srcRect/>
            <a:stretch>
              <a:fillRect l="-842" r="-842"/>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a:p>
        </p:txBody>
      </p:sp>
      <p:sp>
        <p:nvSpPr>
          <p:cNvPr id="2" name="Titlu 1">
            <a:extLst>
              <a:ext uri="{FF2B5EF4-FFF2-40B4-BE49-F238E27FC236}">
                <a16:creationId xmlns:a16="http://schemas.microsoft.com/office/drawing/2014/main" id="{129BFEAD-57CF-438A-8084-C5AC7F47E544}"/>
              </a:ext>
            </a:extLst>
          </p:cNvPr>
          <p:cNvSpPr>
            <a:spLocks noGrp="1"/>
          </p:cNvSpPr>
          <p:nvPr>
            <p:ph type="ctrTitle" hasCustomPrompt="1"/>
          </p:nvPr>
        </p:nvSpPr>
        <p:spPr>
          <a:xfrm>
            <a:off x="1524000" y="2462986"/>
            <a:ext cx="9144000" cy="1786094"/>
          </a:xfrm>
        </p:spPr>
        <p:txBody>
          <a:bodyPr rtlCol="0" anchor="b"/>
          <a:lstStyle>
            <a:lvl1pPr algn="ctr">
              <a:defRPr sz="6000"/>
            </a:lvl1pPr>
          </a:lstStyle>
          <a:p>
            <a:pPr rtl="0"/>
            <a:r>
              <a:rPr lang="ro-RO" noProof="0"/>
              <a:t>FACEȚI CLIC PENTRU A EDITA STILUL DE TITLU COORDONATOR</a:t>
            </a:r>
          </a:p>
        </p:txBody>
      </p:sp>
      <p:sp>
        <p:nvSpPr>
          <p:cNvPr id="4" name="Substituent dată 3">
            <a:extLst>
              <a:ext uri="{FF2B5EF4-FFF2-40B4-BE49-F238E27FC236}">
                <a16:creationId xmlns:a16="http://schemas.microsoft.com/office/drawing/2014/main" id="{7E17A3CB-B083-4E49-9123-A5E47559DCDB}"/>
              </a:ext>
            </a:extLst>
          </p:cNvPr>
          <p:cNvSpPr>
            <a:spLocks noGrp="1"/>
          </p:cNvSpPr>
          <p:nvPr>
            <p:ph type="dt" sz="half" idx="10"/>
          </p:nvPr>
        </p:nvSpPr>
        <p:spPr/>
        <p:txBody>
          <a:bodyPr rtlCol="0"/>
          <a:lstStyle/>
          <a:p>
            <a:pPr rtl="0"/>
            <a:r>
              <a:rPr lang="ro-RO" noProof="0"/>
              <a:t>DD.MM.20XX</a:t>
            </a:r>
          </a:p>
        </p:txBody>
      </p:sp>
      <p:sp>
        <p:nvSpPr>
          <p:cNvPr id="5" name="Substituent subsol 4">
            <a:extLst>
              <a:ext uri="{FF2B5EF4-FFF2-40B4-BE49-F238E27FC236}">
                <a16:creationId xmlns:a16="http://schemas.microsoft.com/office/drawing/2014/main" id="{A8C4102C-4609-416C-A808-0FFE0051DAA1}"/>
              </a:ext>
            </a:extLst>
          </p:cNvPr>
          <p:cNvSpPr>
            <a:spLocks noGrp="1"/>
          </p:cNvSpPr>
          <p:nvPr>
            <p:ph type="ftr" sz="quarter" idx="11"/>
          </p:nvPr>
        </p:nvSpPr>
        <p:spPr/>
        <p:txBody>
          <a:bodyPr rtlCol="0"/>
          <a:lstStyle/>
          <a:p>
            <a:pPr rtl="0"/>
            <a:r>
              <a:rPr lang="ro-RO" noProof="0"/>
              <a:t>ADĂUGAREA UNUI SUBSOL</a:t>
            </a:r>
          </a:p>
        </p:txBody>
      </p:sp>
      <p:sp>
        <p:nvSpPr>
          <p:cNvPr id="6" name="Substituent număr diapozitiv 5">
            <a:extLst>
              <a:ext uri="{FF2B5EF4-FFF2-40B4-BE49-F238E27FC236}">
                <a16:creationId xmlns:a16="http://schemas.microsoft.com/office/drawing/2014/main" id="{2D7BCC5D-6F2C-472F-BD4C-4096793DFC24}"/>
              </a:ext>
            </a:extLst>
          </p:cNvPr>
          <p:cNvSpPr>
            <a:spLocks noGrp="1"/>
          </p:cNvSpPr>
          <p:nvPr>
            <p:ph type="sldNum" sz="quarter" idx="12"/>
          </p:nvPr>
        </p:nvSpPr>
        <p:spPr/>
        <p:txBody>
          <a:bodyPr rtlCol="0"/>
          <a:lstStyle/>
          <a:p>
            <a:pPr rtl="0"/>
            <a:fld id="{8D581BC7-E183-40DB-AC97-C19EA4EB8894}" type="slidenum">
              <a:rPr lang="ro-RO" noProof="0" smtClean="0"/>
              <a:t>‹#›</a:t>
            </a:fld>
            <a:endParaRPr lang="ro-RO" noProof="0"/>
          </a:p>
        </p:txBody>
      </p:sp>
      <p:sp>
        <p:nvSpPr>
          <p:cNvPr id="7" name="Dreptunghi 6">
            <a:extLst>
              <a:ext uri="{FF2B5EF4-FFF2-40B4-BE49-F238E27FC236}">
                <a16:creationId xmlns:a16="http://schemas.microsoft.com/office/drawing/2014/main" id="{7BE854BB-FA44-4CAB-85DF-F5C412560348}"/>
              </a:ext>
            </a:extLst>
          </p:cNvPr>
          <p:cNvSpPr/>
          <p:nvPr userDrawn="1"/>
        </p:nvSpPr>
        <p:spPr>
          <a:xfrm>
            <a:off x="0" y="4416552"/>
            <a:ext cx="12192000" cy="2441448"/>
          </a:xfrm>
          <a:prstGeom prst="rect">
            <a:avLst/>
          </a:prstGeom>
          <a:gradFill flip="none" rotWithShape="1">
            <a:gsLst>
              <a:gs pos="0">
                <a:schemeClr val="accent2"/>
              </a:gs>
              <a:gs pos="34000">
                <a:srgbClr val="0F1722"/>
              </a:gs>
              <a:gs pos="69000">
                <a:srgbClr val="0F1722"/>
              </a:gs>
              <a:gs pos="100000">
                <a:schemeClr val="accent5"/>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a:p>
        </p:txBody>
      </p:sp>
      <p:sp>
        <p:nvSpPr>
          <p:cNvPr id="3" name="Subtitlu 2">
            <a:extLst>
              <a:ext uri="{FF2B5EF4-FFF2-40B4-BE49-F238E27FC236}">
                <a16:creationId xmlns:a16="http://schemas.microsoft.com/office/drawing/2014/main" id="{389BFFF1-5465-4317-B9DB-C23A5B1D76EF}"/>
              </a:ext>
            </a:extLst>
          </p:cNvPr>
          <p:cNvSpPr>
            <a:spLocks noGrp="1"/>
          </p:cNvSpPr>
          <p:nvPr>
            <p:ph type="subTitle" idx="1"/>
          </p:nvPr>
        </p:nvSpPr>
        <p:spPr>
          <a:xfrm>
            <a:off x="1524000" y="4734696"/>
            <a:ext cx="9144000" cy="459798"/>
          </a:xfrm>
        </p:spPr>
        <p:txBody>
          <a:bodyPr lIns="0" tIns="0" rIns="0" bIns="0" rtlCol="0">
            <a:normAutofit/>
          </a:bodyPr>
          <a:lstStyle>
            <a:lvl1pPr marL="0" indent="0" algn="ctr">
              <a:lnSpc>
                <a:spcPct val="100000"/>
              </a:lnSpc>
              <a:spcBef>
                <a:spcPts val="0"/>
              </a:spcBef>
              <a:buNone/>
              <a:defRPr sz="2800" b="1">
                <a:latin typeface="+mn-lt"/>
                <a:cs typeface="Segoe UI Semibold" panose="020B070204020402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ro-RO" noProof="0"/>
              <a:t>Faceți clic pentru a edita stilul de subtitlu coordonator</a:t>
            </a:r>
          </a:p>
        </p:txBody>
      </p:sp>
      <p:grpSp>
        <p:nvGrpSpPr>
          <p:cNvPr id="15" name="Grup 14">
            <a:extLst>
              <a:ext uri="{FF2B5EF4-FFF2-40B4-BE49-F238E27FC236}">
                <a16:creationId xmlns:a16="http://schemas.microsoft.com/office/drawing/2014/main" id="{676B4374-8F24-43DE-860D-E5C6EA850AB4}"/>
              </a:ext>
            </a:extLst>
          </p:cNvPr>
          <p:cNvGrpSpPr/>
          <p:nvPr userDrawn="1"/>
        </p:nvGrpSpPr>
        <p:grpSpPr>
          <a:xfrm>
            <a:off x="3619265" y="2253996"/>
            <a:ext cx="4953471" cy="100584"/>
            <a:chOff x="3631692" y="2253996"/>
            <a:chExt cx="4953471" cy="100584"/>
          </a:xfrm>
        </p:grpSpPr>
        <p:sp>
          <p:nvSpPr>
            <p:cNvPr id="11" name="Oval 10">
              <a:extLst>
                <a:ext uri="{FF2B5EF4-FFF2-40B4-BE49-F238E27FC236}">
                  <a16:creationId xmlns:a16="http://schemas.microsoft.com/office/drawing/2014/main" id="{585C7755-9394-4129-AB48-1AC32DA80C75}"/>
                </a:ext>
              </a:extLst>
            </p:cNvPr>
            <p:cNvSpPr/>
            <p:nvPr userDrawn="1"/>
          </p:nvSpPr>
          <p:spPr>
            <a:xfrm>
              <a:off x="3631692" y="2253996"/>
              <a:ext cx="100584" cy="100584"/>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a:p>
          </p:txBody>
        </p:sp>
        <p:cxnSp>
          <p:nvCxnSpPr>
            <p:cNvPr id="13" name="Conector drept 12">
              <a:extLst>
                <a:ext uri="{FF2B5EF4-FFF2-40B4-BE49-F238E27FC236}">
                  <a16:creationId xmlns:a16="http://schemas.microsoft.com/office/drawing/2014/main" id="{64C71ABE-575A-48CF-82B1-EDE8535F3993}"/>
                </a:ext>
              </a:extLst>
            </p:cNvPr>
            <p:cNvCxnSpPr/>
            <p:nvPr userDrawn="1"/>
          </p:nvCxnSpPr>
          <p:spPr>
            <a:xfrm>
              <a:off x="3681984" y="2307679"/>
              <a:ext cx="4828032" cy="0"/>
            </a:xfrm>
            <a:prstGeom prst="line">
              <a:avLst/>
            </a:prstGeom>
            <a:ln w="12700">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E3C1EA63-78B2-4715-B4DC-63D98AC7F354}"/>
                </a:ext>
              </a:extLst>
            </p:cNvPr>
            <p:cNvSpPr/>
            <p:nvPr userDrawn="1"/>
          </p:nvSpPr>
          <p:spPr>
            <a:xfrm>
              <a:off x="8484579" y="2253996"/>
              <a:ext cx="100584" cy="100584"/>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a:p>
          </p:txBody>
        </p:sp>
      </p:grpSp>
      <p:grpSp>
        <p:nvGrpSpPr>
          <p:cNvPr id="16" name="Grup 15">
            <a:extLst>
              <a:ext uri="{FF2B5EF4-FFF2-40B4-BE49-F238E27FC236}">
                <a16:creationId xmlns:a16="http://schemas.microsoft.com/office/drawing/2014/main" id="{E9BB74A1-0BEA-4AD8-8138-0641A45D8B40}"/>
              </a:ext>
            </a:extLst>
          </p:cNvPr>
          <p:cNvGrpSpPr/>
          <p:nvPr userDrawn="1"/>
        </p:nvGrpSpPr>
        <p:grpSpPr>
          <a:xfrm>
            <a:off x="4652581" y="5305363"/>
            <a:ext cx="2886839" cy="100584"/>
            <a:chOff x="3631690" y="2253996"/>
            <a:chExt cx="5028467" cy="100584"/>
          </a:xfrm>
        </p:grpSpPr>
        <p:sp>
          <p:nvSpPr>
            <p:cNvPr id="17" name="Oval 16">
              <a:extLst>
                <a:ext uri="{FF2B5EF4-FFF2-40B4-BE49-F238E27FC236}">
                  <a16:creationId xmlns:a16="http://schemas.microsoft.com/office/drawing/2014/main" id="{73D0026E-5270-4C52-A1AF-5631E8192DCD}"/>
                </a:ext>
              </a:extLst>
            </p:cNvPr>
            <p:cNvSpPr/>
            <p:nvPr userDrawn="1"/>
          </p:nvSpPr>
          <p:spPr>
            <a:xfrm>
              <a:off x="3631690" y="2253996"/>
              <a:ext cx="175203" cy="100584"/>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a:p>
          </p:txBody>
        </p:sp>
        <p:cxnSp>
          <p:nvCxnSpPr>
            <p:cNvPr id="18" name="Conector drept 17">
              <a:extLst>
                <a:ext uri="{FF2B5EF4-FFF2-40B4-BE49-F238E27FC236}">
                  <a16:creationId xmlns:a16="http://schemas.microsoft.com/office/drawing/2014/main" id="{A6085D92-5F70-4097-A2FF-C15B13788D08}"/>
                </a:ext>
              </a:extLst>
            </p:cNvPr>
            <p:cNvCxnSpPr/>
            <p:nvPr userDrawn="1"/>
          </p:nvCxnSpPr>
          <p:spPr>
            <a:xfrm>
              <a:off x="3681984" y="2307679"/>
              <a:ext cx="4828032" cy="0"/>
            </a:xfrm>
            <a:prstGeom prst="line">
              <a:avLst/>
            </a:prstGeom>
            <a:ln w="12700">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BE68EB6C-48D0-4EBF-8541-926D16790F52}"/>
                </a:ext>
              </a:extLst>
            </p:cNvPr>
            <p:cNvSpPr/>
            <p:nvPr userDrawn="1"/>
          </p:nvSpPr>
          <p:spPr>
            <a:xfrm>
              <a:off x="8484578" y="2253996"/>
              <a:ext cx="175579" cy="100584"/>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a:p>
          </p:txBody>
        </p:sp>
      </p:grpSp>
    </p:spTree>
    <p:extLst>
      <p:ext uri="{BB962C8B-B14F-4D97-AF65-F5344CB8AC3E}">
        <p14:creationId xmlns:p14="http://schemas.microsoft.com/office/powerpoint/2010/main" val="136418969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Antet secțiune">
    <p:spTree>
      <p:nvGrpSpPr>
        <p:cNvPr id="1" name=""/>
        <p:cNvGrpSpPr/>
        <p:nvPr/>
      </p:nvGrpSpPr>
      <p:grpSpPr>
        <a:xfrm>
          <a:off x="0" y="0"/>
          <a:ext cx="0" cy="0"/>
          <a:chOff x="0" y="0"/>
          <a:chExt cx="0" cy="0"/>
        </a:xfrm>
      </p:grpSpPr>
      <p:sp>
        <p:nvSpPr>
          <p:cNvPr id="7" name="Dreptunghi 6">
            <a:extLst>
              <a:ext uri="{FF2B5EF4-FFF2-40B4-BE49-F238E27FC236}">
                <a16:creationId xmlns:a16="http://schemas.microsoft.com/office/drawing/2014/main" id="{45015858-8549-49EA-BB83-070E0D9D4890}"/>
              </a:ext>
            </a:extLst>
          </p:cNvPr>
          <p:cNvSpPr/>
          <p:nvPr userDrawn="1"/>
        </p:nvSpPr>
        <p:spPr>
          <a:xfrm>
            <a:off x="6083808" y="0"/>
            <a:ext cx="6108192" cy="6858000"/>
          </a:xfrm>
          <a:prstGeom prst="rect">
            <a:avLst/>
          </a:prstGeom>
          <a:gradFill flip="none" rotWithShape="1">
            <a:gsLst>
              <a:gs pos="0">
                <a:schemeClr val="accent2"/>
              </a:gs>
              <a:gs pos="36000">
                <a:srgbClr val="0F1722"/>
              </a:gs>
              <a:gs pos="69000">
                <a:srgbClr val="0F1722"/>
              </a:gs>
              <a:gs pos="100000">
                <a:schemeClr val="accent5"/>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a:p>
        </p:txBody>
      </p:sp>
      <p:sp>
        <p:nvSpPr>
          <p:cNvPr id="2" name="Titlu 1">
            <a:extLst>
              <a:ext uri="{FF2B5EF4-FFF2-40B4-BE49-F238E27FC236}">
                <a16:creationId xmlns:a16="http://schemas.microsoft.com/office/drawing/2014/main" id="{2206FBAC-B8FD-4768-B682-E0B93BA33105}"/>
              </a:ext>
            </a:extLst>
          </p:cNvPr>
          <p:cNvSpPr>
            <a:spLocks noGrp="1"/>
          </p:cNvSpPr>
          <p:nvPr>
            <p:ph type="title" hasCustomPrompt="1"/>
          </p:nvPr>
        </p:nvSpPr>
        <p:spPr>
          <a:xfrm>
            <a:off x="6769768" y="2133599"/>
            <a:ext cx="4618957" cy="2492461"/>
          </a:xfrm>
        </p:spPr>
        <p:txBody>
          <a:bodyPr lIns="0" tIns="0" rIns="0" bIns="0" rtlCol="0" anchor="b" anchorCtr="0">
            <a:noAutofit/>
          </a:bodyPr>
          <a:lstStyle>
            <a:lvl1pPr>
              <a:defRPr sz="6000"/>
            </a:lvl1pPr>
          </a:lstStyle>
          <a:p>
            <a:pPr rtl="0"/>
            <a:r>
              <a:rPr lang="ro-RO" noProof="0"/>
              <a:t>PREZENTARE</a:t>
            </a:r>
            <a:br>
              <a:rPr lang="ro-RO" noProof="0"/>
            </a:br>
            <a:r>
              <a:rPr lang="ro-RO" noProof="0"/>
              <a:t>TITLU</a:t>
            </a:r>
          </a:p>
        </p:txBody>
      </p:sp>
      <p:sp>
        <p:nvSpPr>
          <p:cNvPr id="4" name="Substituent dată 3">
            <a:extLst>
              <a:ext uri="{FF2B5EF4-FFF2-40B4-BE49-F238E27FC236}">
                <a16:creationId xmlns:a16="http://schemas.microsoft.com/office/drawing/2014/main" id="{2472534F-03A6-408A-9BF1-303D0A440BA4}"/>
              </a:ext>
            </a:extLst>
          </p:cNvPr>
          <p:cNvSpPr>
            <a:spLocks noGrp="1"/>
          </p:cNvSpPr>
          <p:nvPr>
            <p:ph type="dt" sz="half" idx="10"/>
          </p:nvPr>
        </p:nvSpPr>
        <p:spPr/>
        <p:txBody>
          <a:bodyPr rtlCol="0"/>
          <a:lstStyle/>
          <a:p>
            <a:pPr rtl="0"/>
            <a:r>
              <a:rPr lang="ro-RO" noProof="0"/>
              <a:t>DD.MM.20XX</a:t>
            </a:r>
          </a:p>
        </p:txBody>
      </p:sp>
      <p:sp>
        <p:nvSpPr>
          <p:cNvPr id="5" name="Substituent subsol 4">
            <a:extLst>
              <a:ext uri="{FF2B5EF4-FFF2-40B4-BE49-F238E27FC236}">
                <a16:creationId xmlns:a16="http://schemas.microsoft.com/office/drawing/2014/main" id="{0A24E181-0C50-4F43-A5A7-6FDD1500C708}"/>
              </a:ext>
            </a:extLst>
          </p:cNvPr>
          <p:cNvSpPr>
            <a:spLocks noGrp="1"/>
          </p:cNvSpPr>
          <p:nvPr>
            <p:ph type="ftr" sz="quarter" idx="11"/>
          </p:nvPr>
        </p:nvSpPr>
        <p:spPr/>
        <p:txBody>
          <a:bodyPr rtlCol="0"/>
          <a:lstStyle/>
          <a:p>
            <a:pPr rtl="0"/>
            <a:r>
              <a:rPr lang="ro-RO" noProof="0"/>
              <a:t>ADĂUGAREA UNUI SUBSOL</a:t>
            </a:r>
          </a:p>
        </p:txBody>
      </p:sp>
      <p:sp>
        <p:nvSpPr>
          <p:cNvPr id="6" name="Substituent număr diapozitiv 5">
            <a:extLst>
              <a:ext uri="{FF2B5EF4-FFF2-40B4-BE49-F238E27FC236}">
                <a16:creationId xmlns:a16="http://schemas.microsoft.com/office/drawing/2014/main" id="{13A749CC-EB55-4FEF-AA4C-9A9C6E2AA9C0}"/>
              </a:ext>
            </a:extLst>
          </p:cNvPr>
          <p:cNvSpPr>
            <a:spLocks noGrp="1"/>
          </p:cNvSpPr>
          <p:nvPr>
            <p:ph type="sldNum" sz="quarter" idx="12"/>
          </p:nvPr>
        </p:nvSpPr>
        <p:spPr/>
        <p:txBody>
          <a:bodyPr rtlCol="0"/>
          <a:lstStyle/>
          <a:p>
            <a:pPr rtl="0"/>
            <a:fld id="{8D581BC7-E183-40DB-AC97-C19EA4EB8894}" type="slidenum">
              <a:rPr lang="ro-RO" noProof="0" smtClean="0"/>
              <a:t>‹#›</a:t>
            </a:fld>
            <a:endParaRPr lang="ro-RO" noProof="0"/>
          </a:p>
        </p:txBody>
      </p:sp>
      <p:grpSp>
        <p:nvGrpSpPr>
          <p:cNvPr id="9" name="Grup 8">
            <a:extLst>
              <a:ext uri="{FF2B5EF4-FFF2-40B4-BE49-F238E27FC236}">
                <a16:creationId xmlns:a16="http://schemas.microsoft.com/office/drawing/2014/main" id="{6F3E26A6-6962-4A35-AA86-805537D45296}"/>
              </a:ext>
            </a:extLst>
          </p:cNvPr>
          <p:cNvGrpSpPr/>
          <p:nvPr userDrawn="1"/>
        </p:nvGrpSpPr>
        <p:grpSpPr>
          <a:xfrm>
            <a:off x="6769768" y="1947412"/>
            <a:ext cx="2520148" cy="102440"/>
            <a:chOff x="3631690" y="2252140"/>
            <a:chExt cx="4389743" cy="102440"/>
          </a:xfrm>
        </p:grpSpPr>
        <p:sp>
          <p:nvSpPr>
            <p:cNvPr id="10" name="Oval 9">
              <a:extLst>
                <a:ext uri="{FF2B5EF4-FFF2-40B4-BE49-F238E27FC236}">
                  <a16:creationId xmlns:a16="http://schemas.microsoft.com/office/drawing/2014/main" id="{681504C4-12AC-4251-8E47-0089784BDB9B}"/>
                </a:ext>
              </a:extLst>
            </p:cNvPr>
            <p:cNvSpPr/>
            <p:nvPr userDrawn="1"/>
          </p:nvSpPr>
          <p:spPr>
            <a:xfrm>
              <a:off x="3631690" y="2253996"/>
              <a:ext cx="175203" cy="100584"/>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a:p>
          </p:txBody>
        </p:sp>
        <p:cxnSp>
          <p:nvCxnSpPr>
            <p:cNvPr id="11" name="Conector drept 10">
              <a:extLst>
                <a:ext uri="{FF2B5EF4-FFF2-40B4-BE49-F238E27FC236}">
                  <a16:creationId xmlns:a16="http://schemas.microsoft.com/office/drawing/2014/main" id="{192040D0-01C2-4643-8F84-3B8F334E545C}"/>
                </a:ext>
              </a:extLst>
            </p:cNvPr>
            <p:cNvCxnSpPr/>
            <p:nvPr userDrawn="1"/>
          </p:nvCxnSpPr>
          <p:spPr>
            <a:xfrm>
              <a:off x="3681984" y="2307679"/>
              <a:ext cx="4201365" cy="0"/>
            </a:xfrm>
            <a:prstGeom prst="line">
              <a:avLst/>
            </a:prstGeom>
            <a:ln w="12700">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7ED601E9-2BFC-460B-A2A8-69A787A4988E}"/>
                </a:ext>
              </a:extLst>
            </p:cNvPr>
            <p:cNvSpPr/>
            <p:nvPr userDrawn="1"/>
          </p:nvSpPr>
          <p:spPr>
            <a:xfrm>
              <a:off x="7845854" y="2252140"/>
              <a:ext cx="175579" cy="100584"/>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a:p>
          </p:txBody>
        </p:sp>
      </p:grpSp>
      <p:grpSp>
        <p:nvGrpSpPr>
          <p:cNvPr id="13" name="Grup 12">
            <a:extLst>
              <a:ext uri="{FF2B5EF4-FFF2-40B4-BE49-F238E27FC236}">
                <a16:creationId xmlns:a16="http://schemas.microsoft.com/office/drawing/2014/main" id="{BB49A8A6-FEDB-4D20-B581-A84DB8EFE977}"/>
              </a:ext>
            </a:extLst>
          </p:cNvPr>
          <p:cNvGrpSpPr/>
          <p:nvPr userDrawn="1"/>
        </p:nvGrpSpPr>
        <p:grpSpPr>
          <a:xfrm>
            <a:off x="6769768" y="4654084"/>
            <a:ext cx="2520148" cy="100584"/>
            <a:chOff x="3631690" y="2253996"/>
            <a:chExt cx="4389742" cy="100584"/>
          </a:xfrm>
        </p:grpSpPr>
        <p:sp>
          <p:nvSpPr>
            <p:cNvPr id="14" name="Oval 13">
              <a:extLst>
                <a:ext uri="{FF2B5EF4-FFF2-40B4-BE49-F238E27FC236}">
                  <a16:creationId xmlns:a16="http://schemas.microsoft.com/office/drawing/2014/main" id="{C2F65998-5EC3-446A-8307-1CF81A348CE3}"/>
                </a:ext>
              </a:extLst>
            </p:cNvPr>
            <p:cNvSpPr/>
            <p:nvPr userDrawn="1"/>
          </p:nvSpPr>
          <p:spPr>
            <a:xfrm>
              <a:off x="3631690" y="2253996"/>
              <a:ext cx="175203" cy="100584"/>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a:p>
          </p:txBody>
        </p:sp>
        <p:cxnSp>
          <p:nvCxnSpPr>
            <p:cNvPr id="15" name="Conector drept 14">
              <a:extLst>
                <a:ext uri="{FF2B5EF4-FFF2-40B4-BE49-F238E27FC236}">
                  <a16:creationId xmlns:a16="http://schemas.microsoft.com/office/drawing/2014/main" id="{7CC5D776-F60A-4A0C-AA7C-EFACDA2CEA88}"/>
                </a:ext>
              </a:extLst>
            </p:cNvPr>
            <p:cNvCxnSpPr/>
            <p:nvPr userDrawn="1"/>
          </p:nvCxnSpPr>
          <p:spPr>
            <a:xfrm>
              <a:off x="3681984" y="2307679"/>
              <a:ext cx="4201364" cy="0"/>
            </a:xfrm>
            <a:prstGeom prst="line">
              <a:avLst/>
            </a:prstGeom>
            <a:ln w="12700">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AEAFE309-55C5-409C-92ED-748307C74318}"/>
                </a:ext>
              </a:extLst>
            </p:cNvPr>
            <p:cNvSpPr/>
            <p:nvPr userDrawn="1"/>
          </p:nvSpPr>
          <p:spPr>
            <a:xfrm>
              <a:off x="7845853" y="2253996"/>
              <a:ext cx="175579" cy="100584"/>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a:p>
          </p:txBody>
        </p:sp>
      </p:grpSp>
      <p:sp>
        <p:nvSpPr>
          <p:cNvPr id="17" name="Subtitlu 2">
            <a:extLst>
              <a:ext uri="{FF2B5EF4-FFF2-40B4-BE49-F238E27FC236}">
                <a16:creationId xmlns:a16="http://schemas.microsoft.com/office/drawing/2014/main" id="{5B77B20B-76F5-4912-803D-5709F730D4FB}"/>
              </a:ext>
            </a:extLst>
          </p:cNvPr>
          <p:cNvSpPr>
            <a:spLocks noGrp="1"/>
          </p:cNvSpPr>
          <p:nvPr>
            <p:ph type="subTitle" idx="1"/>
          </p:nvPr>
        </p:nvSpPr>
        <p:spPr>
          <a:xfrm>
            <a:off x="6769767" y="4889444"/>
            <a:ext cx="4618957" cy="590626"/>
          </a:xfrm>
        </p:spPr>
        <p:txBody>
          <a:bodyPr lIns="0" tIns="0" rIns="0" bIns="0" rtlCol="0">
            <a:normAutofit/>
          </a:bodyPr>
          <a:lstStyle>
            <a:lvl1pPr marL="0" indent="0" algn="l">
              <a:lnSpc>
                <a:spcPct val="100000"/>
              </a:lnSpc>
              <a:spcBef>
                <a:spcPts val="0"/>
              </a:spcBef>
              <a:buNone/>
              <a:defRPr sz="2800" b="1">
                <a:latin typeface="+mn-lt"/>
                <a:cs typeface="Segoe UI Semibold" panose="020B070204020402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ro-RO" noProof="0"/>
              <a:t>Faceți clic pentru a edita stilul de subtitlu coordonator</a:t>
            </a:r>
          </a:p>
        </p:txBody>
      </p:sp>
    </p:spTree>
    <p:extLst>
      <p:ext uri="{BB962C8B-B14F-4D97-AF65-F5344CB8AC3E}">
        <p14:creationId xmlns:p14="http://schemas.microsoft.com/office/powerpoint/2010/main" val="379195899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u și conținut">
    <p:spTree>
      <p:nvGrpSpPr>
        <p:cNvPr id="1" name=""/>
        <p:cNvGrpSpPr/>
        <p:nvPr/>
      </p:nvGrpSpPr>
      <p:grpSpPr>
        <a:xfrm>
          <a:off x="0" y="0"/>
          <a:ext cx="0" cy="0"/>
          <a:chOff x="0" y="0"/>
          <a:chExt cx="0" cy="0"/>
        </a:xfrm>
      </p:grpSpPr>
      <p:sp>
        <p:nvSpPr>
          <p:cNvPr id="7" name="Dreptunghi 6">
            <a:extLst>
              <a:ext uri="{FF2B5EF4-FFF2-40B4-BE49-F238E27FC236}">
                <a16:creationId xmlns:a16="http://schemas.microsoft.com/office/drawing/2014/main" id="{A16E3F0B-343E-4C97-A8D6-C47FCC915F74}"/>
              </a:ext>
            </a:extLst>
          </p:cNvPr>
          <p:cNvSpPr/>
          <p:nvPr userDrawn="1"/>
        </p:nvSpPr>
        <p:spPr>
          <a:xfrm>
            <a:off x="0" y="0"/>
            <a:ext cx="12192000" cy="6858000"/>
          </a:xfrm>
          <a:prstGeom prst="rect">
            <a:avLst/>
          </a:prstGeom>
          <a:gradFill flip="none" rotWithShape="1">
            <a:gsLst>
              <a:gs pos="0">
                <a:schemeClr val="accent2"/>
              </a:gs>
              <a:gs pos="34000">
                <a:srgbClr val="0F1722"/>
              </a:gs>
              <a:gs pos="69000">
                <a:srgbClr val="0F1722"/>
              </a:gs>
              <a:gs pos="100000">
                <a:schemeClr val="accent5"/>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rtl="0"/>
            <a:endParaRPr lang="ro-RO" noProof="0"/>
          </a:p>
        </p:txBody>
      </p:sp>
      <p:sp>
        <p:nvSpPr>
          <p:cNvPr id="2" name="Titlu 1">
            <a:extLst>
              <a:ext uri="{FF2B5EF4-FFF2-40B4-BE49-F238E27FC236}">
                <a16:creationId xmlns:a16="http://schemas.microsoft.com/office/drawing/2014/main" id="{7215E379-3C1C-4942-917E-02E25E8CB910}"/>
              </a:ext>
            </a:extLst>
          </p:cNvPr>
          <p:cNvSpPr>
            <a:spLocks noGrp="1"/>
          </p:cNvSpPr>
          <p:nvPr>
            <p:ph type="title"/>
          </p:nvPr>
        </p:nvSpPr>
        <p:spPr>
          <a:xfrm>
            <a:off x="838200" y="365126"/>
            <a:ext cx="10515600" cy="652969"/>
          </a:xfrm>
        </p:spPr>
        <p:txBody>
          <a:bodyPr rtlCol="0"/>
          <a:lstStyle/>
          <a:p>
            <a:pPr rtl="0"/>
            <a:r>
              <a:rPr lang="ro-RO" noProof="0"/>
              <a:t>Faceți clic pentru a edita stilul de titlu coordonator</a:t>
            </a:r>
          </a:p>
        </p:txBody>
      </p:sp>
      <p:sp>
        <p:nvSpPr>
          <p:cNvPr id="3" name="Substituent dată 2">
            <a:extLst>
              <a:ext uri="{FF2B5EF4-FFF2-40B4-BE49-F238E27FC236}">
                <a16:creationId xmlns:a16="http://schemas.microsoft.com/office/drawing/2014/main" id="{046047C4-77C4-4E19-8DD7-2ED3165B7637}"/>
              </a:ext>
            </a:extLst>
          </p:cNvPr>
          <p:cNvSpPr>
            <a:spLocks noGrp="1"/>
          </p:cNvSpPr>
          <p:nvPr>
            <p:ph type="dt" sz="half" idx="10"/>
          </p:nvPr>
        </p:nvSpPr>
        <p:spPr/>
        <p:txBody>
          <a:bodyPr rtlCol="0"/>
          <a:lstStyle/>
          <a:p>
            <a:pPr rtl="0"/>
            <a:r>
              <a:rPr lang="ro-RO" noProof="0"/>
              <a:t>DD.MM.20XX</a:t>
            </a:r>
          </a:p>
        </p:txBody>
      </p:sp>
      <p:sp>
        <p:nvSpPr>
          <p:cNvPr id="4" name="Substituent subsol 3">
            <a:extLst>
              <a:ext uri="{FF2B5EF4-FFF2-40B4-BE49-F238E27FC236}">
                <a16:creationId xmlns:a16="http://schemas.microsoft.com/office/drawing/2014/main" id="{D250B5CF-1C4F-4BA2-8E78-5F48C92A9DA1}"/>
              </a:ext>
            </a:extLst>
          </p:cNvPr>
          <p:cNvSpPr>
            <a:spLocks noGrp="1"/>
          </p:cNvSpPr>
          <p:nvPr>
            <p:ph type="ftr" sz="quarter" idx="11"/>
          </p:nvPr>
        </p:nvSpPr>
        <p:spPr/>
        <p:txBody>
          <a:bodyPr rtlCol="0"/>
          <a:lstStyle/>
          <a:p>
            <a:pPr rtl="0"/>
            <a:r>
              <a:rPr lang="ro-RO" noProof="0"/>
              <a:t>ADĂUGAREA UNUI SUBSOL</a:t>
            </a:r>
          </a:p>
        </p:txBody>
      </p:sp>
      <p:sp>
        <p:nvSpPr>
          <p:cNvPr id="5" name="Substituent număr diapozitiv 4">
            <a:extLst>
              <a:ext uri="{FF2B5EF4-FFF2-40B4-BE49-F238E27FC236}">
                <a16:creationId xmlns:a16="http://schemas.microsoft.com/office/drawing/2014/main" id="{714C6A0A-8A9D-47A1-97DA-BB494915175B}"/>
              </a:ext>
            </a:extLst>
          </p:cNvPr>
          <p:cNvSpPr>
            <a:spLocks noGrp="1"/>
          </p:cNvSpPr>
          <p:nvPr>
            <p:ph type="sldNum" sz="quarter" idx="12"/>
          </p:nvPr>
        </p:nvSpPr>
        <p:spPr/>
        <p:txBody>
          <a:bodyPr rtlCol="0"/>
          <a:lstStyle/>
          <a:p>
            <a:pPr rtl="0"/>
            <a:fld id="{8D581BC7-E183-40DB-AC97-C19EA4EB8894}" type="slidenum">
              <a:rPr lang="ro-RO" noProof="0" smtClean="0"/>
              <a:pPr rtl="0"/>
              <a:t>‹#›</a:t>
            </a:fld>
            <a:endParaRPr lang="ro-RO" noProof="0"/>
          </a:p>
        </p:txBody>
      </p:sp>
      <p:sp>
        <p:nvSpPr>
          <p:cNvPr id="6" name="Substituent conținut 2">
            <a:extLst>
              <a:ext uri="{FF2B5EF4-FFF2-40B4-BE49-F238E27FC236}">
                <a16:creationId xmlns:a16="http://schemas.microsoft.com/office/drawing/2014/main" id="{DEA943F6-C418-4339-8C7E-A12127BDE29C}"/>
              </a:ext>
            </a:extLst>
          </p:cNvPr>
          <p:cNvSpPr>
            <a:spLocks noGrp="1"/>
          </p:cNvSpPr>
          <p:nvPr>
            <p:ph idx="1"/>
          </p:nvPr>
        </p:nvSpPr>
        <p:spPr>
          <a:xfrm>
            <a:off x="838200" y="1187777"/>
            <a:ext cx="10515600" cy="4534293"/>
          </a:xfrm>
        </p:spPr>
        <p:txBody>
          <a:bodyPr rtlCol="0"/>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rtl="0"/>
            <a:r>
              <a:rPr lang="ro-RO" noProof="0"/>
              <a:t>Faceţi clic pentru a edita Master stiluri text</a:t>
            </a:r>
          </a:p>
          <a:p>
            <a:pPr lvl="1" rtl="0"/>
            <a:r>
              <a:rPr lang="ro-RO" noProof="0"/>
              <a:t>al doilea nivel</a:t>
            </a:r>
          </a:p>
          <a:p>
            <a:pPr lvl="2" rtl="0"/>
            <a:r>
              <a:rPr lang="ro-RO" noProof="0"/>
              <a:t>al treilea nivel</a:t>
            </a:r>
          </a:p>
          <a:p>
            <a:pPr lvl="3" rtl="0"/>
            <a:r>
              <a:rPr lang="ro-RO" noProof="0"/>
              <a:t>al patrulea nivel</a:t>
            </a:r>
          </a:p>
          <a:p>
            <a:pPr lvl="4" rtl="0"/>
            <a:r>
              <a:rPr lang="ro-RO" noProof="0"/>
              <a:t>al cincilea nivel</a:t>
            </a:r>
          </a:p>
        </p:txBody>
      </p:sp>
    </p:spTree>
    <p:extLst>
      <p:ext uri="{BB962C8B-B14F-4D97-AF65-F5344CB8AC3E}">
        <p14:creationId xmlns:p14="http://schemas.microsoft.com/office/powerpoint/2010/main" val="78446813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ouă tipuri de conținut">
    <p:spTree>
      <p:nvGrpSpPr>
        <p:cNvPr id="1" name=""/>
        <p:cNvGrpSpPr/>
        <p:nvPr/>
      </p:nvGrpSpPr>
      <p:grpSpPr>
        <a:xfrm>
          <a:off x="0" y="0"/>
          <a:ext cx="0" cy="0"/>
          <a:chOff x="0" y="0"/>
          <a:chExt cx="0" cy="0"/>
        </a:xfrm>
      </p:grpSpPr>
      <p:sp>
        <p:nvSpPr>
          <p:cNvPr id="9" name="Dreptunghi 8">
            <a:extLst>
              <a:ext uri="{FF2B5EF4-FFF2-40B4-BE49-F238E27FC236}">
                <a16:creationId xmlns:a16="http://schemas.microsoft.com/office/drawing/2014/main" id="{8B6FE9A2-5CE4-4652-97CE-3FF947D5485F}"/>
              </a:ext>
            </a:extLst>
          </p:cNvPr>
          <p:cNvSpPr/>
          <p:nvPr userDrawn="1"/>
        </p:nvSpPr>
        <p:spPr>
          <a:xfrm>
            <a:off x="0" y="0"/>
            <a:ext cx="12192000" cy="6858000"/>
          </a:xfrm>
          <a:prstGeom prst="rect">
            <a:avLst/>
          </a:prstGeom>
          <a:gradFill flip="none" rotWithShape="1">
            <a:gsLst>
              <a:gs pos="0">
                <a:schemeClr val="accent2"/>
              </a:gs>
              <a:gs pos="34000">
                <a:srgbClr val="0F1722"/>
              </a:gs>
              <a:gs pos="69000">
                <a:srgbClr val="0F1722"/>
              </a:gs>
              <a:gs pos="100000">
                <a:schemeClr val="accent5"/>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rtl="0"/>
            <a:endParaRPr lang="ro-RO" noProof="0"/>
          </a:p>
        </p:txBody>
      </p:sp>
      <p:sp>
        <p:nvSpPr>
          <p:cNvPr id="2" name="Titlu 1">
            <a:extLst>
              <a:ext uri="{FF2B5EF4-FFF2-40B4-BE49-F238E27FC236}">
                <a16:creationId xmlns:a16="http://schemas.microsoft.com/office/drawing/2014/main" id="{7215E379-3C1C-4942-917E-02E25E8CB910}"/>
              </a:ext>
            </a:extLst>
          </p:cNvPr>
          <p:cNvSpPr>
            <a:spLocks noGrp="1"/>
          </p:cNvSpPr>
          <p:nvPr>
            <p:ph type="title"/>
          </p:nvPr>
        </p:nvSpPr>
        <p:spPr>
          <a:xfrm>
            <a:off x="838200" y="365126"/>
            <a:ext cx="10515600" cy="652969"/>
          </a:xfrm>
        </p:spPr>
        <p:txBody>
          <a:bodyPr rtlCol="0"/>
          <a:lstStyle/>
          <a:p>
            <a:pPr rtl="0"/>
            <a:r>
              <a:rPr lang="ro-RO" noProof="0"/>
              <a:t>Faceți clic pentru a edita stilul de titlu coordonator</a:t>
            </a:r>
          </a:p>
        </p:txBody>
      </p:sp>
      <p:sp>
        <p:nvSpPr>
          <p:cNvPr id="3" name="Substituent dată 2">
            <a:extLst>
              <a:ext uri="{FF2B5EF4-FFF2-40B4-BE49-F238E27FC236}">
                <a16:creationId xmlns:a16="http://schemas.microsoft.com/office/drawing/2014/main" id="{046047C4-77C4-4E19-8DD7-2ED3165B7637}"/>
              </a:ext>
            </a:extLst>
          </p:cNvPr>
          <p:cNvSpPr>
            <a:spLocks noGrp="1"/>
          </p:cNvSpPr>
          <p:nvPr>
            <p:ph type="dt" sz="half" idx="10"/>
          </p:nvPr>
        </p:nvSpPr>
        <p:spPr/>
        <p:txBody>
          <a:bodyPr rtlCol="0"/>
          <a:lstStyle/>
          <a:p>
            <a:pPr rtl="0"/>
            <a:r>
              <a:rPr lang="ro-RO" noProof="0"/>
              <a:t>DD.MM.20XX</a:t>
            </a:r>
          </a:p>
        </p:txBody>
      </p:sp>
      <p:sp>
        <p:nvSpPr>
          <p:cNvPr id="4" name="Substituent subsol 3">
            <a:extLst>
              <a:ext uri="{FF2B5EF4-FFF2-40B4-BE49-F238E27FC236}">
                <a16:creationId xmlns:a16="http://schemas.microsoft.com/office/drawing/2014/main" id="{D250B5CF-1C4F-4BA2-8E78-5F48C92A9DA1}"/>
              </a:ext>
            </a:extLst>
          </p:cNvPr>
          <p:cNvSpPr>
            <a:spLocks noGrp="1"/>
          </p:cNvSpPr>
          <p:nvPr>
            <p:ph type="ftr" sz="quarter" idx="11"/>
          </p:nvPr>
        </p:nvSpPr>
        <p:spPr/>
        <p:txBody>
          <a:bodyPr rtlCol="0"/>
          <a:lstStyle/>
          <a:p>
            <a:pPr rtl="0"/>
            <a:r>
              <a:rPr lang="ro-RO" noProof="0"/>
              <a:t>ADĂUGAREA UNUI SUBSOL</a:t>
            </a:r>
          </a:p>
        </p:txBody>
      </p:sp>
      <p:sp>
        <p:nvSpPr>
          <p:cNvPr id="5" name="Substituent număr diapozitiv 4">
            <a:extLst>
              <a:ext uri="{FF2B5EF4-FFF2-40B4-BE49-F238E27FC236}">
                <a16:creationId xmlns:a16="http://schemas.microsoft.com/office/drawing/2014/main" id="{714C6A0A-8A9D-47A1-97DA-BB494915175B}"/>
              </a:ext>
            </a:extLst>
          </p:cNvPr>
          <p:cNvSpPr>
            <a:spLocks noGrp="1"/>
          </p:cNvSpPr>
          <p:nvPr>
            <p:ph type="sldNum" sz="quarter" idx="12"/>
          </p:nvPr>
        </p:nvSpPr>
        <p:spPr/>
        <p:txBody>
          <a:bodyPr rtlCol="0"/>
          <a:lstStyle/>
          <a:p>
            <a:pPr rtl="0"/>
            <a:fld id="{8D581BC7-E183-40DB-AC97-C19EA4EB8894}" type="slidenum">
              <a:rPr lang="ro-RO" noProof="0" smtClean="0"/>
              <a:pPr rtl="0"/>
              <a:t>‹#›</a:t>
            </a:fld>
            <a:endParaRPr lang="ro-RO" noProof="0"/>
          </a:p>
        </p:txBody>
      </p:sp>
      <p:sp>
        <p:nvSpPr>
          <p:cNvPr id="7" name="Substituent conținut 2">
            <a:extLst>
              <a:ext uri="{FF2B5EF4-FFF2-40B4-BE49-F238E27FC236}">
                <a16:creationId xmlns:a16="http://schemas.microsoft.com/office/drawing/2014/main" id="{3FD6D4E1-CC57-4556-9CB7-31B375477219}"/>
              </a:ext>
            </a:extLst>
          </p:cNvPr>
          <p:cNvSpPr>
            <a:spLocks noGrp="1"/>
          </p:cNvSpPr>
          <p:nvPr>
            <p:ph sz="half" idx="1"/>
          </p:nvPr>
        </p:nvSpPr>
        <p:spPr>
          <a:xfrm>
            <a:off x="838200" y="1159497"/>
            <a:ext cx="5181600" cy="4543719"/>
          </a:xfrm>
        </p:spPr>
        <p:txBody>
          <a:bodyPr rtlCol="0">
            <a:normAutofit/>
          </a:bodyPr>
          <a:lstStyle>
            <a:lvl1pPr>
              <a:defRPr sz="2000">
                <a:solidFill>
                  <a:schemeClr val="bg2"/>
                </a:solidFill>
              </a:defRPr>
            </a:lvl1pPr>
            <a:lvl2pPr>
              <a:defRPr sz="1800">
                <a:solidFill>
                  <a:schemeClr val="bg2"/>
                </a:solidFill>
              </a:defRPr>
            </a:lvl2pPr>
            <a:lvl3pPr>
              <a:defRPr sz="1600">
                <a:solidFill>
                  <a:schemeClr val="bg2"/>
                </a:solidFill>
              </a:defRPr>
            </a:lvl3pPr>
            <a:lvl4pPr>
              <a:defRPr sz="1400">
                <a:solidFill>
                  <a:schemeClr val="bg2"/>
                </a:solidFill>
              </a:defRPr>
            </a:lvl4pPr>
            <a:lvl5pPr>
              <a:defRPr sz="1400">
                <a:solidFill>
                  <a:schemeClr val="bg2"/>
                </a:solidFill>
              </a:defRPr>
            </a:lvl5pPr>
          </a:lstStyle>
          <a:p>
            <a:pPr lvl="0" rtl="0"/>
            <a:r>
              <a:rPr lang="ro-RO" noProof="0"/>
              <a:t>Faceţi clic pentru a edita Master stiluri text</a:t>
            </a:r>
          </a:p>
          <a:p>
            <a:pPr lvl="1" rtl="0"/>
            <a:r>
              <a:rPr lang="ro-RO" noProof="0"/>
              <a:t>al doilea nivel</a:t>
            </a:r>
          </a:p>
          <a:p>
            <a:pPr lvl="2" rtl="0"/>
            <a:r>
              <a:rPr lang="ro-RO" noProof="0"/>
              <a:t>al treilea nivel</a:t>
            </a:r>
          </a:p>
          <a:p>
            <a:pPr lvl="3" rtl="0"/>
            <a:r>
              <a:rPr lang="ro-RO" noProof="0"/>
              <a:t>al patrulea nivel</a:t>
            </a:r>
          </a:p>
          <a:p>
            <a:pPr lvl="4" rtl="0"/>
            <a:r>
              <a:rPr lang="ro-RO" noProof="0"/>
              <a:t>al cincilea nivel</a:t>
            </a:r>
          </a:p>
        </p:txBody>
      </p:sp>
      <p:sp>
        <p:nvSpPr>
          <p:cNvPr id="8" name="Substituent conținut 3">
            <a:extLst>
              <a:ext uri="{FF2B5EF4-FFF2-40B4-BE49-F238E27FC236}">
                <a16:creationId xmlns:a16="http://schemas.microsoft.com/office/drawing/2014/main" id="{2AE7A31C-D605-4363-B037-1938B9304C13}"/>
              </a:ext>
            </a:extLst>
          </p:cNvPr>
          <p:cNvSpPr>
            <a:spLocks noGrp="1"/>
          </p:cNvSpPr>
          <p:nvPr>
            <p:ph sz="half" idx="2"/>
          </p:nvPr>
        </p:nvSpPr>
        <p:spPr>
          <a:xfrm>
            <a:off x="6172200" y="1159497"/>
            <a:ext cx="5181600" cy="4543719"/>
          </a:xfrm>
        </p:spPr>
        <p:txBody>
          <a:bodyPr rtlCol="0">
            <a:normAutofit/>
          </a:bodyPr>
          <a:lstStyle>
            <a:lvl1pPr>
              <a:defRPr sz="2000">
                <a:solidFill>
                  <a:schemeClr val="bg2"/>
                </a:solidFill>
              </a:defRPr>
            </a:lvl1pPr>
            <a:lvl2pPr>
              <a:defRPr sz="1800">
                <a:solidFill>
                  <a:schemeClr val="bg2"/>
                </a:solidFill>
              </a:defRPr>
            </a:lvl2pPr>
            <a:lvl3pPr>
              <a:defRPr sz="1600">
                <a:solidFill>
                  <a:schemeClr val="bg2"/>
                </a:solidFill>
              </a:defRPr>
            </a:lvl3pPr>
            <a:lvl4pPr>
              <a:defRPr sz="1400">
                <a:solidFill>
                  <a:schemeClr val="bg2"/>
                </a:solidFill>
              </a:defRPr>
            </a:lvl4pPr>
            <a:lvl5pPr>
              <a:defRPr sz="1400">
                <a:solidFill>
                  <a:schemeClr val="bg2"/>
                </a:solidFill>
              </a:defRPr>
            </a:lvl5pPr>
          </a:lstStyle>
          <a:p>
            <a:pPr lvl="0" rtl="0"/>
            <a:r>
              <a:rPr lang="ro-RO" noProof="0"/>
              <a:t>Faceţi clic pentru a edita Master stiluri text</a:t>
            </a:r>
          </a:p>
          <a:p>
            <a:pPr lvl="1" rtl="0"/>
            <a:r>
              <a:rPr lang="ro-RO" noProof="0"/>
              <a:t>al doilea nivel</a:t>
            </a:r>
          </a:p>
          <a:p>
            <a:pPr lvl="2" rtl="0"/>
            <a:r>
              <a:rPr lang="ro-RO" noProof="0"/>
              <a:t>al treilea nivel</a:t>
            </a:r>
          </a:p>
          <a:p>
            <a:pPr lvl="3" rtl="0"/>
            <a:r>
              <a:rPr lang="ro-RO" noProof="0"/>
              <a:t>al patrulea nivel</a:t>
            </a:r>
          </a:p>
          <a:p>
            <a:pPr lvl="4" rtl="0"/>
            <a:r>
              <a:rPr lang="ro-RO" noProof="0"/>
              <a:t>al cincilea nivel</a:t>
            </a:r>
          </a:p>
        </p:txBody>
      </p:sp>
    </p:spTree>
    <p:extLst>
      <p:ext uri="{BB962C8B-B14F-4D97-AF65-F5344CB8AC3E}">
        <p14:creationId xmlns:p14="http://schemas.microsoft.com/office/powerpoint/2010/main" val="88491594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mparație">
    <p:spTree>
      <p:nvGrpSpPr>
        <p:cNvPr id="1" name=""/>
        <p:cNvGrpSpPr/>
        <p:nvPr/>
      </p:nvGrpSpPr>
      <p:grpSpPr>
        <a:xfrm>
          <a:off x="0" y="0"/>
          <a:ext cx="0" cy="0"/>
          <a:chOff x="0" y="0"/>
          <a:chExt cx="0" cy="0"/>
        </a:xfrm>
      </p:grpSpPr>
      <p:sp>
        <p:nvSpPr>
          <p:cNvPr id="11" name="Dreptunghi 10">
            <a:extLst>
              <a:ext uri="{FF2B5EF4-FFF2-40B4-BE49-F238E27FC236}">
                <a16:creationId xmlns:a16="http://schemas.microsoft.com/office/drawing/2014/main" id="{A4B5E40D-C1A5-4C5A-BBA0-C3E41F028D01}"/>
              </a:ext>
            </a:extLst>
          </p:cNvPr>
          <p:cNvSpPr/>
          <p:nvPr userDrawn="1"/>
        </p:nvSpPr>
        <p:spPr>
          <a:xfrm>
            <a:off x="0" y="0"/>
            <a:ext cx="12192000" cy="6858000"/>
          </a:xfrm>
          <a:prstGeom prst="rect">
            <a:avLst/>
          </a:prstGeom>
          <a:gradFill flip="none" rotWithShape="1">
            <a:gsLst>
              <a:gs pos="0">
                <a:schemeClr val="accent2"/>
              </a:gs>
              <a:gs pos="34000">
                <a:srgbClr val="0F1722"/>
              </a:gs>
              <a:gs pos="69000">
                <a:srgbClr val="0F1722"/>
              </a:gs>
              <a:gs pos="100000">
                <a:schemeClr val="accent5"/>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rtl="0"/>
            <a:endParaRPr lang="ro-RO" noProof="0"/>
          </a:p>
        </p:txBody>
      </p:sp>
      <p:sp>
        <p:nvSpPr>
          <p:cNvPr id="2" name="Titlu 1">
            <a:extLst>
              <a:ext uri="{FF2B5EF4-FFF2-40B4-BE49-F238E27FC236}">
                <a16:creationId xmlns:a16="http://schemas.microsoft.com/office/drawing/2014/main" id="{7215E379-3C1C-4942-917E-02E25E8CB910}"/>
              </a:ext>
            </a:extLst>
          </p:cNvPr>
          <p:cNvSpPr>
            <a:spLocks noGrp="1"/>
          </p:cNvSpPr>
          <p:nvPr>
            <p:ph type="title"/>
          </p:nvPr>
        </p:nvSpPr>
        <p:spPr>
          <a:xfrm>
            <a:off x="838200" y="365126"/>
            <a:ext cx="10515600" cy="652969"/>
          </a:xfrm>
        </p:spPr>
        <p:txBody>
          <a:bodyPr rtlCol="0"/>
          <a:lstStyle/>
          <a:p>
            <a:pPr rtl="0"/>
            <a:r>
              <a:rPr lang="ro-RO" noProof="0"/>
              <a:t>Faceți clic pentru a edita stilul de titlu coordonator</a:t>
            </a:r>
          </a:p>
        </p:txBody>
      </p:sp>
      <p:sp>
        <p:nvSpPr>
          <p:cNvPr id="3" name="Substituent dată 2">
            <a:extLst>
              <a:ext uri="{FF2B5EF4-FFF2-40B4-BE49-F238E27FC236}">
                <a16:creationId xmlns:a16="http://schemas.microsoft.com/office/drawing/2014/main" id="{046047C4-77C4-4E19-8DD7-2ED3165B7637}"/>
              </a:ext>
            </a:extLst>
          </p:cNvPr>
          <p:cNvSpPr>
            <a:spLocks noGrp="1"/>
          </p:cNvSpPr>
          <p:nvPr>
            <p:ph type="dt" sz="half" idx="10"/>
          </p:nvPr>
        </p:nvSpPr>
        <p:spPr/>
        <p:txBody>
          <a:bodyPr rtlCol="0"/>
          <a:lstStyle/>
          <a:p>
            <a:pPr rtl="0"/>
            <a:r>
              <a:rPr lang="ro-RO" noProof="0"/>
              <a:t>DD.MM.20XX</a:t>
            </a:r>
          </a:p>
        </p:txBody>
      </p:sp>
      <p:sp>
        <p:nvSpPr>
          <p:cNvPr id="4" name="Substituent subsol 3">
            <a:extLst>
              <a:ext uri="{FF2B5EF4-FFF2-40B4-BE49-F238E27FC236}">
                <a16:creationId xmlns:a16="http://schemas.microsoft.com/office/drawing/2014/main" id="{D250B5CF-1C4F-4BA2-8E78-5F48C92A9DA1}"/>
              </a:ext>
            </a:extLst>
          </p:cNvPr>
          <p:cNvSpPr>
            <a:spLocks noGrp="1"/>
          </p:cNvSpPr>
          <p:nvPr>
            <p:ph type="ftr" sz="quarter" idx="11"/>
          </p:nvPr>
        </p:nvSpPr>
        <p:spPr/>
        <p:txBody>
          <a:bodyPr rtlCol="0"/>
          <a:lstStyle/>
          <a:p>
            <a:pPr rtl="0"/>
            <a:r>
              <a:rPr lang="ro-RO" noProof="0"/>
              <a:t>ADĂUGAREA UNUI SUBSOL</a:t>
            </a:r>
          </a:p>
        </p:txBody>
      </p:sp>
      <p:sp>
        <p:nvSpPr>
          <p:cNvPr id="5" name="Substituent număr diapozitiv 4">
            <a:extLst>
              <a:ext uri="{FF2B5EF4-FFF2-40B4-BE49-F238E27FC236}">
                <a16:creationId xmlns:a16="http://schemas.microsoft.com/office/drawing/2014/main" id="{714C6A0A-8A9D-47A1-97DA-BB494915175B}"/>
              </a:ext>
            </a:extLst>
          </p:cNvPr>
          <p:cNvSpPr>
            <a:spLocks noGrp="1"/>
          </p:cNvSpPr>
          <p:nvPr>
            <p:ph type="sldNum" sz="quarter" idx="12"/>
          </p:nvPr>
        </p:nvSpPr>
        <p:spPr/>
        <p:txBody>
          <a:bodyPr rtlCol="0"/>
          <a:lstStyle/>
          <a:p>
            <a:pPr rtl="0"/>
            <a:fld id="{8D581BC7-E183-40DB-AC97-C19EA4EB8894}" type="slidenum">
              <a:rPr lang="ro-RO" noProof="0" smtClean="0"/>
              <a:pPr rtl="0"/>
              <a:t>‹#›</a:t>
            </a:fld>
            <a:endParaRPr lang="ro-RO" noProof="0"/>
          </a:p>
        </p:txBody>
      </p:sp>
      <p:sp>
        <p:nvSpPr>
          <p:cNvPr id="7" name="Substituent text 2">
            <a:extLst>
              <a:ext uri="{FF2B5EF4-FFF2-40B4-BE49-F238E27FC236}">
                <a16:creationId xmlns:a16="http://schemas.microsoft.com/office/drawing/2014/main" id="{85C650EE-495E-44EB-870B-AC85B18EBDB8}"/>
              </a:ext>
            </a:extLst>
          </p:cNvPr>
          <p:cNvSpPr>
            <a:spLocks noGrp="1"/>
          </p:cNvSpPr>
          <p:nvPr>
            <p:ph type="body" idx="1"/>
          </p:nvPr>
        </p:nvSpPr>
        <p:spPr>
          <a:xfrm>
            <a:off x="839788" y="1256955"/>
            <a:ext cx="5157787" cy="823912"/>
          </a:xfrm>
        </p:spPr>
        <p:txBody>
          <a:bodyPr rtlCol="0" anchor="b"/>
          <a:lstStyle>
            <a:lvl1pPr marL="0" indent="0">
              <a:buNone/>
              <a:defRPr sz="2400" b="1">
                <a:latin typeface="Tahoma" panose="020B060403050404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ro-RO" noProof="0"/>
              <a:t>Faceţi clic pentru a edita Master stiluri text</a:t>
            </a:r>
          </a:p>
        </p:txBody>
      </p:sp>
      <p:sp>
        <p:nvSpPr>
          <p:cNvPr id="8" name="Substituent conținut 3">
            <a:extLst>
              <a:ext uri="{FF2B5EF4-FFF2-40B4-BE49-F238E27FC236}">
                <a16:creationId xmlns:a16="http://schemas.microsoft.com/office/drawing/2014/main" id="{77DCC2A5-8A6A-431F-BD6C-93E32539A0F4}"/>
              </a:ext>
            </a:extLst>
          </p:cNvPr>
          <p:cNvSpPr>
            <a:spLocks noGrp="1"/>
          </p:cNvSpPr>
          <p:nvPr>
            <p:ph sz="half" idx="2"/>
          </p:nvPr>
        </p:nvSpPr>
        <p:spPr>
          <a:xfrm>
            <a:off x="839788" y="2203414"/>
            <a:ext cx="5157787" cy="3397631"/>
          </a:xfrm>
        </p:spPr>
        <p:txBody>
          <a:bodyPr rtlCol="0">
            <a:normAutofit/>
          </a:bodyPr>
          <a:lstStyle>
            <a:lvl1pPr>
              <a:defRPr sz="2000">
                <a:solidFill>
                  <a:schemeClr val="bg2"/>
                </a:solidFill>
              </a:defRPr>
            </a:lvl1pPr>
            <a:lvl2pPr>
              <a:defRPr sz="1800">
                <a:solidFill>
                  <a:schemeClr val="bg2"/>
                </a:solidFill>
              </a:defRPr>
            </a:lvl2pPr>
            <a:lvl3pPr>
              <a:defRPr sz="1600">
                <a:solidFill>
                  <a:schemeClr val="bg2"/>
                </a:solidFill>
              </a:defRPr>
            </a:lvl3pPr>
            <a:lvl4pPr>
              <a:defRPr sz="1400">
                <a:solidFill>
                  <a:schemeClr val="bg2"/>
                </a:solidFill>
              </a:defRPr>
            </a:lvl4pPr>
            <a:lvl5pPr>
              <a:defRPr sz="1400">
                <a:solidFill>
                  <a:schemeClr val="bg2"/>
                </a:solidFill>
              </a:defRPr>
            </a:lvl5pPr>
          </a:lstStyle>
          <a:p>
            <a:pPr lvl="0" rtl="0"/>
            <a:r>
              <a:rPr lang="ro-RO" noProof="0"/>
              <a:t>Faceţi clic pentru a edita Master stiluri text</a:t>
            </a:r>
          </a:p>
          <a:p>
            <a:pPr lvl="1" rtl="0"/>
            <a:r>
              <a:rPr lang="ro-RO" noProof="0"/>
              <a:t>al doilea nivel</a:t>
            </a:r>
          </a:p>
          <a:p>
            <a:pPr lvl="2" rtl="0"/>
            <a:r>
              <a:rPr lang="ro-RO" noProof="0"/>
              <a:t>al treilea nivel</a:t>
            </a:r>
          </a:p>
          <a:p>
            <a:pPr lvl="3" rtl="0"/>
            <a:r>
              <a:rPr lang="ro-RO" noProof="0"/>
              <a:t>al patrulea nivel</a:t>
            </a:r>
          </a:p>
          <a:p>
            <a:pPr lvl="4" rtl="0"/>
            <a:r>
              <a:rPr lang="ro-RO" noProof="0"/>
              <a:t>al cincilea nivel</a:t>
            </a:r>
          </a:p>
        </p:txBody>
      </p:sp>
      <p:sp>
        <p:nvSpPr>
          <p:cNvPr id="9" name="Substituent text 4">
            <a:extLst>
              <a:ext uri="{FF2B5EF4-FFF2-40B4-BE49-F238E27FC236}">
                <a16:creationId xmlns:a16="http://schemas.microsoft.com/office/drawing/2014/main" id="{7FE620E9-8AD3-4771-8897-E65B461E2801}"/>
              </a:ext>
            </a:extLst>
          </p:cNvPr>
          <p:cNvSpPr>
            <a:spLocks noGrp="1"/>
          </p:cNvSpPr>
          <p:nvPr>
            <p:ph type="body" sz="quarter" idx="3"/>
          </p:nvPr>
        </p:nvSpPr>
        <p:spPr>
          <a:xfrm>
            <a:off x="6172200" y="1256955"/>
            <a:ext cx="5183188" cy="823912"/>
          </a:xfrm>
        </p:spPr>
        <p:txBody>
          <a:bodyPr rtlCol="0" anchor="b"/>
          <a:lstStyle>
            <a:lvl1pPr marL="0" indent="0">
              <a:buNone/>
              <a:defRPr sz="2400" b="1">
                <a:latin typeface="Tahoma" panose="020B060403050404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ro-RO" noProof="0"/>
              <a:t>Faceţi clic pentru a edita Master stiluri text</a:t>
            </a:r>
          </a:p>
        </p:txBody>
      </p:sp>
      <p:sp>
        <p:nvSpPr>
          <p:cNvPr id="10" name="Substituent conținut 5">
            <a:extLst>
              <a:ext uri="{FF2B5EF4-FFF2-40B4-BE49-F238E27FC236}">
                <a16:creationId xmlns:a16="http://schemas.microsoft.com/office/drawing/2014/main" id="{B75F265B-9F81-4A64-A8D4-7D0A31CEA45A}"/>
              </a:ext>
            </a:extLst>
          </p:cNvPr>
          <p:cNvSpPr>
            <a:spLocks noGrp="1"/>
          </p:cNvSpPr>
          <p:nvPr>
            <p:ph sz="quarter" idx="4"/>
          </p:nvPr>
        </p:nvSpPr>
        <p:spPr>
          <a:xfrm>
            <a:off x="6172200" y="2203414"/>
            <a:ext cx="5183188" cy="3397631"/>
          </a:xfrm>
        </p:spPr>
        <p:txBody>
          <a:bodyPr rtlCol="0">
            <a:normAutofit/>
          </a:bodyPr>
          <a:lstStyle>
            <a:lvl1pPr>
              <a:defRPr sz="2000">
                <a:solidFill>
                  <a:schemeClr val="bg2"/>
                </a:solidFill>
              </a:defRPr>
            </a:lvl1pPr>
            <a:lvl2pPr>
              <a:defRPr sz="1800">
                <a:solidFill>
                  <a:schemeClr val="bg2"/>
                </a:solidFill>
              </a:defRPr>
            </a:lvl2pPr>
            <a:lvl3pPr>
              <a:defRPr sz="1600">
                <a:solidFill>
                  <a:schemeClr val="bg2"/>
                </a:solidFill>
              </a:defRPr>
            </a:lvl3pPr>
            <a:lvl4pPr>
              <a:defRPr sz="1400">
                <a:solidFill>
                  <a:schemeClr val="bg2"/>
                </a:solidFill>
              </a:defRPr>
            </a:lvl4pPr>
            <a:lvl5pPr>
              <a:defRPr sz="1400">
                <a:solidFill>
                  <a:schemeClr val="bg2"/>
                </a:solidFill>
              </a:defRPr>
            </a:lvl5pPr>
          </a:lstStyle>
          <a:p>
            <a:pPr lvl="0" rtl="0"/>
            <a:r>
              <a:rPr lang="ro-RO" noProof="0"/>
              <a:t>Faceţi clic pentru a edita Master stiluri text</a:t>
            </a:r>
          </a:p>
          <a:p>
            <a:pPr lvl="1" rtl="0"/>
            <a:r>
              <a:rPr lang="ro-RO" noProof="0"/>
              <a:t>al doilea nivel</a:t>
            </a:r>
          </a:p>
          <a:p>
            <a:pPr lvl="2" rtl="0"/>
            <a:r>
              <a:rPr lang="ro-RO" noProof="0"/>
              <a:t>al treilea nivel</a:t>
            </a:r>
          </a:p>
          <a:p>
            <a:pPr lvl="3" rtl="0"/>
            <a:r>
              <a:rPr lang="ro-RO" noProof="0"/>
              <a:t>al patrulea nivel</a:t>
            </a:r>
          </a:p>
          <a:p>
            <a:pPr lvl="4" rtl="0"/>
            <a:r>
              <a:rPr lang="ro-RO" noProof="0"/>
              <a:t>al cincilea nivel</a:t>
            </a:r>
          </a:p>
        </p:txBody>
      </p:sp>
    </p:spTree>
    <p:extLst>
      <p:ext uri="{BB962C8B-B14F-4D97-AF65-F5344CB8AC3E}">
        <p14:creationId xmlns:p14="http://schemas.microsoft.com/office/powerpoint/2010/main" val="214080301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ținut cu legendă">
    <p:spTree>
      <p:nvGrpSpPr>
        <p:cNvPr id="1" name=""/>
        <p:cNvGrpSpPr/>
        <p:nvPr/>
      </p:nvGrpSpPr>
      <p:grpSpPr>
        <a:xfrm>
          <a:off x="0" y="0"/>
          <a:ext cx="0" cy="0"/>
          <a:chOff x="0" y="0"/>
          <a:chExt cx="0" cy="0"/>
        </a:xfrm>
      </p:grpSpPr>
      <p:sp>
        <p:nvSpPr>
          <p:cNvPr id="7" name="Dreptunghi 6">
            <a:extLst>
              <a:ext uri="{FF2B5EF4-FFF2-40B4-BE49-F238E27FC236}">
                <a16:creationId xmlns:a16="http://schemas.microsoft.com/office/drawing/2014/main" id="{A16E3F0B-343E-4C97-A8D6-C47FCC915F74}"/>
              </a:ext>
            </a:extLst>
          </p:cNvPr>
          <p:cNvSpPr/>
          <p:nvPr userDrawn="1"/>
        </p:nvSpPr>
        <p:spPr>
          <a:xfrm>
            <a:off x="0" y="0"/>
            <a:ext cx="12192000" cy="6858000"/>
          </a:xfrm>
          <a:prstGeom prst="rect">
            <a:avLst/>
          </a:prstGeom>
          <a:gradFill flip="none" rotWithShape="1">
            <a:gsLst>
              <a:gs pos="0">
                <a:schemeClr val="accent2"/>
              </a:gs>
              <a:gs pos="34000">
                <a:srgbClr val="0F1722"/>
              </a:gs>
              <a:gs pos="69000">
                <a:srgbClr val="0F1722"/>
              </a:gs>
              <a:gs pos="100000">
                <a:schemeClr val="accent5"/>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rtl="0"/>
            <a:endParaRPr lang="ro-RO" noProof="0"/>
          </a:p>
        </p:txBody>
      </p:sp>
      <p:sp>
        <p:nvSpPr>
          <p:cNvPr id="3" name="Substituent dată 2">
            <a:extLst>
              <a:ext uri="{FF2B5EF4-FFF2-40B4-BE49-F238E27FC236}">
                <a16:creationId xmlns:a16="http://schemas.microsoft.com/office/drawing/2014/main" id="{046047C4-77C4-4E19-8DD7-2ED3165B7637}"/>
              </a:ext>
            </a:extLst>
          </p:cNvPr>
          <p:cNvSpPr>
            <a:spLocks noGrp="1"/>
          </p:cNvSpPr>
          <p:nvPr>
            <p:ph type="dt" sz="half" idx="10"/>
          </p:nvPr>
        </p:nvSpPr>
        <p:spPr/>
        <p:txBody>
          <a:bodyPr rtlCol="0"/>
          <a:lstStyle/>
          <a:p>
            <a:pPr rtl="0"/>
            <a:r>
              <a:rPr lang="ro-RO" noProof="0"/>
              <a:t>DD.MM.20XX</a:t>
            </a:r>
          </a:p>
        </p:txBody>
      </p:sp>
      <p:sp>
        <p:nvSpPr>
          <p:cNvPr id="4" name="Substituent subsol 3">
            <a:extLst>
              <a:ext uri="{FF2B5EF4-FFF2-40B4-BE49-F238E27FC236}">
                <a16:creationId xmlns:a16="http://schemas.microsoft.com/office/drawing/2014/main" id="{D250B5CF-1C4F-4BA2-8E78-5F48C92A9DA1}"/>
              </a:ext>
            </a:extLst>
          </p:cNvPr>
          <p:cNvSpPr>
            <a:spLocks noGrp="1"/>
          </p:cNvSpPr>
          <p:nvPr>
            <p:ph type="ftr" sz="quarter" idx="11"/>
          </p:nvPr>
        </p:nvSpPr>
        <p:spPr/>
        <p:txBody>
          <a:bodyPr rtlCol="0"/>
          <a:lstStyle/>
          <a:p>
            <a:pPr rtl="0"/>
            <a:r>
              <a:rPr lang="ro-RO" noProof="0"/>
              <a:t>ADĂUGAREA UNUI SUBSOL</a:t>
            </a:r>
          </a:p>
        </p:txBody>
      </p:sp>
      <p:sp>
        <p:nvSpPr>
          <p:cNvPr id="5" name="Substituent număr diapozitiv 4">
            <a:extLst>
              <a:ext uri="{FF2B5EF4-FFF2-40B4-BE49-F238E27FC236}">
                <a16:creationId xmlns:a16="http://schemas.microsoft.com/office/drawing/2014/main" id="{714C6A0A-8A9D-47A1-97DA-BB494915175B}"/>
              </a:ext>
            </a:extLst>
          </p:cNvPr>
          <p:cNvSpPr>
            <a:spLocks noGrp="1"/>
          </p:cNvSpPr>
          <p:nvPr>
            <p:ph type="sldNum" sz="quarter" idx="12"/>
          </p:nvPr>
        </p:nvSpPr>
        <p:spPr/>
        <p:txBody>
          <a:bodyPr rtlCol="0"/>
          <a:lstStyle/>
          <a:p>
            <a:pPr rtl="0"/>
            <a:fld id="{8D581BC7-E183-40DB-AC97-C19EA4EB8894}" type="slidenum">
              <a:rPr lang="ro-RO" noProof="0" smtClean="0"/>
              <a:pPr rtl="0"/>
              <a:t>‹#›</a:t>
            </a:fld>
            <a:endParaRPr lang="ro-RO" noProof="0"/>
          </a:p>
        </p:txBody>
      </p:sp>
      <p:sp>
        <p:nvSpPr>
          <p:cNvPr id="8" name="Titlu 1">
            <a:extLst>
              <a:ext uri="{FF2B5EF4-FFF2-40B4-BE49-F238E27FC236}">
                <a16:creationId xmlns:a16="http://schemas.microsoft.com/office/drawing/2014/main" id="{8A02905C-2C7D-4445-B47F-3EBBA44657F7}"/>
              </a:ext>
            </a:extLst>
          </p:cNvPr>
          <p:cNvSpPr>
            <a:spLocks noGrp="1"/>
          </p:cNvSpPr>
          <p:nvPr>
            <p:ph type="title"/>
          </p:nvPr>
        </p:nvSpPr>
        <p:spPr>
          <a:xfrm>
            <a:off x="839788" y="457200"/>
            <a:ext cx="3932237" cy="1600200"/>
          </a:xfrm>
        </p:spPr>
        <p:txBody>
          <a:bodyPr rtlCol="0" anchor="b"/>
          <a:lstStyle>
            <a:lvl1pPr>
              <a:defRPr sz="3200"/>
            </a:lvl1pPr>
          </a:lstStyle>
          <a:p>
            <a:pPr rtl="0"/>
            <a:r>
              <a:rPr lang="ro-RO" noProof="0"/>
              <a:t>Faceți clic pentru a edita stilul de titlu coordonator</a:t>
            </a:r>
          </a:p>
        </p:txBody>
      </p:sp>
      <p:sp>
        <p:nvSpPr>
          <p:cNvPr id="9" name="Substituent text 3">
            <a:extLst>
              <a:ext uri="{FF2B5EF4-FFF2-40B4-BE49-F238E27FC236}">
                <a16:creationId xmlns:a16="http://schemas.microsoft.com/office/drawing/2014/main" id="{17BC8A51-D50F-4F98-9402-8FF90BD2D1BE}"/>
              </a:ext>
            </a:extLst>
          </p:cNvPr>
          <p:cNvSpPr>
            <a:spLocks noGrp="1"/>
          </p:cNvSpPr>
          <p:nvPr>
            <p:ph type="body" sz="half" idx="2"/>
          </p:nvPr>
        </p:nvSpPr>
        <p:spPr>
          <a:xfrm>
            <a:off x="839788" y="2057400"/>
            <a:ext cx="3932237" cy="3811588"/>
          </a:xfrm>
        </p:spPr>
        <p:txBody>
          <a:bodyPr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ro-RO" noProof="0"/>
              <a:t>Faceţi clic pentru a edita Master stiluri text</a:t>
            </a:r>
          </a:p>
        </p:txBody>
      </p:sp>
      <p:sp>
        <p:nvSpPr>
          <p:cNvPr id="10" name="Substituent conținut 2">
            <a:extLst>
              <a:ext uri="{FF2B5EF4-FFF2-40B4-BE49-F238E27FC236}">
                <a16:creationId xmlns:a16="http://schemas.microsoft.com/office/drawing/2014/main" id="{3AE79E65-3D1E-4444-9BD4-8578BF0C6484}"/>
              </a:ext>
            </a:extLst>
          </p:cNvPr>
          <p:cNvSpPr>
            <a:spLocks noGrp="1"/>
          </p:cNvSpPr>
          <p:nvPr>
            <p:ph idx="1"/>
          </p:nvPr>
        </p:nvSpPr>
        <p:spPr>
          <a:xfrm>
            <a:off x="5183188" y="457201"/>
            <a:ext cx="6172200" cy="5403850"/>
          </a:xfrm>
        </p:spPr>
        <p:txBody>
          <a:bodyPr rtlCol="0">
            <a:normAutofit/>
          </a:bodyPr>
          <a:lstStyle>
            <a:lvl1pPr>
              <a:defRPr sz="2400">
                <a:solidFill>
                  <a:schemeClr val="bg2"/>
                </a:solidFill>
              </a:defRPr>
            </a:lvl1pPr>
            <a:lvl2pPr>
              <a:defRPr sz="2000">
                <a:solidFill>
                  <a:schemeClr val="bg2"/>
                </a:solidFill>
              </a:defRPr>
            </a:lvl2pPr>
            <a:lvl3pPr>
              <a:defRPr sz="1800">
                <a:solidFill>
                  <a:schemeClr val="bg2"/>
                </a:solidFill>
              </a:defRPr>
            </a:lvl3pPr>
            <a:lvl4pPr>
              <a:defRPr sz="1600">
                <a:solidFill>
                  <a:schemeClr val="bg2"/>
                </a:solidFill>
              </a:defRPr>
            </a:lvl4pPr>
            <a:lvl5pPr>
              <a:defRPr sz="1600">
                <a:solidFill>
                  <a:schemeClr val="bg2"/>
                </a:solidFill>
              </a:defRPr>
            </a:lvl5pPr>
            <a:lvl6pPr>
              <a:defRPr sz="2000"/>
            </a:lvl6pPr>
            <a:lvl7pPr>
              <a:defRPr sz="2000"/>
            </a:lvl7pPr>
            <a:lvl8pPr>
              <a:defRPr sz="2000"/>
            </a:lvl8pPr>
            <a:lvl9pPr>
              <a:defRPr sz="2000"/>
            </a:lvl9pPr>
          </a:lstStyle>
          <a:p>
            <a:pPr lvl="0" rtl="0"/>
            <a:r>
              <a:rPr lang="ro-RO" noProof="0"/>
              <a:t>Faceţi clic pentru a edita Master stiluri text</a:t>
            </a:r>
          </a:p>
          <a:p>
            <a:pPr lvl="1" rtl="0"/>
            <a:r>
              <a:rPr lang="ro-RO" noProof="0"/>
              <a:t>al doilea nivel</a:t>
            </a:r>
          </a:p>
          <a:p>
            <a:pPr lvl="2" rtl="0"/>
            <a:r>
              <a:rPr lang="ro-RO" noProof="0"/>
              <a:t>al treilea nivel</a:t>
            </a:r>
          </a:p>
          <a:p>
            <a:pPr lvl="3" rtl="0"/>
            <a:r>
              <a:rPr lang="ro-RO" noProof="0"/>
              <a:t>al patrulea nivel</a:t>
            </a:r>
          </a:p>
          <a:p>
            <a:pPr lvl="4" rtl="0"/>
            <a:r>
              <a:rPr lang="ro-RO" noProof="0"/>
              <a:t>al cincilea nivel</a:t>
            </a:r>
          </a:p>
        </p:txBody>
      </p:sp>
    </p:spTree>
    <p:extLst>
      <p:ext uri="{BB962C8B-B14F-4D97-AF65-F5344CB8AC3E}">
        <p14:creationId xmlns:p14="http://schemas.microsoft.com/office/powerpoint/2010/main" val="212799951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Imagine cu legendă">
    <p:spTree>
      <p:nvGrpSpPr>
        <p:cNvPr id="1" name=""/>
        <p:cNvGrpSpPr/>
        <p:nvPr/>
      </p:nvGrpSpPr>
      <p:grpSpPr>
        <a:xfrm>
          <a:off x="0" y="0"/>
          <a:ext cx="0" cy="0"/>
          <a:chOff x="0" y="0"/>
          <a:chExt cx="0" cy="0"/>
        </a:xfrm>
      </p:grpSpPr>
      <p:sp>
        <p:nvSpPr>
          <p:cNvPr id="7" name="Dreptunghi 6">
            <a:extLst>
              <a:ext uri="{FF2B5EF4-FFF2-40B4-BE49-F238E27FC236}">
                <a16:creationId xmlns:a16="http://schemas.microsoft.com/office/drawing/2014/main" id="{A16E3F0B-343E-4C97-A8D6-C47FCC915F74}"/>
              </a:ext>
            </a:extLst>
          </p:cNvPr>
          <p:cNvSpPr/>
          <p:nvPr userDrawn="1"/>
        </p:nvSpPr>
        <p:spPr>
          <a:xfrm>
            <a:off x="0" y="0"/>
            <a:ext cx="12192000" cy="6858000"/>
          </a:xfrm>
          <a:prstGeom prst="rect">
            <a:avLst/>
          </a:prstGeom>
          <a:gradFill flip="none" rotWithShape="1">
            <a:gsLst>
              <a:gs pos="0">
                <a:schemeClr val="accent2"/>
              </a:gs>
              <a:gs pos="34000">
                <a:srgbClr val="0F1722"/>
              </a:gs>
              <a:gs pos="69000">
                <a:srgbClr val="0F1722"/>
              </a:gs>
              <a:gs pos="100000">
                <a:schemeClr val="accent5"/>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rtl="0"/>
            <a:endParaRPr lang="ro-RO" noProof="0"/>
          </a:p>
        </p:txBody>
      </p:sp>
      <p:sp>
        <p:nvSpPr>
          <p:cNvPr id="3" name="Substituent dată 2">
            <a:extLst>
              <a:ext uri="{FF2B5EF4-FFF2-40B4-BE49-F238E27FC236}">
                <a16:creationId xmlns:a16="http://schemas.microsoft.com/office/drawing/2014/main" id="{046047C4-77C4-4E19-8DD7-2ED3165B7637}"/>
              </a:ext>
            </a:extLst>
          </p:cNvPr>
          <p:cNvSpPr>
            <a:spLocks noGrp="1"/>
          </p:cNvSpPr>
          <p:nvPr>
            <p:ph type="dt" sz="half" idx="10"/>
          </p:nvPr>
        </p:nvSpPr>
        <p:spPr/>
        <p:txBody>
          <a:bodyPr rtlCol="0"/>
          <a:lstStyle/>
          <a:p>
            <a:pPr rtl="0"/>
            <a:r>
              <a:rPr lang="ro-RO" noProof="0"/>
              <a:t>DD.MM.20XX</a:t>
            </a:r>
          </a:p>
        </p:txBody>
      </p:sp>
      <p:sp>
        <p:nvSpPr>
          <p:cNvPr id="4" name="Substituent subsol 3">
            <a:extLst>
              <a:ext uri="{FF2B5EF4-FFF2-40B4-BE49-F238E27FC236}">
                <a16:creationId xmlns:a16="http://schemas.microsoft.com/office/drawing/2014/main" id="{D250B5CF-1C4F-4BA2-8E78-5F48C92A9DA1}"/>
              </a:ext>
            </a:extLst>
          </p:cNvPr>
          <p:cNvSpPr>
            <a:spLocks noGrp="1"/>
          </p:cNvSpPr>
          <p:nvPr>
            <p:ph type="ftr" sz="quarter" idx="11"/>
          </p:nvPr>
        </p:nvSpPr>
        <p:spPr/>
        <p:txBody>
          <a:bodyPr rtlCol="0"/>
          <a:lstStyle/>
          <a:p>
            <a:pPr rtl="0"/>
            <a:r>
              <a:rPr lang="ro-RO" noProof="0"/>
              <a:t>ADĂUGAREA UNUI SUBSOL</a:t>
            </a:r>
          </a:p>
        </p:txBody>
      </p:sp>
      <p:sp>
        <p:nvSpPr>
          <p:cNvPr id="5" name="Substituent număr diapozitiv 4">
            <a:extLst>
              <a:ext uri="{FF2B5EF4-FFF2-40B4-BE49-F238E27FC236}">
                <a16:creationId xmlns:a16="http://schemas.microsoft.com/office/drawing/2014/main" id="{714C6A0A-8A9D-47A1-97DA-BB494915175B}"/>
              </a:ext>
            </a:extLst>
          </p:cNvPr>
          <p:cNvSpPr>
            <a:spLocks noGrp="1"/>
          </p:cNvSpPr>
          <p:nvPr>
            <p:ph type="sldNum" sz="quarter" idx="12"/>
          </p:nvPr>
        </p:nvSpPr>
        <p:spPr/>
        <p:txBody>
          <a:bodyPr rtlCol="0"/>
          <a:lstStyle/>
          <a:p>
            <a:pPr rtl="0"/>
            <a:fld id="{8D581BC7-E183-40DB-AC97-C19EA4EB8894}" type="slidenum">
              <a:rPr lang="ro-RO" noProof="0" smtClean="0"/>
              <a:pPr rtl="0"/>
              <a:t>‹#›</a:t>
            </a:fld>
            <a:endParaRPr lang="ro-RO" noProof="0"/>
          </a:p>
        </p:txBody>
      </p:sp>
      <p:sp>
        <p:nvSpPr>
          <p:cNvPr id="8" name="Titlu 1">
            <a:extLst>
              <a:ext uri="{FF2B5EF4-FFF2-40B4-BE49-F238E27FC236}">
                <a16:creationId xmlns:a16="http://schemas.microsoft.com/office/drawing/2014/main" id="{8A02905C-2C7D-4445-B47F-3EBBA44657F7}"/>
              </a:ext>
            </a:extLst>
          </p:cNvPr>
          <p:cNvSpPr>
            <a:spLocks noGrp="1"/>
          </p:cNvSpPr>
          <p:nvPr>
            <p:ph type="title"/>
          </p:nvPr>
        </p:nvSpPr>
        <p:spPr>
          <a:xfrm>
            <a:off x="839788" y="457200"/>
            <a:ext cx="3932237" cy="1600200"/>
          </a:xfrm>
        </p:spPr>
        <p:txBody>
          <a:bodyPr rtlCol="0" anchor="b"/>
          <a:lstStyle>
            <a:lvl1pPr>
              <a:defRPr sz="3200"/>
            </a:lvl1pPr>
          </a:lstStyle>
          <a:p>
            <a:pPr rtl="0"/>
            <a:r>
              <a:rPr lang="ro-RO" noProof="0"/>
              <a:t>Faceți clic pentru a edita stilul de titlu coordonator</a:t>
            </a:r>
          </a:p>
        </p:txBody>
      </p:sp>
      <p:sp>
        <p:nvSpPr>
          <p:cNvPr id="9" name="Substituent text 3">
            <a:extLst>
              <a:ext uri="{FF2B5EF4-FFF2-40B4-BE49-F238E27FC236}">
                <a16:creationId xmlns:a16="http://schemas.microsoft.com/office/drawing/2014/main" id="{17BC8A51-D50F-4F98-9402-8FF90BD2D1BE}"/>
              </a:ext>
            </a:extLst>
          </p:cNvPr>
          <p:cNvSpPr>
            <a:spLocks noGrp="1"/>
          </p:cNvSpPr>
          <p:nvPr>
            <p:ph type="body" sz="half" idx="2"/>
          </p:nvPr>
        </p:nvSpPr>
        <p:spPr>
          <a:xfrm>
            <a:off x="839788" y="2057400"/>
            <a:ext cx="3932237" cy="3811588"/>
          </a:xfrm>
        </p:spPr>
        <p:txBody>
          <a:bodyPr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ro-RO" noProof="0"/>
              <a:t>Faceţi clic pentru a edita Master stiluri text</a:t>
            </a:r>
          </a:p>
        </p:txBody>
      </p:sp>
      <p:sp>
        <p:nvSpPr>
          <p:cNvPr id="11" name="Substituent imagine 2">
            <a:extLst>
              <a:ext uri="{FF2B5EF4-FFF2-40B4-BE49-F238E27FC236}">
                <a16:creationId xmlns:a16="http://schemas.microsoft.com/office/drawing/2014/main" id="{1D23A006-AC57-4A0B-BC20-6D226A80CC78}"/>
              </a:ext>
            </a:extLst>
          </p:cNvPr>
          <p:cNvSpPr>
            <a:spLocks noGrp="1"/>
          </p:cNvSpPr>
          <p:nvPr>
            <p:ph type="pic" idx="1"/>
          </p:nvPr>
        </p:nvSpPr>
        <p:spPr>
          <a:xfrm>
            <a:off x="5183188" y="457201"/>
            <a:ext cx="6172200" cy="5403850"/>
          </a:xfrm>
        </p:spPr>
        <p:txBody>
          <a:bodyPr rtlCol="0">
            <a:normAutofit/>
          </a:bodyPr>
          <a:lstStyle>
            <a:lvl1pPr marL="0" indent="0">
              <a:buNone/>
              <a:defRPr sz="2400">
                <a:solidFill>
                  <a:schemeClr val="bg2"/>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ro-RO" noProof="0"/>
              <a:t>Faceți clic pe pictogramă pentru a adăuga o imagine</a:t>
            </a:r>
          </a:p>
        </p:txBody>
      </p:sp>
    </p:spTree>
    <p:extLst>
      <p:ext uri="{BB962C8B-B14F-4D97-AF65-F5344CB8AC3E}">
        <p14:creationId xmlns:p14="http://schemas.microsoft.com/office/powerpoint/2010/main" val="258530514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Doar titlu">
    <p:spTree>
      <p:nvGrpSpPr>
        <p:cNvPr id="1" name=""/>
        <p:cNvGrpSpPr/>
        <p:nvPr/>
      </p:nvGrpSpPr>
      <p:grpSpPr>
        <a:xfrm>
          <a:off x="0" y="0"/>
          <a:ext cx="0" cy="0"/>
          <a:chOff x="0" y="0"/>
          <a:chExt cx="0" cy="0"/>
        </a:xfrm>
      </p:grpSpPr>
      <p:sp>
        <p:nvSpPr>
          <p:cNvPr id="7" name="Dreptunghi 6">
            <a:extLst>
              <a:ext uri="{FF2B5EF4-FFF2-40B4-BE49-F238E27FC236}">
                <a16:creationId xmlns:a16="http://schemas.microsoft.com/office/drawing/2014/main" id="{9F05564D-C546-470F-B93C-274AA86CE01F}"/>
              </a:ext>
            </a:extLst>
          </p:cNvPr>
          <p:cNvSpPr/>
          <p:nvPr userDrawn="1"/>
        </p:nvSpPr>
        <p:spPr>
          <a:xfrm>
            <a:off x="0" y="0"/>
            <a:ext cx="12192000" cy="6858000"/>
          </a:xfrm>
          <a:prstGeom prst="rect">
            <a:avLst/>
          </a:prstGeom>
          <a:gradFill flip="none" rotWithShape="1">
            <a:gsLst>
              <a:gs pos="0">
                <a:schemeClr val="accent2"/>
              </a:gs>
              <a:gs pos="34000">
                <a:srgbClr val="0F1722"/>
              </a:gs>
              <a:gs pos="69000">
                <a:srgbClr val="0F1722"/>
              </a:gs>
              <a:gs pos="100000">
                <a:schemeClr val="accent5"/>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rtl="0"/>
            <a:endParaRPr lang="ro-RO" noProof="0"/>
          </a:p>
        </p:txBody>
      </p:sp>
      <p:sp>
        <p:nvSpPr>
          <p:cNvPr id="2" name="Titlu 1">
            <a:extLst>
              <a:ext uri="{FF2B5EF4-FFF2-40B4-BE49-F238E27FC236}">
                <a16:creationId xmlns:a16="http://schemas.microsoft.com/office/drawing/2014/main" id="{7215E379-3C1C-4942-917E-02E25E8CB910}"/>
              </a:ext>
            </a:extLst>
          </p:cNvPr>
          <p:cNvSpPr>
            <a:spLocks noGrp="1"/>
          </p:cNvSpPr>
          <p:nvPr>
            <p:ph type="title"/>
          </p:nvPr>
        </p:nvSpPr>
        <p:spPr>
          <a:xfrm>
            <a:off x="838200" y="365126"/>
            <a:ext cx="10515600" cy="652969"/>
          </a:xfrm>
        </p:spPr>
        <p:txBody>
          <a:bodyPr rtlCol="0"/>
          <a:lstStyle/>
          <a:p>
            <a:pPr rtl="0"/>
            <a:r>
              <a:rPr lang="ro-RO" noProof="0"/>
              <a:t>Faceți clic pentru a edita stilul de titlu coordonator</a:t>
            </a:r>
          </a:p>
        </p:txBody>
      </p:sp>
      <p:sp>
        <p:nvSpPr>
          <p:cNvPr id="3" name="Substituent dată 2">
            <a:extLst>
              <a:ext uri="{FF2B5EF4-FFF2-40B4-BE49-F238E27FC236}">
                <a16:creationId xmlns:a16="http://schemas.microsoft.com/office/drawing/2014/main" id="{046047C4-77C4-4E19-8DD7-2ED3165B7637}"/>
              </a:ext>
            </a:extLst>
          </p:cNvPr>
          <p:cNvSpPr>
            <a:spLocks noGrp="1"/>
          </p:cNvSpPr>
          <p:nvPr>
            <p:ph type="dt" sz="half" idx="10"/>
          </p:nvPr>
        </p:nvSpPr>
        <p:spPr/>
        <p:txBody>
          <a:bodyPr rtlCol="0"/>
          <a:lstStyle/>
          <a:p>
            <a:pPr rtl="0"/>
            <a:r>
              <a:rPr lang="ro-RO" noProof="0"/>
              <a:t>DD.MM.20XX</a:t>
            </a:r>
          </a:p>
        </p:txBody>
      </p:sp>
      <p:sp>
        <p:nvSpPr>
          <p:cNvPr id="4" name="Substituent subsol 3">
            <a:extLst>
              <a:ext uri="{FF2B5EF4-FFF2-40B4-BE49-F238E27FC236}">
                <a16:creationId xmlns:a16="http://schemas.microsoft.com/office/drawing/2014/main" id="{D250B5CF-1C4F-4BA2-8E78-5F48C92A9DA1}"/>
              </a:ext>
            </a:extLst>
          </p:cNvPr>
          <p:cNvSpPr>
            <a:spLocks noGrp="1"/>
          </p:cNvSpPr>
          <p:nvPr>
            <p:ph type="ftr" sz="quarter" idx="11"/>
          </p:nvPr>
        </p:nvSpPr>
        <p:spPr/>
        <p:txBody>
          <a:bodyPr rtlCol="0"/>
          <a:lstStyle/>
          <a:p>
            <a:pPr rtl="0"/>
            <a:r>
              <a:rPr lang="ro-RO" noProof="0"/>
              <a:t>ADĂUGAREA UNUI SUBSOL</a:t>
            </a:r>
          </a:p>
        </p:txBody>
      </p:sp>
      <p:sp>
        <p:nvSpPr>
          <p:cNvPr id="5" name="Substituent număr diapozitiv 4">
            <a:extLst>
              <a:ext uri="{FF2B5EF4-FFF2-40B4-BE49-F238E27FC236}">
                <a16:creationId xmlns:a16="http://schemas.microsoft.com/office/drawing/2014/main" id="{714C6A0A-8A9D-47A1-97DA-BB494915175B}"/>
              </a:ext>
            </a:extLst>
          </p:cNvPr>
          <p:cNvSpPr>
            <a:spLocks noGrp="1"/>
          </p:cNvSpPr>
          <p:nvPr>
            <p:ph type="sldNum" sz="quarter" idx="12"/>
          </p:nvPr>
        </p:nvSpPr>
        <p:spPr/>
        <p:txBody>
          <a:bodyPr rtlCol="0"/>
          <a:lstStyle/>
          <a:p>
            <a:pPr rtl="0"/>
            <a:fld id="{8D581BC7-E183-40DB-AC97-C19EA4EB8894}" type="slidenum">
              <a:rPr lang="ro-RO" noProof="0" smtClean="0"/>
              <a:pPr rtl="0"/>
              <a:t>‹#›</a:t>
            </a:fld>
            <a:endParaRPr lang="ro-RO" noProof="0"/>
          </a:p>
        </p:txBody>
      </p:sp>
    </p:spTree>
    <p:extLst>
      <p:ext uri="{BB962C8B-B14F-4D97-AF65-F5344CB8AC3E}">
        <p14:creationId xmlns:p14="http://schemas.microsoft.com/office/powerpoint/2010/main" val="88399162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Necompletat">
    <p:spTree>
      <p:nvGrpSpPr>
        <p:cNvPr id="1" name=""/>
        <p:cNvGrpSpPr/>
        <p:nvPr/>
      </p:nvGrpSpPr>
      <p:grpSpPr>
        <a:xfrm>
          <a:off x="0" y="0"/>
          <a:ext cx="0" cy="0"/>
          <a:chOff x="0" y="0"/>
          <a:chExt cx="0" cy="0"/>
        </a:xfrm>
      </p:grpSpPr>
      <p:sp>
        <p:nvSpPr>
          <p:cNvPr id="6" name="Dreptunghi 5">
            <a:extLst>
              <a:ext uri="{FF2B5EF4-FFF2-40B4-BE49-F238E27FC236}">
                <a16:creationId xmlns:a16="http://schemas.microsoft.com/office/drawing/2014/main" id="{D9E60A5F-CE74-4F00-A5C2-F9742DDFFF1F}"/>
              </a:ext>
            </a:extLst>
          </p:cNvPr>
          <p:cNvSpPr/>
          <p:nvPr userDrawn="1"/>
        </p:nvSpPr>
        <p:spPr>
          <a:xfrm>
            <a:off x="0" y="0"/>
            <a:ext cx="12192000" cy="6858000"/>
          </a:xfrm>
          <a:prstGeom prst="rect">
            <a:avLst/>
          </a:prstGeom>
          <a:gradFill flip="none" rotWithShape="1">
            <a:gsLst>
              <a:gs pos="0">
                <a:schemeClr val="accent2"/>
              </a:gs>
              <a:gs pos="34000">
                <a:srgbClr val="0F1722"/>
              </a:gs>
              <a:gs pos="69000">
                <a:srgbClr val="0F1722"/>
              </a:gs>
              <a:gs pos="100000">
                <a:schemeClr val="accent5"/>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rtl="0"/>
            <a:endParaRPr lang="ro-RO" noProof="0"/>
          </a:p>
        </p:txBody>
      </p:sp>
      <p:sp>
        <p:nvSpPr>
          <p:cNvPr id="3" name="Substituent dată 2">
            <a:extLst>
              <a:ext uri="{FF2B5EF4-FFF2-40B4-BE49-F238E27FC236}">
                <a16:creationId xmlns:a16="http://schemas.microsoft.com/office/drawing/2014/main" id="{046047C4-77C4-4E19-8DD7-2ED3165B7637}"/>
              </a:ext>
            </a:extLst>
          </p:cNvPr>
          <p:cNvSpPr>
            <a:spLocks noGrp="1"/>
          </p:cNvSpPr>
          <p:nvPr>
            <p:ph type="dt" sz="half" idx="10"/>
          </p:nvPr>
        </p:nvSpPr>
        <p:spPr/>
        <p:txBody>
          <a:bodyPr rtlCol="0"/>
          <a:lstStyle/>
          <a:p>
            <a:pPr rtl="0"/>
            <a:r>
              <a:rPr lang="ro-RO" noProof="0"/>
              <a:t>DD.MM.20XX</a:t>
            </a:r>
          </a:p>
        </p:txBody>
      </p:sp>
      <p:sp>
        <p:nvSpPr>
          <p:cNvPr id="4" name="Substituent subsol 3">
            <a:extLst>
              <a:ext uri="{FF2B5EF4-FFF2-40B4-BE49-F238E27FC236}">
                <a16:creationId xmlns:a16="http://schemas.microsoft.com/office/drawing/2014/main" id="{D250B5CF-1C4F-4BA2-8E78-5F48C92A9DA1}"/>
              </a:ext>
            </a:extLst>
          </p:cNvPr>
          <p:cNvSpPr>
            <a:spLocks noGrp="1"/>
          </p:cNvSpPr>
          <p:nvPr>
            <p:ph type="ftr" sz="quarter" idx="11"/>
          </p:nvPr>
        </p:nvSpPr>
        <p:spPr/>
        <p:txBody>
          <a:bodyPr rtlCol="0"/>
          <a:lstStyle/>
          <a:p>
            <a:pPr rtl="0"/>
            <a:r>
              <a:rPr lang="ro-RO" noProof="0"/>
              <a:t>ADĂUGAREA UNUI SUBSOL</a:t>
            </a:r>
          </a:p>
        </p:txBody>
      </p:sp>
      <p:sp>
        <p:nvSpPr>
          <p:cNvPr id="5" name="Substituent număr diapozitiv 4">
            <a:extLst>
              <a:ext uri="{FF2B5EF4-FFF2-40B4-BE49-F238E27FC236}">
                <a16:creationId xmlns:a16="http://schemas.microsoft.com/office/drawing/2014/main" id="{714C6A0A-8A9D-47A1-97DA-BB494915175B}"/>
              </a:ext>
            </a:extLst>
          </p:cNvPr>
          <p:cNvSpPr>
            <a:spLocks noGrp="1"/>
          </p:cNvSpPr>
          <p:nvPr>
            <p:ph type="sldNum" sz="quarter" idx="12"/>
          </p:nvPr>
        </p:nvSpPr>
        <p:spPr/>
        <p:txBody>
          <a:bodyPr rtlCol="0"/>
          <a:lstStyle/>
          <a:p>
            <a:pPr rtl="0"/>
            <a:fld id="{8D581BC7-E183-40DB-AC97-C19EA4EB8894}" type="slidenum">
              <a:rPr lang="ro-RO" noProof="0" smtClean="0"/>
              <a:pPr rtl="0"/>
              <a:t>‹#›</a:t>
            </a:fld>
            <a:endParaRPr lang="ro-RO" noProof="0"/>
          </a:p>
        </p:txBody>
      </p:sp>
    </p:spTree>
    <p:extLst>
      <p:ext uri="{BB962C8B-B14F-4D97-AF65-F5344CB8AC3E}">
        <p14:creationId xmlns:p14="http://schemas.microsoft.com/office/powerpoint/2010/main" val="2231715845"/>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ubstituent titlu 1">
            <a:extLst>
              <a:ext uri="{FF2B5EF4-FFF2-40B4-BE49-F238E27FC236}">
                <a16:creationId xmlns:a16="http://schemas.microsoft.com/office/drawing/2014/main" id="{6967058B-89E0-4460-AB21-21747CB3A11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pPr rtl="0"/>
            <a:r>
              <a:rPr lang="ro-RO" noProof="0"/>
              <a:t>Faceți clic pentru a edita stilul de titlu coordonator</a:t>
            </a:r>
          </a:p>
        </p:txBody>
      </p:sp>
      <p:sp>
        <p:nvSpPr>
          <p:cNvPr id="3" name="Substituent text 2">
            <a:extLst>
              <a:ext uri="{FF2B5EF4-FFF2-40B4-BE49-F238E27FC236}">
                <a16:creationId xmlns:a16="http://schemas.microsoft.com/office/drawing/2014/main" id="{7201C5EB-04D6-4050-930C-5F6907528D7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rtl="0"/>
            <a:r>
              <a:rPr lang="ro-RO" noProof="0"/>
              <a:t>Editați stilurile de text coordonator</a:t>
            </a:r>
          </a:p>
          <a:p>
            <a:pPr lvl="1" rtl="0"/>
            <a:r>
              <a:rPr lang="ro-RO" noProof="0"/>
              <a:t>Al doilea nivel</a:t>
            </a:r>
          </a:p>
          <a:p>
            <a:pPr lvl="2" rtl="0"/>
            <a:r>
              <a:rPr lang="ro-RO" noProof="0"/>
              <a:t>Al treilea nivel</a:t>
            </a:r>
          </a:p>
          <a:p>
            <a:pPr lvl="3" rtl="0"/>
            <a:r>
              <a:rPr lang="ro-RO" noProof="0"/>
              <a:t>Al patrulea nivel</a:t>
            </a:r>
          </a:p>
          <a:p>
            <a:pPr lvl="4" rtl="0"/>
            <a:r>
              <a:rPr lang="ro-RO" noProof="0"/>
              <a:t>Al cincilea nivel</a:t>
            </a:r>
          </a:p>
        </p:txBody>
      </p:sp>
      <p:sp>
        <p:nvSpPr>
          <p:cNvPr id="4" name="Substituent dată 3">
            <a:extLst>
              <a:ext uri="{FF2B5EF4-FFF2-40B4-BE49-F238E27FC236}">
                <a16:creationId xmlns:a16="http://schemas.microsoft.com/office/drawing/2014/main" id="{A732220F-109C-4A57-81E9-C6279EDA1374}"/>
              </a:ext>
            </a:extLst>
          </p:cNvPr>
          <p:cNvSpPr>
            <a:spLocks noGrp="1"/>
          </p:cNvSpPr>
          <p:nvPr>
            <p:ph type="dt" sz="half" idx="2"/>
          </p:nvPr>
        </p:nvSpPr>
        <p:spPr>
          <a:xfrm>
            <a:off x="10016836" y="5878720"/>
            <a:ext cx="1336964" cy="298800"/>
          </a:xfrm>
          <a:prstGeom prst="rect">
            <a:avLst/>
          </a:prstGeom>
        </p:spPr>
        <p:txBody>
          <a:bodyPr vert="horz" lIns="0" tIns="0" rIns="0" bIns="0" rtlCol="0" anchor="ctr"/>
          <a:lstStyle>
            <a:lvl1pPr algn="r">
              <a:defRPr sz="1000">
                <a:solidFill>
                  <a:schemeClr val="bg1">
                    <a:lumMod val="50000"/>
                    <a:lumOff val="50000"/>
                  </a:schemeClr>
                </a:solidFill>
              </a:defRPr>
            </a:lvl1pPr>
          </a:lstStyle>
          <a:p>
            <a:pPr rtl="0"/>
            <a:r>
              <a:rPr lang="ro-RO" noProof="0"/>
              <a:t>DD.MM.20XX</a:t>
            </a:r>
          </a:p>
        </p:txBody>
      </p:sp>
      <p:sp>
        <p:nvSpPr>
          <p:cNvPr id="5" name="Substituent subsol 4">
            <a:extLst>
              <a:ext uri="{FF2B5EF4-FFF2-40B4-BE49-F238E27FC236}">
                <a16:creationId xmlns:a16="http://schemas.microsoft.com/office/drawing/2014/main" id="{0A25404F-F26F-42E5-BA15-C0373FC1CF2B}"/>
              </a:ext>
            </a:extLst>
          </p:cNvPr>
          <p:cNvSpPr>
            <a:spLocks noGrp="1"/>
          </p:cNvSpPr>
          <p:nvPr>
            <p:ph type="ftr" sz="quarter" idx="3"/>
          </p:nvPr>
        </p:nvSpPr>
        <p:spPr>
          <a:xfrm>
            <a:off x="1169960" y="5878720"/>
            <a:ext cx="2915733" cy="298800"/>
          </a:xfrm>
          <a:prstGeom prst="rect">
            <a:avLst/>
          </a:prstGeom>
        </p:spPr>
        <p:txBody>
          <a:bodyPr vert="horz" lIns="91440" tIns="45720" rIns="91440" bIns="45720" rtlCol="0" anchor="ctr"/>
          <a:lstStyle>
            <a:lvl1pPr algn="l">
              <a:defRPr sz="1000">
                <a:solidFill>
                  <a:schemeClr val="bg1">
                    <a:lumMod val="50000"/>
                    <a:lumOff val="50000"/>
                  </a:schemeClr>
                </a:solidFill>
              </a:defRPr>
            </a:lvl1pPr>
          </a:lstStyle>
          <a:p>
            <a:pPr rtl="0"/>
            <a:r>
              <a:rPr lang="ro-RO" noProof="0"/>
              <a:t>ADĂUGAREA UNUI SUBSOL</a:t>
            </a:r>
          </a:p>
        </p:txBody>
      </p:sp>
      <p:sp>
        <p:nvSpPr>
          <p:cNvPr id="6" name="Substituent număr diapozitiv 5">
            <a:extLst>
              <a:ext uri="{FF2B5EF4-FFF2-40B4-BE49-F238E27FC236}">
                <a16:creationId xmlns:a16="http://schemas.microsoft.com/office/drawing/2014/main" id="{41725174-FA04-488F-9F0C-3CD1D1483FA9}"/>
              </a:ext>
            </a:extLst>
          </p:cNvPr>
          <p:cNvSpPr>
            <a:spLocks noGrp="1"/>
          </p:cNvSpPr>
          <p:nvPr>
            <p:ph type="sldNum" sz="quarter" idx="4"/>
          </p:nvPr>
        </p:nvSpPr>
        <p:spPr>
          <a:xfrm>
            <a:off x="778643" y="5879656"/>
            <a:ext cx="354492" cy="297307"/>
          </a:xfrm>
          <a:prstGeom prst="rect">
            <a:avLst/>
          </a:prstGeom>
        </p:spPr>
        <p:txBody>
          <a:bodyPr vert="horz" lIns="91440" tIns="45720" rIns="91440" bIns="45720" rtlCol="0" anchor="ctr"/>
          <a:lstStyle>
            <a:lvl1pPr algn="ctr">
              <a:defRPr sz="1000">
                <a:solidFill>
                  <a:schemeClr val="bg2"/>
                </a:solidFill>
              </a:defRPr>
            </a:lvl1pPr>
          </a:lstStyle>
          <a:p>
            <a:pPr rtl="0"/>
            <a:fld id="{8D581BC7-E183-40DB-AC97-C19EA4EB8894}" type="slidenum">
              <a:rPr lang="ro-RO" noProof="0" smtClean="0"/>
              <a:pPr rtl="0"/>
              <a:t>‹#›</a:t>
            </a:fld>
            <a:endParaRPr lang="ro-RO" noProof="0"/>
          </a:p>
        </p:txBody>
      </p:sp>
      <p:sp>
        <p:nvSpPr>
          <p:cNvPr id="7" name="Oval 6">
            <a:extLst>
              <a:ext uri="{FF2B5EF4-FFF2-40B4-BE49-F238E27FC236}">
                <a16:creationId xmlns:a16="http://schemas.microsoft.com/office/drawing/2014/main" id="{7FEF1588-F385-48F3-800A-554A9423E77A}"/>
              </a:ext>
            </a:extLst>
          </p:cNvPr>
          <p:cNvSpPr/>
          <p:nvPr userDrawn="1"/>
        </p:nvSpPr>
        <p:spPr>
          <a:xfrm>
            <a:off x="809310" y="5879656"/>
            <a:ext cx="283464" cy="283464"/>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a:p>
        </p:txBody>
      </p:sp>
      <p:cxnSp>
        <p:nvCxnSpPr>
          <p:cNvPr id="10" name="Conector drept 9">
            <a:extLst>
              <a:ext uri="{FF2B5EF4-FFF2-40B4-BE49-F238E27FC236}">
                <a16:creationId xmlns:a16="http://schemas.microsoft.com/office/drawing/2014/main" id="{440B0943-F568-4674-8FA4-B435B1E466AF}"/>
              </a:ext>
            </a:extLst>
          </p:cNvPr>
          <p:cNvCxnSpPr/>
          <p:nvPr userDrawn="1"/>
        </p:nvCxnSpPr>
        <p:spPr>
          <a:xfrm>
            <a:off x="11580000" y="6020920"/>
            <a:ext cx="612000"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62DE7FD5-7941-43A1-8663-42AE40546A4F}"/>
              </a:ext>
            </a:extLst>
          </p:cNvPr>
          <p:cNvSpPr/>
          <p:nvPr userDrawn="1"/>
        </p:nvSpPr>
        <p:spPr>
          <a:xfrm>
            <a:off x="11466563" y="5966056"/>
            <a:ext cx="109728" cy="109728"/>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a:p>
        </p:txBody>
      </p:sp>
      <p:cxnSp>
        <p:nvCxnSpPr>
          <p:cNvPr id="13" name="Conector drept 12">
            <a:extLst>
              <a:ext uri="{FF2B5EF4-FFF2-40B4-BE49-F238E27FC236}">
                <a16:creationId xmlns:a16="http://schemas.microsoft.com/office/drawing/2014/main" id="{97791EE5-EF06-4BF8-84C6-EC24114E73F5}"/>
              </a:ext>
            </a:extLst>
          </p:cNvPr>
          <p:cNvCxnSpPr>
            <a:cxnSpLocks/>
          </p:cNvCxnSpPr>
          <p:nvPr userDrawn="1"/>
        </p:nvCxnSpPr>
        <p:spPr>
          <a:xfrm flipV="1">
            <a:off x="0" y="6020920"/>
            <a:ext cx="803275" cy="468"/>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418611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60" r:id="rId5"/>
    <p:sldLayoutId id="2147483661" r:id="rId6"/>
    <p:sldLayoutId id="2147483662" r:id="rId7"/>
    <p:sldLayoutId id="2147483663" r:id="rId8"/>
    <p:sldLayoutId id="2147483664" r:id="rId9"/>
    <p:sldLayoutId id="2147483665" r:id="rId10"/>
    <p:sldLayoutId id="2147483666" r:id="rId11"/>
    <p:sldLayoutId id="2147483667" r:id="rId12"/>
    <p:sldLayoutId id="2147483668" r:id="rId13"/>
    <p:sldLayoutId id="2147483669" r:id="rId14"/>
    <p:sldLayoutId id="2147483670" r:id="rId15"/>
    <p:sldLayoutId id="2147483671" r:id="rId16"/>
    <p:sldLayoutId id="2147483672" r:id="rId17"/>
    <p:sldLayoutId id="2147483673" r:id="rId18"/>
    <p:sldLayoutId id="2147483674" r:id="rId19"/>
    <p:sldLayoutId id="2147483675" r:id="rId20"/>
    <p:sldLayoutId id="2147483676" r:id="rId21"/>
    <p:sldLayoutId id="2147483677" r:id="rId22"/>
    <p:sldLayoutId id="2147483678" r:id="rId23"/>
    <p:sldLayoutId id="2147483679" r:id="rId24"/>
    <p:sldLayoutId id="2147483680" r:id="rId25"/>
    <p:sldLayoutId id="2147483681" r:id="rId26"/>
    <p:sldLayoutId id="2147483682" r:id="rId27"/>
    <p:sldLayoutId id="2147483683" r:id="rId28"/>
    <p:sldLayoutId id="2147483684" r:id="rId29"/>
    <p:sldLayoutId id="2147483685" r:id="rId30"/>
    <p:sldLayoutId id="2147483686" r:id="rId31"/>
    <p:sldLayoutId id="2147483687" r:id="rId32"/>
    <p:sldLayoutId id="2147483690" r:id="rId33"/>
    <p:sldLayoutId id="2147483691" r:id="rId34"/>
    <p:sldLayoutId id="2147483688" r:id="rId35"/>
    <p:sldLayoutId id="2147483689" r:id="rId36"/>
  </p:sldLayoutIdLst>
  <p:hf hdr="0"/>
  <p:txStyles>
    <p:titleStyle>
      <a:lvl1pPr algn="l" defTabSz="914400" rtl="0" eaLnBrk="1" latinLnBrk="0" hangingPunct="1">
        <a:lnSpc>
          <a:spcPct val="90000"/>
        </a:lnSpc>
        <a:spcBef>
          <a:spcPct val="0"/>
        </a:spcBef>
        <a:buNone/>
        <a:defRPr sz="3600" b="1" kern="1200">
          <a:solidFill>
            <a:schemeClr val="bg2"/>
          </a:solidFill>
          <a:latin typeface="Tahoma" panose="020B060403050404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27" userDrawn="1">
          <p15:clr>
            <a:srgbClr val="F26B43"/>
          </p15:clr>
        </p15:guide>
        <p15:guide id="2" pos="7174" userDrawn="1">
          <p15:clr>
            <a:srgbClr val="F26B43"/>
          </p15:clr>
        </p15:guide>
        <p15:guide id="3" pos="506" userDrawn="1">
          <p15:clr>
            <a:srgbClr val="F26B43"/>
          </p15:clr>
        </p15:guide>
        <p15:guide id="4" orient="horz" pos="3793" userDrawn="1">
          <p15:clr>
            <a:srgbClr val="F26B43"/>
          </p15:clr>
        </p15:guide>
        <p15:guide id="5" pos="3840" userDrawn="1">
          <p15:clr>
            <a:srgbClr val="F26B43"/>
          </p15:clr>
        </p15:guide>
        <p15:guide id="6" orient="horz" pos="2160" userDrawn="1">
          <p15:clr>
            <a:srgbClr val="F26B43"/>
          </p15:clr>
        </p15:guide>
        <p15:guide id="7" pos="3318" userDrawn="1">
          <p15:clr>
            <a:srgbClr val="F26B43"/>
          </p15:clr>
        </p15:guide>
        <p15:guide id="8" pos="4362"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hyperlink" Target="https://www.shop-einstal.ro/pompe-si-hidrofoare/grupuri-de-pompare-ape-curate/grup-pompare-electronic-cu-alternanta-2-x-mci-10-5t-41689301060.html#group=group&amp;photo=id-1" TargetMode="External"/><Relationship Id="rId5" Type="http://schemas.openxmlformats.org/officeDocument/2006/relationships/hyperlink" Target="https://temko.ro/en/produs_category/rectangular-air-ducts/" TargetMode="Externa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hyperlink" Target="https://www.trada.ro/blog/tipuri-de-nituri-popnituri-dimensiuni/" TargetMode="External"/></Relationships>
</file>

<file path=ppt/slides/_rels/slide5.xml.rels><?xml version="1.0" encoding="UTF-8" standalone="yes"?>
<Relationships xmlns="http://schemas.openxmlformats.org/package/2006/relationships"><Relationship Id="rId8" Type="http://schemas.openxmlformats.org/officeDocument/2006/relationships/image" Target="../media/image12.jpeg"/><Relationship Id="rId3" Type="http://schemas.openxmlformats.org/officeDocument/2006/relationships/slideLayout" Target="../slideLayouts/slideLayout23.xml"/><Relationship Id="rId7" Type="http://schemas.openxmlformats.org/officeDocument/2006/relationships/hyperlink" Target="https://www.youtube.com/shorts/b5_gD_w7HEM" TargetMode="External"/><Relationship Id="rId2" Type="http://schemas.openxmlformats.org/officeDocument/2006/relationships/video" Target="https://www.youtube.com/embed/b5_gD_w7HEM?feature=oembed" TargetMode="External"/><Relationship Id="rId1" Type="http://schemas.openxmlformats.org/officeDocument/2006/relationships/video" Target="https://www.youtube.com/embed/IeFmTuqZZao?feature=oembed" TargetMode="External"/><Relationship Id="rId6" Type="http://schemas.openxmlformats.org/officeDocument/2006/relationships/hyperlink" Target="https://www.youtube.com/watch?v=IeFmTuqZZao" TargetMode="External"/><Relationship Id="rId5" Type="http://schemas.openxmlformats.org/officeDocument/2006/relationships/image" Target="../media/image11.jpe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hyperlink" Target="https://www.trada.ro/blog/tipuri-de-nituri-popnituri-dimensiuni/" TargetMode="External"/><Relationship Id="rId5" Type="http://schemas.openxmlformats.org/officeDocument/2006/relationships/image" Target="../media/image14.png"/><Relationship Id="rId4" Type="http://schemas.openxmlformats.org/officeDocument/2006/relationships/hyperlink" Target="https://link.springer.com/chapter/10.1007/978-981-19-8497-6_46" TargetMode="Externa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3.xml"/><Relationship Id="rId1" Type="http://schemas.openxmlformats.org/officeDocument/2006/relationships/video" Target="https://www.youtube.com/embed/5aTL0Jvrf4I?feature=oembed" TargetMode="External"/><Relationship Id="rId5" Type="http://schemas.openxmlformats.org/officeDocument/2006/relationships/hyperlink" Target="https://www.youtube.com/watch?v=5aTL0Jvrf4I" TargetMode="External"/><Relationship Id="rId4" Type="http://schemas.openxmlformats.org/officeDocument/2006/relationships/image" Target="../media/image15.jpe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23.xml"/><Relationship Id="rId4" Type="http://schemas.openxmlformats.org/officeDocument/2006/relationships/hyperlink" Target="https://www.inc.com/jeff-haden/this-is-sign-of-a-great-thinker-according-to-jeff-bezos-adam-grant.html"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gdgi.utcluj.ro/scurtu%20doc/scurtu/Laboratoare%20DTI_IM_MTR/C4.pdf" TargetMode="External"/><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23.xml"/><Relationship Id="rId4" Type="http://schemas.microsoft.com/office/2007/relationships/hdphoto" Target="../media/hdphoto1.wdp"/></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35.xml"/><Relationship Id="rId1" Type="http://schemas.openxmlformats.org/officeDocument/2006/relationships/video" Target="https://www.youtube.com/embed/DJ5Z6cWWJaE?feature=oembed" TargetMode="External"/><Relationship Id="rId5" Type="http://schemas.openxmlformats.org/officeDocument/2006/relationships/hyperlink" Target="https://www.youtube.com/watch?v=DJ5Z6cWWJaE" TargetMode="External"/><Relationship Id="rId4" Type="http://schemas.openxmlformats.org/officeDocument/2006/relationships/image" Target="../media/image19.jpeg"/></Relationships>
</file>

<file path=ppt/slides/_rels/slide14.xml.rels><?xml version="1.0" encoding="UTF-8" standalone="yes"?>
<Relationships xmlns="http://schemas.openxmlformats.org/package/2006/relationships"><Relationship Id="rId3" Type="http://schemas.openxmlformats.org/officeDocument/2006/relationships/hyperlink" Target="https://gdgi.utcluj.ro/scurtu%20doc/scurtu/Laboratoare%20DTI_IM_MTR/C4.pdf" TargetMode="External"/><Relationship Id="rId2" Type="http://schemas.openxmlformats.org/officeDocument/2006/relationships/notesSlide" Target="../notesSlides/notesSlide14.xml"/><Relationship Id="rId1" Type="http://schemas.openxmlformats.org/officeDocument/2006/relationships/slideLayout" Target="../slideLayouts/slideLayout35.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hyperlink" Target="https://gdgi.utcluj.ro/scurtu%20doc/scurtu/Laboratoare%20DTI_IM_MTR/C4.pdf" TargetMode="External"/><Relationship Id="rId2" Type="http://schemas.openxmlformats.org/officeDocument/2006/relationships/notesSlide" Target="../notesSlides/notesSlide15.xml"/><Relationship Id="rId1" Type="http://schemas.openxmlformats.org/officeDocument/2006/relationships/slideLayout" Target="../slideLayouts/slideLayout35.xml"/><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hyperlink" Target="https://gdgi.utcluj.ro/scurtu%20doc/scurtu/Laboratoare%20DTI_IM_MTR/C4.pdf" TargetMode="External"/><Relationship Id="rId2" Type="http://schemas.openxmlformats.org/officeDocument/2006/relationships/notesSlide" Target="../notesSlides/notesSlide16.xml"/><Relationship Id="rId1" Type="http://schemas.openxmlformats.org/officeDocument/2006/relationships/slideLayout" Target="../slideLayouts/slideLayout35.xml"/><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hyperlink" Target="https://gdgi.utcluj.ro/scurtu%20doc/scurtu/Laboratoare%20DTI_IM_MTR/C4.pdf" TargetMode="External"/><Relationship Id="rId2" Type="http://schemas.openxmlformats.org/officeDocument/2006/relationships/notesSlide" Target="../notesSlides/notesSlide17.xml"/><Relationship Id="rId1" Type="http://schemas.openxmlformats.org/officeDocument/2006/relationships/slideLayout" Target="../slideLayouts/slideLayout35.xml"/><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7.xml"/><Relationship Id="rId1" Type="http://schemas.openxmlformats.org/officeDocument/2006/relationships/video" Target="https://www.youtube.com/embed/axo9jUjMqRc?feature=oembed" TargetMode="External"/><Relationship Id="rId5" Type="http://schemas.openxmlformats.org/officeDocument/2006/relationships/image" Target="../media/image24.jpeg"/><Relationship Id="rId4" Type="http://schemas.openxmlformats.org/officeDocument/2006/relationships/hyperlink" Target="https://www.youtube.com/watch?v=axo9jUjMqRc" TargetMode="Externa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5.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35.xml"/><Relationship Id="rId1" Type="http://schemas.openxmlformats.org/officeDocument/2006/relationships/video" Target="https://www.youtube.com/embed/dfXQV3m63ag?feature=oembed" TargetMode="External"/><Relationship Id="rId5" Type="http://schemas.openxmlformats.org/officeDocument/2006/relationships/hyperlink" Target="https://www.youtube.com/watch?v=dfXQV3m63ag" TargetMode="External"/><Relationship Id="rId4" Type="http://schemas.openxmlformats.org/officeDocument/2006/relationships/image" Target="../media/image25.jpe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5.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2.xml"/><Relationship Id="rId1" Type="http://schemas.openxmlformats.org/officeDocument/2006/relationships/video" Target="https://www.youtube.com/embed/C_tlaJQYrVU?feature=oembed" TargetMode="External"/><Relationship Id="rId5" Type="http://schemas.openxmlformats.org/officeDocument/2006/relationships/image" Target="../media/image26.jpeg"/><Relationship Id="rId4" Type="http://schemas.openxmlformats.org/officeDocument/2006/relationships/hyperlink" Target="https://www.youtube.com/watch?v=C_tlaJQYrVU" TargetMode="External"/></Relationships>
</file>

<file path=ppt/slides/_rels/slide24.xml.rels><?xml version="1.0" encoding="UTF-8" standalone="yes"?>
<Relationships xmlns="http://schemas.openxmlformats.org/package/2006/relationships"><Relationship Id="rId8" Type="http://schemas.openxmlformats.org/officeDocument/2006/relationships/image" Target="../media/image28.jpeg"/><Relationship Id="rId3" Type="http://schemas.openxmlformats.org/officeDocument/2006/relationships/slideLayout" Target="../slideLayouts/slideLayout12.xml"/><Relationship Id="rId7" Type="http://schemas.openxmlformats.org/officeDocument/2006/relationships/image" Target="../media/image27.jpeg"/><Relationship Id="rId2" Type="http://schemas.openxmlformats.org/officeDocument/2006/relationships/video" Target="https://www.youtube.com/embed/CIXvfBfrByw?feature=oembed" TargetMode="External"/><Relationship Id="rId1" Type="http://schemas.openxmlformats.org/officeDocument/2006/relationships/video" Target="https://www.youtube.com/embed/vkSiiE6ESkU?feature=oembed" TargetMode="External"/><Relationship Id="rId6" Type="http://schemas.openxmlformats.org/officeDocument/2006/relationships/hyperlink" Target="https://www.youtube.com/watch?v=CIXvfBfrByw" TargetMode="External"/><Relationship Id="rId5" Type="http://schemas.openxmlformats.org/officeDocument/2006/relationships/hyperlink" Target="https://www.youtube.com/watch?v=vkSiiE6ESkU" TargetMode="Externa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8" Type="http://schemas.openxmlformats.org/officeDocument/2006/relationships/image" Target="../media/image30.jpeg"/><Relationship Id="rId3" Type="http://schemas.openxmlformats.org/officeDocument/2006/relationships/slideLayout" Target="../slideLayouts/slideLayout12.xml"/><Relationship Id="rId7" Type="http://schemas.openxmlformats.org/officeDocument/2006/relationships/image" Target="../media/image29.jpeg"/><Relationship Id="rId2" Type="http://schemas.openxmlformats.org/officeDocument/2006/relationships/video" Target="https://www.youtube.com/embed/vfKJKQORHwk?feature=oembed" TargetMode="External"/><Relationship Id="rId1" Type="http://schemas.openxmlformats.org/officeDocument/2006/relationships/video" Target="https://www.youtube.com/embed/dsgGR9T84yQ?feature=oembed" TargetMode="External"/><Relationship Id="rId6" Type="http://schemas.openxmlformats.org/officeDocument/2006/relationships/hyperlink" Target="https://www.youtube.com/watch?v=dsgGR9T84yQ" TargetMode="External"/><Relationship Id="rId5" Type="http://schemas.openxmlformats.org/officeDocument/2006/relationships/hyperlink" Target="https://www.youtube.com/watch?v=vfKJKQORHwk" TargetMode="Externa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5.xml"/></Relationships>
</file>

<file path=ppt/slides/_rels/slide29.xml.rels><?xml version="1.0" encoding="UTF-8" standalone="yes"?>
<Relationships xmlns="http://schemas.openxmlformats.org/package/2006/relationships"><Relationship Id="rId8" Type="http://schemas.openxmlformats.org/officeDocument/2006/relationships/hyperlink" Target="https://www.trada.ro/blog/tipuri-de-nituri-popnituri-dimensiuni/" TargetMode="External"/><Relationship Id="rId3" Type="http://schemas.openxmlformats.org/officeDocument/2006/relationships/hyperlink" Target="http://www.gdgi.utcluj.ro/" TargetMode="External"/><Relationship Id="rId7" Type="http://schemas.openxmlformats.org/officeDocument/2006/relationships/hyperlink" Target="http://www.temko.ro/" TargetMode="External"/><Relationship Id="rId2" Type="http://schemas.openxmlformats.org/officeDocument/2006/relationships/notesSlide" Target="../notesSlides/notesSlide29.xml"/><Relationship Id="rId1" Type="http://schemas.openxmlformats.org/officeDocument/2006/relationships/slideLayout" Target="../slideLayouts/slideLayout17.xml"/><Relationship Id="rId6" Type="http://schemas.openxmlformats.org/officeDocument/2006/relationships/hyperlink" Target="http://www.springer.com/" TargetMode="External"/><Relationship Id="rId5" Type="http://schemas.openxmlformats.org/officeDocument/2006/relationships/hyperlink" Target="http://www.youtube.com/" TargetMode="External"/><Relationship Id="rId4" Type="http://schemas.openxmlformats.org/officeDocument/2006/relationships/hyperlink" Target="https://www.inc.com/jeff-haden/this-is-sign-of-a-great-thinker-according-to-jeff-bezos-adam-grant.html" TargetMode="External"/><Relationship Id="rId9" Type="http://schemas.openxmlformats.org/officeDocument/2006/relationships/image" Target="../media/image31.jpeg"/></Relationships>
</file>

<file path=ppt/slides/_rels/slide30.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30.xml"/><Relationship Id="rId1" Type="http://schemas.openxmlformats.org/officeDocument/2006/relationships/slideLayout" Target="../slideLayouts/slideLayout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u 3">
            <a:extLst>
              <a:ext uri="{FF2B5EF4-FFF2-40B4-BE49-F238E27FC236}">
                <a16:creationId xmlns:a16="http://schemas.microsoft.com/office/drawing/2014/main" id="{54F6FF42-70E3-4A7F-B5D8-2928FCB71A74}"/>
              </a:ext>
            </a:extLst>
          </p:cNvPr>
          <p:cNvSpPr>
            <a:spLocks noGrp="1"/>
          </p:cNvSpPr>
          <p:nvPr>
            <p:ph type="ctrTitle"/>
          </p:nvPr>
        </p:nvSpPr>
        <p:spPr>
          <a:xfrm>
            <a:off x="7776" y="2698113"/>
            <a:ext cx="12176448" cy="1340509"/>
          </a:xfrm>
        </p:spPr>
        <p:txBody>
          <a:bodyPr rtlCol="0">
            <a:normAutofit/>
          </a:bodyPr>
          <a:lstStyle/>
          <a:p>
            <a:r>
              <a:rPr lang="en-GB" sz="4400">
                <a:ea typeface="Tahoma" panose="020B0604030504040204" pitchFamily="34" charset="0"/>
                <a:cs typeface="Tahoma" panose="020B0604030504040204" pitchFamily="34" charset="0"/>
              </a:rPr>
              <a:t>ORGANE DE MA</a:t>
            </a:r>
            <a:r>
              <a:rPr lang="ro-RO" sz="4400">
                <a:ea typeface="Tahoma" panose="020B0604030504040204" pitchFamily="34" charset="0"/>
                <a:cs typeface="Tahoma" panose="020B0604030504040204" pitchFamily="34" charset="0"/>
              </a:rPr>
              <a:t>ȘINI ȘI TEHNOLOGIE MECANICĂ PENTRU INSTALAȚII</a:t>
            </a:r>
          </a:p>
        </p:txBody>
      </p:sp>
      <p:sp>
        <p:nvSpPr>
          <p:cNvPr id="5" name="Subtitlu 4">
            <a:extLst>
              <a:ext uri="{FF2B5EF4-FFF2-40B4-BE49-F238E27FC236}">
                <a16:creationId xmlns:a16="http://schemas.microsoft.com/office/drawing/2014/main" id="{F40A11AA-C85D-4AF4-92B2-0F4E36F4EC91}"/>
              </a:ext>
            </a:extLst>
          </p:cNvPr>
          <p:cNvSpPr>
            <a:spLocks noGrp="1"/>
          </p:cNvSpPr>
          <p:nvPr>
            <p:ph type="subTitle" idx="1"/>
          </p:nvPr>
        </p:nvSpPr>
        <p:spPr/>
        <p:txBody>
          <a:bodyPr rtlCol="0">
            <a:normAutofit/>
          </a:bodyPr>
          <a:lstStyle/>
          <a:p>
            <a:r>
              <a:rPr lang="ro-RO">
                <a:latin typeface="Calibri" panose="020F0502020204030204" pitchFamily="34" charset="0"/>
                <a:ea typeface="Calibri" panose="020F0502020204030204" pitchFamily="34" charset="0"/>
                <a:cs typeface="Calibri" panose="020F0502020204030204" pitchFamily="34" charset="0"/>
              </a:rPr>
              <a:t>Ș. l. dr. ing. </a:t>
            </a:r>
            <a:r>
              <a:rPr lang="en-US">
                <a:latin typeface="Calibri" panose="020F0502020204030204" pitchFamily="34" charset="0"/>
                <a:ea typeface="Calibri" panose="020F0502020204030204" pitchFamily="34" charset="0"/>
                <a:cs typeface="Calibri" panose="020F0502020204030204" pitchFamily="34" charset="0"/>
              </a:rPr>
              <a:t>Constantin CILIBIU</a:t>
            </a:r>
            <a:endParaRPr lang="ro-RO">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0404830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Substituent imagine 11" descr="Fundal abstract&#10;">
            <a:extLst>
              <a:ext uri="{FF2B5EF4-FFF2-40B4-BE49-F238E27FC236}">
                <a16:creationId xmlns:a16="http://schemas.microsoft.com/office/drawing/2014/main" id="{403E5740-1FF0-42AF-A459-70BE0BD24FDC}"/>
              </a:ext>
            </a:extLst>
          </p:cNvPr>
          <p:cNvPicPr>
            <a:picLocks noGrp="1" noChangeAspect="1"/>
          </p:cNvPicPr>
          <p:nvPr>
            <p:ph type="pic" sz="quarter" idx="14"/>
          </p:nvPr>
        </p:nvPicPr>
        <p:blipFill rotWithShape="1">
          <a:blip r:embed="rId3">
            <a:extLst>
              <a:ext uri="{28A0092B-C50C-407E-A947-70E740481C1C}">
                <a14:useLocalDpi xmlns:a14="http://schemas.microsoft.com/office/drawing/2010/main" val="0"/>
              </a:ext>
            </a:extLst>
          </a:blip>
          <a:srcRect/>
          <a:stretch/>
        </p:blipFill>
        <p:spPr/>
      </p:pic>
      <p:sp>
        <p:nvSpPr>
          <p:cNvPr id="2" name="Titlu 1">
            <a:extLst>
              <a:ext uri="{FF2B5EF4-FFF2-40B4-BE49-F238E27FC236}">
                <a16:creationId xmlns:a16="http://schemas.microsoft.com/office/drawing/2014/main" id="{EA4B7241-C2B7-4F61-A69C-236E16A5F62F}"/>
              </a:ext>
            </a:extLst>
          </p:cNvPr>
          <p:cNvSpPr>
            <a:spLocks noGrp="1"/>
          </p:cNvSpPr>
          <p:nvPr>
            <p:ph type="title"/>
          </p:nvPr>
        </p:nvSpPr>
        <p:spPr>
          <a:xfrm>
            <a:off x="6769767" y="2737158"/>
            <a:ext cx="4857456" cy="1383684"/>
          </a:xfrm>
        </p:spPr>
        <p:txBody>
          <a:bodyPr rtlCol="0"/>
          <a:lstStyle/>
          <a:p>
            <a:pPr rtl="0"/>
            <a:r>
              <a:rPr lang="ro-RO" sz="4800"/>
              <a:t>Asamblări nedemontabile</a:t>
            </a:r>
          </a:p>
        </p:txBody>
      </p:sp>
      <p:sp>
        <p:nvSpPr>
          <p:cNvPr id="3" name="Subtitlu 2">
            <a:extLst>
              <a:ext uri="{FF2B5EF4-FFF2-40B4-BE49-F238E27FC236}">
                <a16:creationId xmlns:a16="http://schemas.microsoft.com/office/drawing/2014/main" id="{FDFD3B61-D7B5-4C7A-80FB-02A3436F88E1}"/>
              </a:ext>
            </a:extLst>
          </p:cNvPr>
          <p:cNvSpPr>
            <a:spLocks noGrp="1"/>
          </p:cNvSpPr>
          <p:nvPr>
            <p:ph type="subTitle" idx="1"/>
          </p:nvPr>
        </p:nvSpPr>
        <p:spPr>
          <a:xfrm>
            <a:off x="6769767" y="4468089"/>
            <a:ext cx="4618957" cy="590626"/>
          </a:xfrm>
        </p:spPr>
        <p:txBody>
          <a:bodyPr vert="horz" lIns="0" tIns="0" rIns="0" bIns="0" rtlCol="0" anchor="t">
            <a:normAutofit/>
          </a:bodyPr>
          <a:lstStyle/>
          <a:p>
            <a:pPr rtl="0"/>
            <a:r>
              <a:rPr lang="ro-RO" dirty="0">
                <a:cs typeface="Segoe UI Semibold"/>
              </a:rPr>
              <a:t>Curs 0</a:t>
            </a:r>
            <a:r>
              <a:rPr lang="en-US" dirty="0">
                <a:cs typeface="Segoe UI Semibold"/>
              </a:rPr>
              <a:t>2</a:t>
            </a:r>
            <a:endParaRPr lang="ro-RO" dirty="0">
              <a:cs typeface="Segoe UI Semibold"/>
            </a:endParaRPr>
          </a:p>
        </p:txBody>
      </p:sp>
    </p:spTree>
    <p:extLst>
      <p:ext uri="{BB962C8B-B14F-4D97-AF65-F5344CB8AC3E}">
        <p14:creationId xmlns:p14="http://schemas.microsoft.com/office/powerpoint/2010/main" val="298223155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BD4B26A0-76B0-4D92-8A3B-F4FB7FCBBD52}"/>
              </a:ext>
            </a:extLst>
          </p:cNvPr>
          <p:cNvSpPr>
            <a:spLocks noGrp="1"/>
          </p:cNvSpPr>
          <p:nvPr>
            <p:ph type="title"/>
          </p:nvPr>
        </p:nvSpPr>
        <p:spPr/>
        <p:txBody>
          <a:bodyPr rtlCol="0">
            <a:normAutofit/>
          </a:bodyPr>
          <a:lstStyle/>
          <a:p>
            <a:pPr rtl="0"/>
            <a:r>
              <a:rPr lang="ro-RO" sz="3000"/>
              <a:t>DEFINIȚIE</a:t>
            </a:r>
          </a:p>
        </p:txBody>
      </p:sp>
      <p:sp>
        <p:nvSpPr>
          <p:cNvPr id="3" name="Substituent text 2">
            <a:extLst>
              <a:ext uri="{FF2B5EF4-FFF2-40B4-BE49-F238E27FC236}">
                <a16:creationId xmlns:a16="http://schemas.microsoft.com/office/drawing/2014/main" id="{A50184F8-7D3E-4F39-85DA-53F65AF618F6}"/>
              </a:ext>
            </a:extLst>
          </p:cNvPr>
          <p:cNvSpPr>
            <a:spLocks noGrp="1"/>
          </p:cNvSpPr>
          <p:nvPr>
            <p:ph type="body" idx="1"/>
          </p:nvPr>
        </p:nvSpPr>
        <p:spPr/>
        <p:txBody>
          <a:bodyPr rtlCol="0">
            <a:normAutofit/>
          </a:bodyPr>
          <a:lstStyle/>
          <a:p>
            <a:pPr rtl="0"/>
            <a:r>
              <a:rPr lang="ro-RO" sz="2000" b="1" i="0" u="none" strike="noStrike" baseline="0">
                <a:ea typeface="Calibri" panose="020F0502020204030204" pitchFamily="34" charset="0"/>
                <a:cs typeface="Calibri" panose="020F0502020204030204" pitchFamily="34" charset="0"/>
              </a:rPr>
              <a:t>Asamblările nedemontabile </a:t>
            </a:r>
            <a:endParaRPr lang="ro-RO" sz="2000">
              <a:ea typeface="Calibri" panose="020F0502020204030204" pitchFamily="34" charset="0"/>
              <a:cs typeface="Calibri" panose="020F0502020204030204" pitchFamily="34" charset="0"/>
            </a:endParaRPr>
          </a:p>
        </p:txBody>
      </p:sp>
      <p:sp>
        <p:nvSpPr>
          <p:cNvPr id="5" name="Substituent text 4">
            <a:extLst>
              <a:ext uri="{FF2B5EF4-FFF2-40B4-BE49-F238E27FC236}">
                <a16:creationId xmlns:a16="http://schemas.microsoft.com/office/drawing/2014/main" id="{C7BC30F8-1890-4494-869A-DCD11E9F5FF4}"/>
              </a:ext>
            </a:extLst>
          </p:cNvPr>
          <p:cNvSpPr>
            <a:spLocks noGrp="1"/>
          </p:cNvSpPr>
          <p:nvPr>
            <p:ph type="body" idx="14"/>
          </p:nvPr>
        </p:nvSpPr>
        <p:spPr>
          <a:xfrm>
            <a:off x="826770" y="3619967"/>
            <a:ext cx="5169444" cy="1862482"/>
          </a:xfrm>
        </p:spPr>
        <p:txBody>
          <a:bodyPr rtlCol="0">
            <a:noAutofit/>
          </a:bodyPr>
          <a:lstStyle/>
          <a:p>
            <a:pPr algn="just"/>
            <a:r>
              <a:rPr lang="ro-RO" sz="2000">
                <a:ea typeface="Calibri" panose="020F0502020204030204" pitchFamily="34" charset="0"/>
                <a:cs typeface="Calibri" panose="020F0502020204030204" pitchFamily="34" charset="0"/>
              </a:rPr>
              <a:t>Sunt acele asamblări care nu pot fi demontate fără distrugerea a cel puțin uneia din părțile componente. </a:t>
            </a:r>
          </a:p>
          <a:p>
            <a:pPr algn="just"/>
            <a:r>
              <a:rPr lang="ro-RO" sz="2000">
                <a:ea typeface="Calibri" panose="020F0502020204030204" pitchFamily="34" charset="0"/>
                <a:cs typeface="Calibri" panose="020F0502020204030204" pitchFamily="34" charset="0"/>
              </a:rPr>
              <a:t>Din această categorie fac parte: asamblările </a:t>
            </a:r>
            <a:r>
              <a:rPr lang="ro-RO" sz="2000" b="1">
                <a:ea typeface="Calibri" panose="020F0502020204030204" pitchFamily="34" charset="0"/>
                <a:cs typeface="Calibri" panose="020F0502020204030204" pitchFamily="34" charset="0"/>
              </a:rPr>
              <a:t>nituite</a:t>
            </a:r>
            <a:r>
              <a:rPr lang="ro-RO" sz="2000">
                <a:ea typeface="Calibri" panose="020F0502020204030204" pitchFamily="34" charset="0"/>
                <a:cs typeface="Calibri" panose="020F0502020204030204" pitchFamily="34" charset="0"/>
              </a:rPr>
              <a:t>, asamblările </a:t>
            </a:r>
            <a:r>
              <a:rPr lang="ro-RO" sz="2000" b="1">
                <a:ea typeface="Calibri" panose="020F0502020204030204" pitchFamily="34" charset="0"/>
                <a:cs typeface="Calibri" panose="020F0502020204030204" pitchFamily="34" charset="0"/>
              </a:rPr>
              <a:t>sudate</a:t>
            </a:r>
            <a:r>
              <a:rPr lang="ro-RO" sz="2000">
                <a:ea typeface="Calibri" panose="020F0502020204030204" pitchFamily="34" charset="0"/>
                <a:cs typeface="Calibri" panose="020F0502020204030204" pitchFamily="34" charset="0"/>
              </a:rPr>
              <a:t>, asamblările </a:t>
            </a:r>
            <a:r>
              <a:rPr lang="ro-RO" sz="2000" b="1">
                <a:ea typeface="Calibri" panose="020F0502020204030204" pitchFamily="34" charset="0"/>
                <a:cs typeface="Calibri" panose="020F0502020204030204" pitchFamily="34" charset="0"/>
              </a:rPr>
              <a:t>prin lipire</a:t>
            </a:r>
            <a:r>
              <a:rPr lang="ro-RO" sz="2000">
                <a:ea typeface="Calibri" panose="020F0502020204030204" pitchFamily="34" charset="0"/>
                <a:cs typeface="Calibri" panose="020F0502020204030204" pitchFamily="34" charset="0"/>
              </a:rPr>
              <a:t>, asamblările </a:t>
            </a:r>
            <a:r>
              <a:rPr lang="ro-RO" sz="2000" b="1">
                <a:ea typeface="Calibri" panose="020F0502020204030204" pitchFamily="34" charset="0"/>
                <a:cs typeface="Calibri" panose="020F0502020204030204" pitchFamily="34" charset="0"/>
              </a:rPr>
              <a:t>prin încleiere</a:t>
            </a:r>
            <a:r>
              <a:rPr lang="ro-RO" sz="2000">
                <a:ea typeface="Calibri" panose="020F0502020204030204" pitchFamily="34" charset="0"/>
                <a:cs typeface="Calibri" panose="020F0502020204030204" pitchFamily="34" charset="0"/>
              </a:rPr>
              <a:t>, etc</a:t>
            </a:r>
            <a:r>
              <a:rPr lang="ro-RO" sz="2000" b="0" i="0" u="none" strike="noStrike" baseline="0">
                <a:ea typeface="Calibri" panose="020F0502020204030204" pitchFamily="34" charset="0"/>
                <a:cs typeface="Calibri" panose="020F0502020204030204" pitchFamily="34" charset="0"/>
              </a:rPr>
              <a:t>. </a:t>
            </a:r>
            <a:r>
              <a:rPr lang="en-US" sz="2000">
                <a:ea typeface="Calibri" panose="020F0502020204030204" pitchFamily="34" charset="0"/>
                <a:cs typeface="Calibri" panose="020F0502020204030204" pitchFamily="34" charset="0"/>
              </a:rPr>
              <a:t>[1]</a:t>
            </a:r>
            <a:endParaRPr lang="ro-RO" sz="2000">
              <a:ea typeface="Calibri" panose="020F0502020204030204" pitchFamily="34" charset="0"/>
              <a:cs typeface="Calibri" panose="020F0502020204030204" pitchFamily="34" charset="0"/>
            </a:endParaRPr>
          </a:p>
        </p:txBody>
      </p:sp>
      <p:pic>
        <p:nvPicPr>
          <p:cNvPr id="20" name="Substituent imagine 19" descr="Fundal abstract">
            <a:extLst>
              <a:ext uri="{FF2B5EF4-FFF2-40B4-BE49-F238E27FC236}">
                <a16:creationId xmlns:a16="http://schemas.microsoft.com/office/drawing/2014/main" id="{61169563-0C6E-483D-91B6-7AB8952A8FAF}"/>
              </a:ext>
            </a:extLst>
          </p:cNvPr>
          <p:cNvPicPr>
            <a:picLocks noGrp="1" noChangeAspect="1"/>
          </p:cNvPicPr>
          <p:nvPr>
            <p:ph type="pic" sz="quarter" idx="15"/>
          </p:nvPr>
        </p:nvPicPr>
        <p:blipFill rotWithShape="1">
          <a:blip r:embed="rId3">
            <a:extLst>
              <a:ext uri="{28A0092B-C50C-407E-A947-70E740481C1C}">
                <a14:useLocalDpi xmlns:a14="http://schemas.microsoft.com/office/drawing/2010/main" val="0"/>
              </a:ext>
            </a:extLst>
          </a:blip>
          <a:srcRect/>
          <a:stretch/>
        </p:blipFill>
        <p:spPr>
          <a:xfrm>
            <a:off x="0" y="680480"/>
            <a:ext cx="3288940" cy="1399070"/>
          </a:xfrm>
        </p:spPr>
      </p:pic>
      <p:sp>
        <p:nvSpPr>
          <p:cNvPr id="8" name="Substituent număr diapozitiv 7">
            <a:extLst>
              <a:ext uri="{FF2B5EF4-FFF2-40B4-BE49-F238E27FC236}">
                <a16:creationId xmlns:a16="http://schemas.microsoft.com/office/drawing/2014/main" id="{FE91C663-2D66-4255-91B4-906F720EB8BA}"/>
              </a:ext>
            </a:extLst>
          </p:cNvPr>
          <p:cNvSpPr>
            <a:spLocks noGrp="1"/>
          </p:cNvSpPr>
          <p:nvPr>
            <p:ph type="sldNum" sz="quarter" idx="12"/>
          </p:nvPr>
        </p:nvSpPr>
        <p:spPr/>
        <p:txBody>
          <a:bodyPr rtlCol="0"/>
          <a:lstStyle/>
          <a:p>
            <a:pPr rtl="0"/>
            <a:fld id="{8D581BC7-E183-40DB-AC97-C19EA4EB8894}" type="slidenum">
              <a:rPr lang="ro-RO" smtClean="0"/>
              <a:pPr rtl="0"/>
              <a:t>3</a:t>
            </a:fld>
            <a:endParaRPr lang="ro-RO"/>
          </a:p>
        </p:txBody>
      </p:sp>
      <p:sp>
        <p:nvSpPr>
          <p:cNvPr id="7" name="Substituent subsol 6">
            <a:extLst>
              <a:ext uri="{FF2B5EF4-FFF2-40B4-BE49-F238E27FC236}">
                <a16:creationId xmlns:a16="http://schemas.microsoft.com/office/drawing/2014/main" id="{80B83D80-B29B-48B9-9B34-76AD9399E64D}"/>
              </a:ext>
            </a:extLst>
          </p:cNvPr>
          <p:cNvSpPr>
            <a:spLocks noGrp="1"/>
          </p:cNvSpPr>
          <p:nvPr>
            <p:ph type="ftr" sz="quarter" idx="11"/>
          </p:nvPr>
        </p:nvSpPr>
        <p:spPr/>
        <p:txBody>
          <a:bodyPr rtlCol="0"/>
          <a:lstStyle/>
          <a:p>
            <a:pPr rtl="0"/>
            <a:r>
              <a:rPr lang="ro-RO"/>
              <a:t>Definiție</a:t>
            </a:r>
          </a:p>
        </p:txBody>
      </p:sp>
      <p:sp>
        <p:nvSpPr>
          <p:cNvPr id="6" name="Substituent dată 5">
            <a:extLst>
              <a:ext uri="{FF2B5EF4-FFF2-40B4-BE49-F238E27FC236}">
                <a16:creationId xmlns:a16="http://schemas.microsoft.com/office/drawing/2014/main" id="{5EC88EDC-DE1B-4E22-AB2A-B461D5C81354}"/>
              </a:ext>
            </a:extLst>
          </p:cNvPr>
          <p:cNvSpPr>
            <a:spLocks noGrp="1"/>
          </p:cNvSpPr>
          <p:nvPr>
            <p:ph type="dt" sz="half" idx="10"/>
          </p:nvPr>
        </p:nvSpPr>
        <p:spPr/>
        <p:txBody>
          <a:bodyPr rtlCol="0"/>
          <a:lstStyle/>
          <a:p>
            <a:pPr rtl="0"/>
            <a:r>
              <a:rPr lang="ro-RO"/>
              <a:t>08.10.2025</a:t>
            </a:r>
          </a:p>
        </p:txBody>
      </p:sp>
      <p:pic>
        <p:nvPicPr>
          <p:cNvPr id="1026" name="Picture 2">
            <a:extLst>
              <a:ext uri="{FF2B5EF4-FFF2-40B4-BE49-F238E27FC236}">
                <a16:creationId xmlns:a16="http://schemas.microsoft.com/office/drawing/2014/main" id="{FED17C54-BF45-883C-6DCB-C927E17146A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63749" y="63329"/>
            <a:ext cx="4205904" cy="2942366"/>
          </a:xfrm>
          <a:prstGeom prst="rect">
            <a:avLst/>
          </a:prstGeom>
          <a:noFill/>
          <a:extLst>
            <a:ext uri="{909E8E84-426E-40DD-AFC4-6F175D3DCCD1}">
              <a14:hiddenFill xmlns:a14="http://schemas.microsoft.com/office/drawing/2010/main">
                <a:solidFill>
                  <a:srgbClr val="FFFFFF"/>
                </a:solidFill>
              </a14:hiddenFill>
            </a:ext>
          </a:extLst>
        </p:spPr>
      </p:pic>
      <p:sp>
        <p:nvSpPr>
          <p:cNvPr id="9" name="CasetăText 8">
            <a:extLst>
              <a:ext uri="{FF2B5EF4-FFF2-40B4-BE49-F238E27FC236}">
                <a16:creationId xmlns:a16="http://schemas.microsoft.com/office/drawing/2014/main" id="{FF2FC008-FAEE-AA28-38F6-4C9B348C9B9F}"/>
              </a:ext>
            </a:extLst>
          </p:cNvPr>
          <p:cNvSpPr txBox="1"/>
          <p:nvPr/>
        </p:nvSpPr>
        <p:spPr>
          <a:xfrm>
            <a:off x="7666473" y="2841977"/>
            <a:ext cx="4205904" cy="369332"/>
          </a:xfrm>
          <a:prstGeom prst="rect">
            <a:avLst/>
          </a:prstGeom>
          <a:noFill/>
        </p:spPr>
        <p:txBody>
          <a:bodyPr wrap="square">
            <a:spAutoFit/>
          </a:bodyPr>
          <a:lstStyle/>
          <a:p>
            <a:r>
              <a:rPr lang="ro-RO" b="1">
                <a:solidFill>
                  <a:schemeClr val="tx2"/>
                </a:solidFill>
                <a:ea typeface="Calibri" panose="020F0502020204030204" pitchFamily="34" charset="0"/>
                <a:cs typeface="Calibri" panose="020F0502020204030204" pitchFamily="34" charset="0"/>
              </a:rPr>
              <a:t>Fig. </a:t>
            </a:r>
            <a:r>
              <a:rPr lang="en-US" b="1">
                <a:solidFill>
                  <a:schemeClr val="tx2"/>
                </a:solidFill>
                <a:ea typeface="Calibri" panose="020F0502020204030204" pitchFamily="34" charset="0"/>
                <a:cs typeface="Calibri" panose="020F0502020204030204" pitchFamily="34" charset="0"/>
              </a:rPr>
              <a:t>1</a:t>
            </a:r>
            <a:r>
              <a:rPr lang="ro-RO" b="1">
                <a:solidFill>
                  <a:schemeClr val="tx2"/>
                </a:solidFill>
                <a:ea typeface="Calibri" panose="020F0502020204030204" pitchFamily="34" charset="0"/>
                <a:cs typeface="Calibri" panose="020F0502020204030204" pitchFamily="34" charset="0"/>
              </a:rPr>
              <a:t> Priza de aer rectangulară </a:t>
            </a:r>
            <a:r>
              <a:rPr lang="en-US" b="1">
                <a:solidFill>
                  <a:schemeClr val="tx2"/>
                </a:solidFill>
                <a:ea typeface="Calibri" panose="020F0502020204030204" pitchFamily="34" charset="0"/>
                <a:cs typeface="Calibri" panose="020F0502020204030204" pitchFamily="34" charset="0"/>
              </a:rPr>
              <a:t>[</a:t>
            </a:r>
            <a:r>
              <a:rPr lang="ro-RO" b="1">
                <a:solidFill>
                  <a:schemeClr val="tx2"/>
                </a:solidFill>
                <a:ea typeface="Calibri" panose="020F0502020204030204" pitchFamily="34" charset="0"/>
                <a:cs typeface="Calibri" panose="020F0502020204030204" pitchFamily="34" charset="0"/>
                <a:hlinkClick r:id="rId5"/>
              </a:rPr>
              <a:t>temko</a:t>
            </a:r>
            <a:r>
              <a:rPr lang="en-US" b="1">
                <a:solidFill>
                  <a:schemeClr val="tx2"/>
                </a:solidFill>
                <a:ea typeface="Calibri" panose="020F0502020204030204" pitchFamily="34" charset="0"/>
                <a:cs typeface="Calibri" panose="020F0502020204030204" pitchFamily="34" charset="0"/>
                <a:hlinkClick r:id="rId5"/>
              </a:rPr>
              <a:t>.ro</a:t>
            </a:r>
            <a:r>
              <a:rPr lang="en-US" b="1">
                <a:solidFill>
                  <a:schemeClr val="tx2"/>
                </a:solidFill>
                <a:ea typeface="Calibri" panose="020F0502020204030204" pitchFamily="34" charset="0"/>
                <a:cs typeface="Calibri" panose="020F0502020204030204" pitchFamily="34" charset="0"/>
              </a:rPr>
              <a:t>]</a:t>
            </a:r>
            <a:r>
              <a:rPr lang="ro-RO">
                <a:solidFill>
                  <a:schemeClr val="tx2"/>
                </a:solidFill>
                <a:ea typeface="Calibri" panose="020F0502020204030204" pitchFamily="34" charset="0"/>
                <a:cs typeface="Calibri" panose="020F0502020204030204" pitchFamily="34" charset="0"/>
                <a:hlinkClick r:id="rId6"/>
              </a:rPr>
              <a:t> </a:t>
            </a:r>
            <a:endParaRPr lang="ro-RO"/>
          </a:p>
        </p:txBody>
      </p:sp>
      <p:cxnSp>
        <p:nvCxnSpPr>
          <p:cNvPr id="11" name="Conector drept cu săgeată 10">
            <a:extLst>
              <a:ext uri="{FF2B5EF4-FFF2-40B4-BE49-F238E27FC236}">
                <a16:creationId xmlns:a16="http://schemas.microsoft.com/office/drawing/2014/main" id="{25170AF6-0910-29A8-B358-E7219A541D5F}"/>
              </a:ext>
            </a:extLst>
          </p:cNvPr>
          <p:cNvCxnSpPr>
            <a:cxnSpLocks/>
          </p:cNvCxnSpPr>
          <p:nvPr/>
        </p:nvCxnSpPr>
        <p:spPr>
          <a:xfrm>
            <a:off x="6130581" y="1174229"/>
            <a:ext cx="2272907" cy="1237647"/>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6" name="CasetăText 15">
            <a:extLst>
              <a:ext uri="{FF2B5EF4-FFF2-40B4-BE49-F238E27FC236}">
                <a16:creationId xmlns:a16="http://schemas.microsoft.com/office/drawing/2014/main" id="{FA3013BA-9D8E-2440-CE04-F254B4215CD3}"/>
              </a:ext>
            </a:extLst>
          </p:cNvPr>
          <p:cNvSpPr txBox="1"/>
          <p:nvPr/>
        </p:nvSpPr>
        <p:spPr>
          <a:xfrm>
            <a:off x="4245092" y="804897"/>
            <a:ext cx="1850908"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a:spAutoFit/>
          </a:bodyPr>
          <a:lstStyle/>
          <a:p>
            <a:r>
              <a:rPr lang="ro-RO" sz="1800">
                <a:ea typeface="Calibri" panose="020F0502020204030204" pitchFamily="34" charset="0"/>
                <a:cs typeface="Calibri" panose="020F0502020204030204" pitchFamily="34" charset="0"/>
              </a:rPr>
              <a:t>Asamblare nituită</a:t>
            </a:r>
            <a:endParaRPr lang="ro-RO"/>
          </a:p>
        </p:txBody>
      </p:sp>
      <p:pic>
        <p:nvPicPr>
          <p:cNvPr id="1028" name="Picture 4">
            <a:extLst>
              <a:ext uri="{FF2B5EF4-FFF2-40B4-BE49-F238E27FC236}">
                <a16:creationId xmlns:a16="http://schemas.microsoft.com/office/drawing/2014/main" id="{ACDD6D98-E042-6AAB-6270-FED3C1EF002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966583" y="3429000"/>
            <a:ext cx="4533900" cy="3171825"/>
          </a:xfrm>
          <a:prstGeom prst="rect">
            <a:avLst/>
          </a:prstGeom>
          <a:noFill/>
          <a:extLst>
            <a:ext uri="{909E8E84-426E-40DD-AFC4-6F175D3DCCD1}">
              <a14:hiddenFill xmlns:a14="http://schemas.microsoft.com/office/drawing/2010/main">
                <a:solidFill>
                  <a:srgbClr val="FFFFFF"/>
                </a:solidFill>
              </a14:hiddenFill>
            </a:ext>
          </a:extLst>
        </p:spPr>
      </p:pic>
      <p:sp>
        <p:nvSpPr>
          <p:cNvPr id="17" name="CasetăText 16">
            <a:extLst>
              <a:ext uri="{FF2B5EF4-FFF2-40B4-BE49-F238E27FC236}">
                <a16:creationId xmlns:a16="http://schemas.microsoft.com/office/drawing/2014/main" id="{9BC6032B-0253-CCB1-676E-5A6886485D50}"/>
              </a:ext>
            </a:extLst>
          </p:cNvPr>
          <p:cNvSpPr txBox="1"/>
          <p:nvPr/>
        </p:nvSpPr>
        <p:spPr>
          <a:xfrm>
            <a:off x="6697640" y="6295865"/>
            <a:ext cx="3071785" cy="369332"/>
          </a:xfrm>
          <a:prstGeom prst="rect">
            <a:avLst/>
          </a:prstGeom>
          <a:noFill/>
        </p:spPr>
        <p:txBody>
          <a:bodyPr wrap="square">
            <a:spAutoFit/>
          </a:bodyPr>
          <a:lstStyle/>
          <a:p>
            <a:r>
              <a:rPr lang="ro-RO" b="1">
                <a:solidFill>
                  <a:schemeClr val="tx2"/>
                </a:solidFill>
                <a:ea typeface="Calibri" panose="020F0502020204030204" pitchFamily="34" charset="0"/>
                <a:cs typeface="Calibri" panose="020F0502020204030204" pitchFamily="34" charset="0"/>
              </a:rPr>
              <a:t>Fig. 2 Ramificație Y </a:t>
            </a:r>
            <a:r>
              <a:rPr lang="en-US" b="1">
                <a:solidFill>
                  <a:schemeClr val="tx2"/>
                </a:solidFill>
                <a:ea typeface="Calibri" panose="020F0502020204030204" pitchFamily="34" charset="0"/>
                <a:cs typeface="Calibri" panose="020F0502020204030204" pitchFamily="34" charset="0"/>
              </a:rPr>
              <a:t>[</a:t>
            </a:r>
            <a:r>
              <a:rPr lang="ro-RO" b="1">
                <a:solidFill>
                  <a:schemeClr val="tx2"/>
                </a:solidFill>
                <a:ea typeface="Calibri" panose="020F0502020204030204" pitchFamily="34" charset="0"/>
                <a:cs typeface="Calibri" panose="020F0502020204030204" pitchFamily="34" charset="0"/>
                <a:hlinkClick r:id="rId5"/>
              </a:rPr>
              <a:t>temko</a:t>
            </a:r>
            <a:r>
              <a:rPr lang="en-US" b="1">
                <a:solidFill>
                  <a:schemeClr val="tx2"/>
                </a:solidFill>
                <a:ea typeface="Calibri" panose="020F0502020204030204" pitchFamily="34" charset="0"/>
                <a:cs typeface="Calibri" panose="020F0502020204030204" pitchFamily="34" charset="0"/>
                <a:hlinkClick r:id="rId5"/>
              </a:rPr>
              <a:t>.ro</a:t>
            </a:r>
            <a:r>
              <a:rPr lang="en-US" b="1">
                <a:solidFill>
                  <a:schemeClr val="tx2"/>
                </a:solidFill>
                <a:ea typeface="Calibri" panose="020F0502020204030204" pitchFamily="34" charset="0"/>
                <a:cs typeface="Calibri" panose="020F0502020204030204" pitchFamily="34" charset="0"/>
              </a:rPr>
              <a:t>]</a:t>
            </a:r>
            <a:r>
              <a:rPr lang="ro-RO">
                <a:solidFill>
                  <a:schemeClr val="tx2"/>
                </a:solidFill>
                <a:ea typeface="Calibri" panose="020F0502020204030204" pitchFamily="34" charset="0"/>
                <a:cs typeface="Calibri" panose="020F0502020204030204" pitchFamily="34" charset="0"/>
                <a:hlinkClick r:id="rId6"/>
              </a:rPr>
              <a:t> </a:t>
            </a:r>
            <a:endParaRPr lang="ro-RO"/>
          </a:p>
        </p:txBody>
      </p:sp>
      <p:cxnSp>
        <p:nvCxnSpPr>
          <p:cNvPr id="18" name="Conector drept cu săgeată 17">
            <a:extLst>
              <a:ext uri="{FF2B5EF4-FFF2-40B4-BE49-F238E27FC236}">
                <a16:creationId xmlns:a16="http://schemas.microsoft.com/office/drawing/2014/main" id="{82792775-68AF-3C31-E66B-C0FB52280A27}"/>
              </a:ext>
            </a:extLst>
          </p:cNvPr>
          <p:cNvCxnSpPr>
            <a:cxnSpLocks/>
          </p:cNvCxnSpPr>
          <p:nvPr/>
        </p:nvCxnSpPr>
        <p:spPr>
          <a:xfrm>
            <a:off x="6122782" y="1168154"/>
            <a:ext cx="2110750" cy="4711502"/>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290511190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u 4">
            <a:extLst>
              <a:ext uri="{FF2B5EF4-FFF2-40B4-BE49-F238E27FC236}">
                <a16:creationId xmlns:a16="http://schemas.microsoft.com/office/drawing/2014/main" id="{FF93F71D-1663-42FA-A91E-FA23F03F0287}"/>
              </a:ext>
            </a:extLst>
          </p:cNvPr>
          <p:cNvSpPr>
            <a:spLocks noGrp="1"/>
          </p:cNvSpPr>
          <p:nvPr>
            <p:ph type="title"/>
          </p:nvPr>
        </p:nvSpPr>
        <p:spPr>
          <a:xfrm>
            <a:off x="6894591" y="969431"/>
            <a:ext cx="3572078" cy="804338"/>
          </a:xfrm>
        </p:spPr>
        <p:txBody>
          <a:bodyPr rtlCol="0">
            <a:normAutofit/>
          </a:bodyPr>
          <a:lstStyle/>
          <a:p>
            <a:pPr rtl="0"/>
            <a:r>
              <a:rPr lang="ro-RO" sz="3200" b="1">
                <a:solidFill>
                  <a:schemeClr val="bg2"/>
                </a:solidFill>
                <a:latin typeface="Calibri" panose="020F0502020204030204" pitchFamily="34" charset="0"/>
                <a:ea typeface="Calibri" panose="020F0502020204030204" pitchFamily="34" charset="0"/>
                <a:cs typeface="Calibri" panose="020F0502020204030204" pitchFamily="34" charset="0"/>
              </a:rPr>
              <a:t>Asamblări</a:t>
            </a:r>
            <a:r>
              <a:rPr lang="ro-RO" sz="3200">
                <a:latin typeface="Calibri" panose="020F0502020204030204" pitchFamily="34" charset="0"/>
                <a:ea typeface="Calibri" panose="020F0502020204030204" pitchFamily="34" charset="0"/>
                <a:cs typeface="Calibri" panose="020F0502020204030204" pitchFamily="34" charset="0"/>
              </a:rPr>
              <a:t> nituite [</a:t>
            </a:r>
            <a:r>
              <a:rPr lang="en-US" sz="3200">
                <a:latin typeface="Calibri" panose="020F0502020204030204" pitchFamily="34" charset="0"/>
                <a:ea typeface="Calibri" panose="020F0502020204030204" pitchFamily="34" charset="0"/>
                <a:cs typeface="Calibri" panose="020F0502020204030204" pitchFamily="34" charset="0"/>
              </a:rPr>
              <a:t>1</a:t>
            </a:r>
            <a:r>
              <a:rPr lang="ro-RO" sz="3200">
                <a:latin typeface="Calibri" panose="020F0502020204030204" pitchFamily="34" charset="0"/>
                <a:ea typeface="Calibri" panose="020F0502020204030204" pitchFamily="34" charset="0"/>
                <a:cs typeface="Calibri" panose="020F0502020204030204" pitchFamily="34" charset="0"/>
              </a:rPr>
              <a:t>]</a:t>
            </a:r>
            <a:endParaRPr lang="ro-RO" sz="3000">
              <a:solidFill>
                <a:schemeClr val="tx1"/>
              </a:solidFill>
            </a:endParaRPr>
          </a:p>
        </p:txBody>
      </p:sp>
      <p:sp>
        <p:nvSpPr>
          <p:cNvPr id="6" name="Substituent text 5">
            <a:extLst>
              <a:ext uri="{FF2B5EF4-FFF2-40B4-BE49-F238E27FC236}">
                <a16:creationId xmlns:a16="http://schemas.microsoft.com/office/drawing/2014/main" id="{F62CA978-7F10-45ED-A5E7-73BCC796D219}"/>
              </a:ext>
            </a:extLst>
          </p:cNvPr>
          <p:cNvSpPr>
            <a:spLocks noGrp="1"/>
          </p:cNvSpPr>
          <p:nvPr>
            <p:ph type="body" idx="1"/>
          </p:nvPr>
        </p:nvSpPr>
        <p:spPr>
          <a:xfrm>
            <a:off x="6894591" y="2286776"/>
            <a:ext cx="4473108" cy="325981"/>
          </a:xfrm>
        </p:spPr>
        <p:txBody>
          <a:bodyPr rtlCol="0"/>
          <a:lstStyle/>
          <a:p>
            <a:r>
              <a:rPr lang="ro-RO" b="1">
                <a:latin typeface="Calibri" panose="020F0502020204030204" pitchFamily="34" charset="0"/>
                <a:ea typeface="Calibri" panose="020F0502020204030204" pitchFamily="34" charset="0"/>
                <a:cs typeface="Calibri" panose="020F0502020204030204" pitchFamily="34" charset="0"/>
              </a:rPr>
              <a:t>NITUIREA</a:t>
            </a:r>
          </a:p>
        </p:txBody>
      </p:sp>
      <p:sp>
        <p:nvSpPr>
          <p:cNvPr id="8" name="Substituent text 7">
            <a:extLst>
              <a:ext uri="{FF2B5EF4-FFF2-40B4-BE49-F238E27FC236}">
                <a16:creationId xmlns:a16="http://schemas.microsoft.com/office/drawing/2014/main" id="{1C19D996-1EAD-4EC5-92CC-5A60F9A9E91F}"/>
              </a:ext>
            </a:extLst>
          </p:cNvPr>
          <p:cNvSpPr>
            <a:spLocks noGrp="1"/>
          </p:cNvSpPr>
          <p:nvPr>
            <p:ph type="body" idx="14"/>
          </p:nvPr>
        </p:nvSpPr>
        <p:spPr>
          <a:xfrm>
            <a:off x="6894591" y="2719044"/>
            <a:ext cx="4875877" cy="2767356"/>
          </a:xfrm>
        </p:spPr>
        <p:txBody>
          <a:bodyPr rtlCol="0">
            <a:normAutofit/>
          </a:bodyPr>
          <a:lstStyle/>
          <a:p>
            <a:pPr marL="0" indent="0" algn="just">
              <a:buNone/>
            </a:pPr>
            <a:r>
              <a:rPr lang="ro-RO" sz="1800" b="1"/>
              <a:t>Prin operația de nituire se realizează asamblarea rigidă a două sau mai multe table sau profile cu ajutorul unor piese intermediare numite nituri. </a:t>
            </a:r>
          </a:p>
          <a:p>
            <a:pPr marL="0" indent="0" algn="just">
              <a:buNone/>
            </a:pPr>
            <a:r>
              <a:rPr lang="ro-RO" sz="1800" b="1"/>
              <a:t>Nitul are inițial o formă cilindrică, la unul din capete un cap, iar cel de-al doilea cap se obține prin deformare plastică folosind diverse procedee.</a:t>
            </a:r>
          </a:p>
          <a:p>
            <a:pPr marL="0" indent="0" algn="just">
              <a:buNone/>
            </a:pPr>
            <a:endParaRPr lang="ro-RO" sz="1800" b="1"/>
          </a:p>
          <a:p>
            <a:pPr marL="0" indent="0" algn="just">
              <a:buNone/>
            </a:pPr>
            <a:r>
              <a:rPr lang="ro-RO" sz="1800" b="1"/>
              <a:t>Este utilizată în special acolo unde din diverse motive nu sunt recomandate asamblările sudate.</a:t>
            </a:r>
          </a:p>
        </p:txBody>
      </p:sp>
      <p:sp>
        <p:nvSpPr>
          <p:cNvPr id="4" name="Substituent număr diapozitiv 3">
            <a:extLst>
              <a:ext uri="{FF2B5EF4-FFF2-40B4-BE49-F238E27FC236}">
                <a16:creationId xmlns:a16="http://schemas.microsoft.com/office/drawing/2014/main" id="{494C7D40-6709-40D4-B0FB-9D6311AF439F}"/>
              </a:ext>
            </a:extLst>
          </p:cNvPr>
          <p:cNvSpPr>
            <a:spLocks noGrp="1"/>
          </p:cNvSpPr>
          <p:nvPr>
            <p:ph type="sldNum" sz="quarter" idx="12"/>
          </p:nvPr>
        </p:nvSpPr>
        <p:spPr/>
        <p:txBody>
          <a:bodyPr rtlCol="0"/>
          <a:lstStyle/>
          <a:p>
            <a:pPr rtl="0"/>
            <a:fld id="{8D581BC7-E183-40DB-AC97-C19EA4EB8894}" type="slidenum">
              <a:rPr lang="ro-RO" smtClean="0"/>
              <a:pPr rtl="0"/>
              <a:t>4</a:t>
            </a:fld>
            <a:endParaRPr lang="ro-RO"/>
          </a:p>
        </p:txBody>
      </p:sp>
      <p:sp>
        <p:nvSpPr>
          <p:cNvPr id="3" name="Substituent subsol 2">
            <a:extLst>
              <a:ext uri="{FF2B5EF4-FFF2-40B4-BE49-F238E27FC236}">
                <a16:creationId xmlns:a16="http://schemas.microsoft.com/office/drawing/2014/main" id="{101DB817-586B-493A-922D-54010C888E74}"/>
              </a:ext>
            </a:extLst>
          </p:cNvPr>
          <p:cNvSpPr>
            <a:spLocks noGrp="1"/>
          </p:cNvSpPr>
          <p:nvPr>
            <p:ph type="ftr" sz="quarter" idx="11"/>
          </p:nvPr>
        </p:nvSpPr>
        <p:spPr>
          <a:xfrm>
            <a:off x="1169961" y="5878720"/>
            <a:ext cx="1336964" cy="297307"/>
          </a:xfrm>
        </p:spPr>
        <p:txBody>
          <a:bodyPr rtlCol="0"/>
          <a:lstStyle/>
          <a:p>
            <a:pPr rtl="0"/>
            <a:r>
              <a:rPr lang="ro-RO"/>
              <a:t>Asamblări nituite</a:t>
            </a:r>
          </a:p>
        </p:txBody>
      </p:sp>
      <p:sp>
        <p:nvSpPr>
          <p:cNvPr id="2" name="Substituent dată 1">
            <a:extLst>
              <a:ext uri="{FF2B5EF4-FFF2-40B4-BE49-F238E27FC236}">
                <a16:creationId xmlns:a16="http://schemas.microsoft.com/office/drawing/2014/main" id="{A96AB769-C08B-4A71-BEE7-D771D274389A}"/>
              </a:ext>
            </a:extLst>
          </p:cNvPr>
          <p:cNvSpPr>
            <a:spLocks noGrp="1"/>
          </p:cNvSpPr>
          <p:nvPr>
            <p:ph type="dt" sz="half" idx="10"/>
          </p:nvPr>
        </p:nvSpPr>
        <p:spPr/>
        <p:txBody>
          <a:bodyPr rtlCol="0"/>
          <a:lstStyle/>
          <a:p>
            <a:pPr rtl="0"/>
            <a:r>
              <a:rPr lang="ro-RO"/>
              <a:t>08.10.2025</a:t>
            </a:r>
          </a:p>
        </p:txBody>
      </p:sp>
      <p:pic>
        <p:nvPicPr>
          <p:cNvPr id="2050" name="Picture 2" descr="Nituri exemple">
            <a:extLst>
              <a:ext uri="{FF2B5EF4-FFF2-40B4-BE49-F238E27FC236}">
                <a16:creationId xmlns:a16="http://schemas.microsoft.com/office/drawing/2014/main" id="{7CF3E82B-603E-FB6C-2E2E-28C457ED11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08713" y="1685654"/>
            <a:ext cx="3572078" cy="3572078"/>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sp>
        <p:nvSpPr>
          <p:cNvPr id="7" name="CasetăText 6">
            <a:extLst>
              <a:ext uri="{FF2B5EF4-FFF2-40B4-BE49-F238E27FC236}">
                <a16:creationId xmlns:a16="http://schemas.microsoft.com/office/drawing/2014/main" id="{E8FC6C6E-BA02-B44A-C4C6-E0434DABA0B5}"/>
              </a:ext>
            </a:extLst>
          </p:cNvPr>
          <p:cNvSpPr txBox="1"/>
          <p:nvPr/>
        </p:nvSpPr>
        <p:spPr>
          <a:xfrm>
            <a:off x="1659329" y="5455533"/>
            <a:ext cx="3870845" cy="369332"/>
          </a:xfrm>
          <a:prstGeom prst="rect">
            <a:avLst/>
          </a:prstGeom>
          <a:noFill/>
        </p:spPr>
        <p:txBody>
          <a:bodyPr wrap="square">
            <a:spAutoFit/>
          </a:bodyPr>
          <a:lstStyle/>
          <a:p>
            <a:r>
              <a:rPr lang="ro-RO" b="1">
                <a:solidFill>
                  <a:schemeClr val="tx2"/>
                </a:solidFill>
                <a:ea typeface="Calibri" panose="020F0502020204030204" pitchFamily="34" charset="0"/>
                <a:cs typeface="Calibri" panose="020F0502020204030204" pitchFamily="34" charset="0"/>
              </a:rPr>
              <a:t>Fig. 3 Diverse tipuri de nituri </a:t>
            </a:r>
            <a:r>
              <a:rPr lang="en-US" b="1">
                <a:solidFill>
                  <a:schemeClr val="tx2"/>
                </a:solidFill>
                <a:ea typeface="Calibri" panose="020F0502020204030204" pitchFamily="34" charset="0"/>
                <a:cs typeface="Calibri" panose="020F0502020204030204" pitchFamily="34" charset="0"/>
              </a:rPr>
              <a:t>[</a:t>
            </a:r>
            <a:r>
              <a:rPr lang="ro-RO" b="1">
                <a:solidFill>
                  <a:schemeClr val="tx2"/>
                </a:solidFill>
                <a:ea typeface="Calibri" panose="020F0502020204030204" pitchFamily="34" charset="0"/>
                <a:cs typeface="Calibri" panose="020F0502020204030204" pitchFamily="34" charset="0"/>
                <a:hlinkClick r:id="rId4"/>
              </a:rPr>
              <a:t>trada</a:t>
            </a:r>
            <a:r>
              <a:rPr lang="en-US" b="1">
                <a:solidFill>
                  <a:schemeClr val="tx2"/>
                </a:solidFill>
                <a:ea typeface="Calibri" panose="020F0502020204030204" pitchFamily="34" charset="0"/>
                <a:cs typeface="Calibri" panose="020F0502020204030204" pitchFamily="34" charset="0"/>
                <a:hlinkClick r:id="rId4"/>
              </a:rPr>
              <a:t>.ro</a:t>
            </a:r>
            <a:r>
              <a:rPr lang="en-US" b="1">
                <a:solidFill>
                  <a:schemeClr val="tx2"/>
                </a:solidFill>
                <a:ea typeface="Calibri" panose="020F0502020204030204" pitchFamily="34" charset="0"/>
                <a:cs typeface="Calibri" panose="020F0502020204030204" pitchFamily="34" charset="0"/>
              </a:rPr>
              <a:t>]</a:t>
            </a:r>
            <a:r>
              <a:rPr lang="ro-RO">
                <a:solidFill>
                  <a:schemeClr val="tx2"/>
                </a:solidFill>
                <a:ea typeface="Calibri" panose="020F0502020204030204" pitchFamily="34" charset="0"/>
                <a:cs typeface="Calibri" panose="020F0502020204030204" pitchFamily="34" charset="0"/>
              </a:rPr>
              <a:t> </a:t>
            </a:r>
            <a:endParaRPr lang="ro-RO"/>
          </a:p>
        </p:txBody>
      </p:sp>
      <p:sp>
        <p:nvSpPr>
          <p:cNvPr id="10" name="CasetăText 9">
            <a:extLst>
              <a:ext uri="{FF2B5EF4-FFF2-40B4-BE49-F238E27FC236}">
                <a16:creationId xmlns:a16="http://schemas.microsoft.com/office/drawing/2014/main" id="{A961EACE-05EF-4093-D5D8-C07F73291127}"/>
              </a:ext>
            </a:extLst>
          </p:cNvPr>
          <p:cNvSpPr txBox="1"/>
          <p:nvPr/>
        </p:nvSpPr>
        <p:spPr>
          <a:xfrm>
            <a:off x="582825" y="287524"/>
            <a:ext cx="6023854" cy="1200329"/>
          </a:xfrm>
          <a:prstGeom prst="rect">
            <a:avLst/>
          </a:prstGeom>
          <a:noFill/>
        </p:spPr>
        <p:txBody>
          <a:bodyPr wrap="square">
            <a:spAutoFit/>
          </a:bodyPr>
          <a:lstStyle/>
          <a:p>
            <a:pPr algn="just"/>
            <a:r>
              <a:rPr lang="ro-RO" b="1" i="0">
                <a:solidFill>
                  <a:srgbClr val="7A7A7A"/>
                </a:solidFill>
                <a:effectLst/>
              </a:rPr>
              <a:t>Nitul este un organ de mașină</a:t>
            </a:r>
            <a:r>
              <a:rPr lang="ro-RO" b="0" i="0">
                <a:solidFill>
                  <a:srgbClr val="7A7A7A"/>
                </a:solidFill>
                <a:effectLst/>
              </a:rPr>
              <a:t> utilizat la realizarea îmbinărilor nedemontabile indirecte. Este o tijă metalică (cilindrica), care are un cap de diametru mai mare decât cel al corpului și este utilizată la îmbinarea pieselor metalice.</a:t>
            </a:r>
            <a:endParaRPr lang="ro-RO"/>
          </a:p>
        </p:txBody>
      </p:sp>
    </p:spTree>
    <p:extLst>
      <p:ext uri="{BB962C8B-B14F-4D97-AF65-F5344CB8AC3E}">
        <p14:creationId xmlns:p14="http://schemas.microsoft.com/office/powerpoint/2010/main" val="76429618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stituent număr diapozitiv 4">
            <a:extLst>
              <a:ext uri="{FF2B5EF4-FFF2-40B4-BE49-F238E27FC236}">
                <a16:creationId xmlns:a16="http://schemas.microsoft.com/office/drawing/2014/main" id="{5C57986C-983F-481D-81FB-E03E9127DF12}"/>
              </a:ext>
            </a:extLst>
          </p:cNvPr>
          <p:cNvSpPr>
            <a:spLocks noGrp="1"/>
          </p:cNvSpPr>
          <p:nvPr>
            <p:ph type="sldNum" sz="quarter" idx="12"/>
          </p:nvPr>
        </p:nvSpPr>
        <p:spPr/>
        <p:txBody>
          <a:bodyPr rtlCol="0"/>
          <a:lstStyle/>
          <a:p>
            <a:pPr rtl="0"/>
            <a:fld id="{8D581BC7-E183-40DB-AC97-C19EA4EB8894}" type="slidenum">
              <a:rPr lang="ro-RO" smtClean="0"/>
              <a:t>5</a:t>
            </a:fld>
            <a:endParaRPr lang="ro-RO"/>
          </a:p>
        </p:txBody>
      </p:sp>
      <p:sp>
        <p:nvSpPr>
          <p:cNvPr id="3" name="Substituent dată 2">
            <a:extLst>
              <a:ext uri="{FF2B5EF4-FFF2-40B4-BE49-F238E27FC236}">
                <a16:creationId xmlns:a16="http://schemas.microsoft.com/office/drawing/2014/main" id="{28C55721-47F2-4ED5-B964-D4332938AD7F}"/>
              </a:ext>
            </a:extLst>
          </p:cNvPr>
          <p:cNvSpPr>
            <a:spLocks noGrp="1"/>
          </p:cNvSpPr>
          <p:nvPr>
            <p:ph type="dt" sz="half" idx="10"/>
          </p:nvPr>
        </p:nvSpPr>
        <p:spPr/>
        <p:txBody>
          <a:bodyPr rtlCol="0"/>
          <a:lstStyle/>
          <a:p>
            <a:pPr rtl="0"/>
            <a:r>
              <a:rPr lang="ro-RO"/>
              <a:t>08.10.2025</a:t>
            </a:r>
          </a:p>
        </p:txBody>
      </p:sp>
      <p:sp>
        <p:nvSpPr>
          <p:cNvPr id="2" name="Substituent subsol 2">
            <a:extLst>
              <a:ext uri="{FF2B5EF4-FFF2-40B4-BE49-F238E27FC236}">
                <a16:creationId xmlns:a16="http://schemas.microsoft.com/office/drawing/2014/main" id="{63B88926-0EE9-8BD9-E220-FEE863B3EFB6}"/>
              </a:ext>
            </a:extLst>
          </p:cNvPr>
          <p:cNvSpPr>
            <a:spLocks noGrp="1"/>
          </p:cNvSpPr>
          <p:nvPr>
            <p:ph type="ftr" sz="quarter" idx="11"/>
          </p:nvPr>
        </p:nvSpPr>
        <p:spPr>
          <a:xfrm>
            <a:off x="1169961" y="5878720"/>
            <a:ext cx="1336964" cy="297307"/>
          </a:xfrm>
        </p:spPr>
        <p:txBody>
          <a:bodyPr rtlCol="0"/>
          <a:lstStyle/>
          <a:p>
            <a:pPr rtl="0"/>
            <a:r>
              <a:rPr lang="ro-RO"/>
              <a:t>Asamblări nituite</a:t>
            </a:r>
          </a:p>
        </p:txBody>
      </p:sp>
      <p:pic>
        <p:nvPicPr>
          <p:cNvPr id="7" name="Media online 6" title="How Blind Rivet Works? | State enterprises #rivets #blindrivets #fasteners">
            <a:hlinkClick r:id="" action="ppaction://media"/>
            <a:extLst>
              <a:ext uri="{FF2B5EF4-FFF2-40B4-BE49-F238E27FC236}">
                <a16:creationId xmlns:a16="http://schemas.microsoft.com/office/drawing/2014/main" id="{E539F1C8-2905-FD7D-A6DE-53B0870F13B3}"/>
              </a:ext>
            </a:extLst>
          </p:cNvPr>
          <p:cNvPicPr>
            <a:picLocks noRot="1" noChangeAspect="1"/>
          </p:cNvPicPr>
          <p:nvPr>
            <a:videoFile r:link="rId1"/>
          </p:nvPr>
        </p:nvPicPr>
        <p:blipFill>
          <a:blip r:embed="rId5"/>
          <a:stretch>
            <a:fillRect/>
          </a:stretch>
        </p:blipFill>
        <p:spPr>
          <a:xfrm>
            <a:off x="971801" y="2117833"/>
            <a:ext cx="5372788" cy="3033252"/>
          </a:xfrm>
          <a:prstGeom prst="rect">
            <a:avLst/>
          </a:prstGeom>
        </p:spPr>
      </p:pic>
      <p:sp>
        <p:nvSpPr>
          <p:cNvPr id="11" name="CasetăText 10">
            <a:extLst>
              <a:ext uri="{FF2B5EF4-FFF2-40B4-BE49-F238E27FC236}">
                <a16:creationId xmlns:a16="http://schemas.microsoft.com/office/drawing/2014/main" id="{A5BC7C72-E04B-A8C5-C39A-A1A7FC599407}"/>
              </a:ext>
            </a:extLst>
          </p:cNvPr>
          <p:cNvSpPr txBox="1"/>
          <p:nvPr/>
        </p:nvSpPr>
        <p:spPr>
          <a:xfrm>
            <a:off x="1555190" y="5232389"/>
            <a:ext cx="4206010" cy="646331"/>
          </a:xfrm>
          <a:prstGeom prst="rect">
            <a:avLst/>
          </a:prstGeom>
          <a:noFill/>
        </p:spPr>
        <p:txBody>
          <a:bodyPr wrap="square">
            <a:spAutoFit/>
          </a:bodyPr>
          <a:lstStyle/>
          <a:p>
            <a:pPr algn="ctr"/>
            <a:r>
              <a:rPr lang="ro-RO" b="1">
                <a:solidFill>
                  <a:schemeClr val="tx2"/>
                </a:solidFill>
                <a:ea typeface="Calibri" panose="020F0502020204030204" pitchFamily="34" charset="0"/>
                <a:cs typeface="Calibri" panose="020F0502020204030204" pitchFamily="34" charset="0"/>
              </a:rPr>
              <a:t>Video 1  Procedeu de nituire [</a:t>
            </a:r>
            <a:r>
              <a:rPr lang="ro-RO" b="1">
                <a:solidFill>
                  <a:schemeClr val="tx2"/>
                </a:solidFill>
                <a:ea typeface="Calibri" panose="020F0502020204030204" pitchFamily="34" charset="0"/>
                <a:cs typeface="Calibri" panose="020F0502020204030204" pitchFamily="34" charset="0"/>
                <a:hlinkClick r:id="rId6"/>
              </a:rPr>
              <a:t>www.youtube.com</a:t>
            </a:r>
            <a:r>
              <a:rPr lang="en-US" b="1">
                <a:solidFill>
                  <a:schemeClr val="tx2"/>
                </a:solidFill>
                <a:ea typeface="Calibri" panose="020F0502020204030204" pitchFamily="34" charset="0"/>
                <a:cs typeface="Calibri" panose="020F0502020204030204" pitchFamily="34" charset="0"/>
              </a:rPr>
              <a:t>]</a:t>
            </a:r>
            <a:endParaRPr lang="ro-RO"/>
          </a:p>
        </p:txBody>
      </p:sp>
      <p:sp>
        <p:nvSpPr>
          <p:cNvPr id="13" name="Titlu 5">
            <a:extLst>
              <a:ext uri="{FF2B5EF4-FFF2-40B4-BE49-F238E27FC236}">
                <a16:creationId xmlns:a16="http://schemas.microsoft.com/office/drawing/2014/main" id="{008E8A5E-F4F3-9A27-C7E3-0B1358F552CD}"/>
              </a:ext>
            </a:extLst>
          </p:cNvPr>
          <p:cNvSpPr>
            <a:spLocks noGrp="1"/>
          </p:cNvSpPr>
          <p:nvPr>
            <p:ph type="title"/>
          </p:nvPr>
        </p:nvSpPr>
        <p:spPr>
          <a:xfrm>
            <a:off x="355349" y="340400"/>
            <a:ext cx="6429983" cy="1270261"/>
          </a:xfrm>
        </p:spPr>
        <p:txBody>
          <a:bodyPr rtlCol="0">
            <a:noAutofit/>
          </a:bodyPr>
          <a:lstStyle/>
          <a:p>
            <a:pPr algn="just" rtl="0"/>
            <a:r>
              <a:rPr lang="ro-RO" sz="1800">
                <a:solidFill>
                  <a:schemeClr val="tx2"/>
                </a:solidFill>
                <a:latin typeface="+mn-lt"/>
              </a:rPr>
              <a:t>Procesul de instalare a unui nit orb implică inserarea unui cui în interiorul </a:t>
            </a:r>
            <a:r>
              <a:rPr lang="ro-RO" sz="1800" err="1">
                <a:solidFill>
                  <a:schemeClr val="tx2"/>
                </a:solidFill>
                <a:latin typeface="+mn-lt"/>
              </a:rPr>
              <a:t>niturii</a:t>
            </a:r>
            <a:r>
              <a:rPr lang="ro-RO" sz="1800">
                <a:solidFill>
                  <a:schemeClr val="tx2"/>
                </a:solidFill>
                <a:latin typeface="+mn-lt"/>
              </a:rPr>
              <a:t>, iar când acesta este tras, partea interioară a </a:t>
            </a:r>
            <a:r>
              <a:rPr lang="ro-RO" sz="1800" err="1">
                <a:solidFill>
                  <a:schemeClr val="tx2"/>
                </a:solidFill>
                <a:latin typeface="+mn-lt"/>
              </a:rPr>
              <a:t>niturii</a:t>
            </a:r>
            <a:r>
              <a:rPr lang="ro-RO" sz="1800">
                <a:solidFill>
                  <a:schemeClr val="tx2"/>
                </a:solidFill>
                <a:latin typeface="+mn-lt"/>
              </a:rPr>
              <a:t> se </a:t>
            </a:r>
            <a:r>
              <a:rPr lang="ro-RO" sz="1800" err="1">
                <a:solidFill>
                  <a:schemeClr val="tx2"/>
                </a:solidFill>
                <a:latin typeface="+mn-lt"/>
              </a:rPr>
              <a:t>expandează</a:t>
            </a:r>
            <a:r>
              <a:rPr lang="ro-RO" sz="1800">
                <a:solidFill>
                  <a:schemeClr val="tx2"/>
                </a:solidFill>
                <a:latin typeface="+mn-lt"/>
              </a:rPr>
              <a:t>, asigurând o fixare solidă între cele două suprafețe. Acest mecanism le permite să fie folosite în locuri în care nu se poate ajunge decât dintr-o singură direcție.</a:t>
            </a:r>
          </a:p>
        </p:txBody>
      </p:sp>
      <p:sp>
        <p:nvSpPr>
          <p:cNvPr id="17" name="CasetăText 16">
            <a:extLst>
              <a:ext uri="{FF2B5EF4-FFF2-40B4-BE49-F238E27FC236}">
                <a16:creationId xmlns:a16="http://schemas.microsoft.com/office/drawing/2014/main" id="{95DB7B1E-1D1E-38E7-E902-EDB665FE892F}"/>
              </a:ext>
            </a:extLst>
          </p:cNvPr>
          <p:cNvSpPr txBox="1"/>
          <p:nvPr/>
        </p:nvSpPr>
        <p:spPr>
          <a:xfrm>
            <a:off x="6768240" y="6216151"/>
            <a:ext cx="4454569" cy="369332"/>
          </a:xfrm>
          <a:prstGeom prst="rect">
            <a:avLst/>
          </a:prstGeom>
          <a:noFill/>
        </p:spPr>
        <p:txBody>
          <a:bodyPr wrap="square">
            <a:spAutoFit/>
          </a:bodyPr>
          <a:lstStyle/>
          <a:p>
            <a:pPr algn="ctr"/>
            <a:r>
              <a:rPr lang="ro-RO" b="1">
                <a:solidFill>
                  <a:schemeClr val="tx2"/>
                </a:solidFill>
                <a:ea typeface="Calibri" panose="020F0502020204030204" pitchFamily="34" charset="0"/>
                <a:cs typeface="Calibri" panose="020F0502020204030204" pitchFamily="34" charset="0"/>
              </a:rPr>
              <a:t>Video 2  Tipuri de nituri [</a:t>
            </a:r>
            <a:r>
              <a:rPr lang="ro-RO" b="1">
                <a:solidFill>
                  <a:schemeClr val="tx2"/>
                </a:solidFill>
                <a:ea typeface="Calibri" panose="020F0502020204030204" pitchFamily="34" charset="0"/>
                <a:cs typeface="Calibri" panose="020F0502020204030204" pitchFamily="34" charset="0"/>
                <a:hlinkClick r:id="rId7"/>
              </a:rPr>
              <a:t>www.youtube.com</a:t>
            </a:r>
            <a:r>
              <a:rPr lang="en-US" b="1">
                <a:solidFill>
                  <a:schemeClr val="tx2"/>
                </a:solidFill>
                <a:ea typeface="Calibri" panose="020F0502020204030204" pitchFamily="34" charset="0"/>
                <a:cs typeface="Calibri" panose="020F0502020204030204" pitchFamily="34" charset="0"/>
              </a:rPr>
              <a:t>]</a:t>
            </a:r>
            <a:endParaRPr lang="ro-RO"/>
          </a:p>
        </p:txBody>
      </p:sp>
      <p:pic>
        <p:nvPicPr>
          <p:cNvPr id="4" name="Media online 3" title="Various types of rivets #rivets#poprivet #blindrivet #rivet#kseet">
            <a:hlinkClick r:id="" action="ppaction://media"/>
            <a:extLst>
              <a:ext uri="{FF2B5EF4-FFF2-40B4-BE49-F238E27FC236}">
                <a16:creationId xmlns:a16="http://schemas.microsoft.com/office/drawing/2014/main" id="{EC83B339-6432-2C4A-BED6-42EF1334F0EC}"/>
              </a:ext>
            </a:extLst>
          </p:cNvPr>
          <p:cNvPicPr>
            <a:picLocks noRot="1" noChangeAspect="1"/>
          </p:cNvPicPr>
          <p:nvPr>
            <a:videoFile r:link="rId2"/>
          </p:nvPr>
        </p:nvPicPr>
        <p:blipFill>
          <a:blip r:embed="rId8"/>
          <a:stretch>
            <a:fillRect/>
          </a:stretch>
        </p:blipFill>
        <p:spPr>
          <a:xfrm>
            <a:off x="7354241" y="333088"/>
            <a:ext cx="3282569" cy="5814143"/>
          </a:xfrm>
          <a:prstGeom prst="rect">
            <a:avLst/>
          </a:prstGeom>
        </p:spPr>
      </p:pic>
    </p:spTree>
    <p:extLst>
      <p:ext uri="{BB962C8B-B14F-4D97-AF65-F5344CB8AC3E}">
        <p14:creationId xmlns:p14="http://schemas.microsoft.com/office/powerpoint/2010/main" val="256886737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7"/>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7"/>
                </p:tgtEl>
              </p:cMediaNode>
            </p:video>
            <p:seq concurrent="1" nextAc="seek">
              <p:cTn id="12" restart="whenNotActive" fill="hold" evtFilter="cancelBubble" nodeType="interactiveSeq">
                <p:stCondLst>
                  <p:cond evt="onClick" delay="0">
                    <p:tgtEl>
                      <p:spTgt spid="7"/>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7"/>
                                        </p:tgtEl>
                                      </p:cBhvr>
                                    </p:cmd>
                                  </p:childTnLst>
                                </p:cTn>
                              </p:par>
                            </p:childTnLst>
                          </p:cTn>
                        </p:par>
                      </p:childTnLst>
                    </p:cTn>
                  </p:par>
                </p:childTnLst>
              </p:cTn>
              <p:nextCondLst>
                <p:cond evt="onClick" delay="0">
                  <p:tgtEl>
                    <p:spTgt spid="7"/>
                  </p:tgtEl>
                </p:cond>
              </p:nextCondLst>
            </p:seq>
            <p:video>
              <p:cMediaNode vol="80000">
                <p:cTn id="17" fill="hold" display="0">
                  <p:stCondLst>
                    <p:cond delay="indefinite"/>
                  </p:stCondLst>
                </p:cTn>
                <p:tgtEl>
                  <p:spTgt spid="4"/>
                </p:tgtEl>
              </p:cMediaNode>
            </p:video>
            <p:seq concurrent="1" nextAc="seek">
              <p:cTn id="18" restart="whenNotActive" fill="hold" evtFilter="cancelBubble" nodeType="interactiveSeq">
                <p:stCondLst>
                  <p:cond evt="onClick" delay="0">
                    <p:tgtEl>
                      <p:spTgt spid="4"/>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B0406C22-D0C4-4D8E-86F7-1A902F1CA7AB}"/>
              </a:ext>
            </a:extLst>
          </p:cNvPr>
          <p:cNvSpPr>
            <a:spLocks noGrp="1"/>
          </p:cNvSpPr>
          <p:nvPr>
            <p:ph type="title"/>
          </p:nvPr>
        </p:nvSpPr>
        <p:spPr>
          <a:xfrm>
            <a:off x="321443" y="2158989"/>
            <a:ext cx="3330979" cy="804338"/>
          </a:xfrm>
        </p:spPr>
        <p:txBody>
          <a:bodyPr rtlCol="0">
            <a:normAutofit fontScale="90000"/>
          </a:bodyPr>
          <a:lstStyle/>
          <a:p>
            <a:pPr rtl="0"/>
            <a:r>
              <a:rPr lang="ro-RO" sz="3000"/>
              <a:t>Tipuri de nituri </a:t>
            </a:r>
            <a:r>
              <a:rPr lang="en-US" sz="3200">
                <a:ea typeface="Calibri" panose="020F0502020204030204" pitchFamily="34" charset="0"/>
                <a:cs typeface="Calibri" panose="020F0502020204030204" pitchFamily="34" charset="0"/>
              </a:rPr>
              <a:t>[8]</a:t>
            </a:r>
            <a:r>
              <a:rPr lang="ro-RO" sz="3000"/>
              <a:t> </a:t>
            </a:r>
          </a:p>
        </p:txBody>
      </p:sp>
      <p:sp>
        <p:nvSpPr>
          <p:cNvPr id="7" name="Substituent text 6">
            <a:extLst>
              <a:ext uri="{FF2B5EF4-FFF2-40B4-BE49-F238E27FC236}">
                <a16:creationId xmlns:a16="http://schemas.microsoft.com/office/drawing/2014/main" id="{1EBE5B37-5B62-411B-BD45-E04DD958A3F9}"/>
              </a:ext>
            </a:extLst>
          </p:cNvPr>
          <p:cNvSpPr>
            <a:spLocks noGrp="1"/>
          </p:cNvSpPr>
          <p:nvPr>
            <p:ph type="body" idx="14"/>
          </p:nvPr>
        </p:nvSpPr>
        <p:spPr>
          <a:xfrm>
            <a:off x="321443" y="3296351"/>
            <a:ext cx="5522735" cy="2725069"/>
          </a:xfrm>
        </p:spPr>
        <p:txBody>
          <a:bodyPr rtlCol="0">
            <a:noAutofit/>
          </a:bodyPr>
          <a:lstStyle/>
          <a:p>
            <a:pPr marL="0" indent="0" algn="just">
              <a:buNone/>
            </a:pPr>
            <a:r>
              <a:rPr lang="ro-RO" sz="1800" b="0" i="0" u="none" strike="noStrike" baseline="0"/>
              <a:t>Niturile se pot găsi pe piață sub diferite forme, dimensiuni și materiale. Există diverse tipuri de nituri pop întâlnite și sub denumirea de </a:t>
            </a:r>
            <a:r>
              <a:rPr lang="ro-RO" sz="1800" b="0" i="0" u="none" strike="noStrike" baseline="0" err="1"/>
              <a:t>popnituri</a:t>
            </a:r>
            <a:r>
              <a:rPr lang="ro-RO" sz="1800" b="0" i="0" u="none" strike="noStrike" baseline="0"/>
              <a:t>, clasificate după diverse aspecte:</a:t>
            </a:r>
          </a:p>
          <a:p>
            <a:pPr algn="just"/>
            <a:r>
              <a:rPr lang="ro-RO" sz="1800" b="1" i="0" u="none" strike="noStrike" baseline="0"/>
              <a:t>forma capului</a:t>
            </a:r>
            <a:r>
              <a:rPr lang="en-US" sz="1800" b="1" i="0" u="none" strike="noStrike" baseline="0"/>
              <a:t> </a:t>
            </a:r>
            <a:r>
              <a:rPr lang="ro-RO" sz="1800" b="1" i="0" u="none" strike="noStrike" baseline="0"/>
              <a:t>sau forma tijei</a:t>
            </a:r>
          </a:p>
          <a:p>
            <a:pPr algn="just"/>
            <a:r>
              <a:rPr lang="ro-RO" sz="1800" b="1" i="0" u="none" strike="noStrike" baseline="0"/>
              <a:t>materialul din care sunt prelucrate</a:t>
            </a:r>
          </a:p>
          <a:p>
            <a:pPr algn="just"/>
            <a:r>
              <a:rPr lang="ro-RO" sz="1800" b="1" i="0" u="none" strike="noStrike" baseline="0"/>
              <a:t>rolul pe care </a:t>
            </a:r>
            <a:r>
              <a:rPr lang="ro-RO" sz="1800" b="1"/>
              <a:t>î</a:t>
            </a:r>
            <a:r>
              <a:rPr lang="ro-RO" sz="1800" b="1" i="0" u="none" strike="noStrike" baseline="0"/>
              <a:t>l îndeplinesc (rezistență sau etanșeitate)</a:t>
            </a:r>
          </a:p>
          <a:p>
            <a:pPr algn="just"/>
            <a:r>
              <a:rPr lang="ro-RO" sz="1800" b="1" i="0" u="none" strike="noStrike" baseline="0"/>
              <a:t>dimensiune (diametru și lungime)</a:t>
            </a:r>
            <a:endParaRPr lang="ro-RO" sz="1800" b="1"/>
          </a:p>
        </p:txBody>
      </p:sp>
      <p:sp>
        <p:nvSpPr>
          <p:cNvPr id="5" name="Substituent număr diapozitiv 4">
            <a:extLst>
              <a:ext uri="{FF2B5EF4-FFF2-40B4-BE49-F238E27FC236}">
                <a16:creationId xmlns:a16="http://schemas.microsoft.com/office/drawing/2014/main" id="{1C5328BF-D489-4F39-BA27-5AD38E9116D8}"/>
              </a:ext>
            </a:extLst>
          </p:cNvPr>
          <p:cNvSpPr>
            <a:spLocks noGrp="1"/>
          </p:cNvSpPr>
          <p:nvPr>
            <p:ph type="sldNum" sz="quarter" idx="12"/>
          </p:nvPr>
        </p:nvSpPr>
        <p:spPr/>
        <p:txBody>
          <a:bodyPr rtlCol="0"/>
          <a:lstStyle/>
          <a:p>
            <a:pPr rtl="0"/>
            <a:fld id="{8D581BC7-E183-40DB-AC97-C19EA4EB8894}" type="slidenum">
              <a:rPr lang="ro-RO" smtClean="0"/>
              <a:pPr rtl="0"/>
              <a:t>6</a:t>
            </a:fld>
            <a:endParaRPr lang="ro-RO"/>
          </a:p>
        </p:txBody>
      </p:sp>
      <p:sp>
        <p:nvSpPr>
          <p:cNvPr id="3" name="Substituent dată 2">
            <a:extLst>
              <a:ext uri="{FF2B5EF4-FFF2-40B4-BE49-F238E27FC236}">
                <a16:creationId xmlns:a16="http://schemas.microsoft.com/office/drawing/2014/main" id="{41F813B4-2C3F-45B0-A38D-A3FE79E6D71B}"/>
              </a:ext>
            </a:extLst>
          </p:cNvPr>
          <p:cNvSpPr>
            <a:spLocks noGrp="1"/>
          </p:cNvSpPr>
          <p:nvPr>
            <p:ph type="dt" sz="half" idx="10"/>
          </p:nvPr>
        </p:nvSpPr>
        <p:spPr/>
        <p:txBody>
          <a:bodyPr rtlCol="0"/>
          <a:lstStyle/>
          <a:p>
            <a:pPr rtl="0"/>
            <a:r>
              <a:rPr lang="ro-RO"/>
              <a:t>08.10.2025</a:t>
            </a:r>
          </a:p>
        </p:txBody>
      </p:sp>
      <p:sp>
        <p:nvSpPr>
          <p:cNvPr id="6" name="Substituent subsol 2">
            <a:extLst>
              <a:ext uri="{FF2B5EF4-FFF2-40B4-BE49-F238E27FC236}">
                <a16:creationId xmlns:a16="http://schemas.microsoft.com/office/drawing/2014/main" id="{762F7A2B-A039-702E-20D9-96967C3381C4}"/>
              </a:ext>
            </a:extLst>
          </p:cNvPr>
          <p:cNvSpPr>
            <a:spLocks noGrp="1"/>
          </p:cNvSpPr>
          <p:nvPr>
            <p:ph type="ftr" sz="quarter" idx="11"/>
          </p:nvPr>
        </p:nvSpPr>
        <p:spPr>
          <a:xfrm>
            <a:off x="1169961" y="5878720"/>
            <a:ext cx="1336964" cy="297307"/>
          </a:xfrm>
        </p:spPr>
        <p:txBody>
          <a:bodyPr rtlCol="0"/>
          <a:lstStyle/>
          <a:p>
            <a:pPr rtl="0"/>
            <a:r>
              <a:rPr lang="ro-RO"/>
              <a:t>Asamblări nituite</a:t>
            </a:r>
          </a:p>
        </p:txBody>
      </p:sp>
      <p:sp>
        <p:nvSpPr>
          <p:cNvPr id="9" name="CasetăText 8">
            <a:extLst>
              <a:ext uri="{FF2B5EF4-FFF2-40B4-BE49-F238E27FC236}">
                <a16:creationId xmlns:a16="http://schemas.microsoft.com/office/drawing/2014/main" id="{2AA77E2E-E270-C17C-64E0-FBFEF5F8298D}"/>
              </a:ext>
            </a:extLst>
          </p:cNvPr>
          <p:cNvSpPr txBox="1"/>
          <p:nvPr/>
        </p:nvSpPr>
        <p:spPr>
          <a:xfrm>
            <a:off x="4575589" y="616587"/>
            <a:ext cx="2875798" cy="2585323"/>
          </a:xfrm>
          <a:prstGeom prst="rect">
            <a:avLst/>
          </a:prstGeom>
          <a:noFill/>
        </p:spPr>
        <p:txBody>
          <a:bodyPr wrap="square">
            <a:spAutoFit/>
          </a:bodyPr>
          <a:lstStyle/>
          <a:p>
            <a:pPr marL="285750" indent="-285750" algn="just">
              <a:buFont typeface="Wingdings" panose="05000000000000000000" pitchFamily="2" charset="2"/>
              <a:buChar char="ü"/>
            </a:pPr>
            <a:r>
              <a:rPr lang="ro-RO" b="0" i="0">
                <a:effectLst/>
                <a:ea typeface="Calibri" panose="020F0502020204030204" pitchFamily="34" charset="0"/>
                <a:cs typeface="Calibri" panose="020F0502020204030204" pitchFamily="34" charset="0"/>
              </a:rPr>
              <a:t> nituri cu cap semi</a:t>
            </a:r>
            <a:r>
              <a:rPr lang="en-US" b="0" i="0" err="1">
                <a:effectLst/>
                <a:ea typeface="Calibri" panose="020F0502020204030204" pitchFamily="34" charset="0"/>
                <a:cs typeface="Calibri" panose="020F0502020204030204" pitchFamily="34" charset="0"/>
              </a:rPr>
              <a:t>sferic</a:t>
            </a:r>
            <a:r>
              <a:rPr lang="en-US" b="0" i="0">
                <a:effectLst/>
                <a:ea typeface="Calibri" panose="020F0502020204030204" pitchFamily="34" charset="0"/>
                <a:cs typeface="Calibri" panose="020F0502020204030204" pitchFamily="34" charset="0"/>
              </a:rPr>
              <a:t> (a)</a:t>
            </a:r>
            <a:endParaRPr lang="ro-RO" b="0" i="0">
              <a:effectLst/>
              <a:ea typeface="Calibri" panose="020F0502020204030204" pitchFamily="34" charset="0"/>
              <a:cs typeface="Calibri" panose="020F0502020204030204" pitchFamily="34" charset="0"/>
            </a:endParaRPr>
          </a:p>
          <a:p>
            <a:pPr marL="285750" indent="-285750" algn="just">
              <a:buFont typeface="Wingdings" panose="05000000000000000000" pitchFamily="2" charset="2"/>
              <a:buChar char="ü"/>
            </a:pPr>
            <a:r>
              <a:rPr lang="ro-RO" b="0" i="0">
                <a:effectLst/>
                <a:ea typeface="Calibri" panose="020F0502020204030204" pitchFamily="34" charset="0"/>
                <a:cs typeface="Calibri" panose="020F0502020204030204" pitchFamily="34" charset="0"/>
              </a:rPr>
              <a:t> nituri cu cap </a:t>
            </a:r>
            <a:r>
              <a:rPr lang="en-US" b="0" i="0" err="1">
                <a:effectLst/>
                <a:ea typeface="Calibri" panose="020F0502020204030204" pitchFamily="34" charset="0"/>
                <a:cs typeface="Calibri" panose="020F0502020204030204" pitchFamily="34" charset="0"/>
              </a:rPr>
              <a:t>semisferic</a:t>
            </a:r>
            <a:r>
              <a:rPr lang="en-US" b="0" i="0">
                <a:effectLst/>
                <a:ea typeface="Calibri" panose="020F0502020204030204" pitchFamily="34" charset="0"/>
                <a:cs typeface="Calibri" panose="020F0502020204030204" pitchFamily="34" charset="0"/>
              </a:rPr>
              <a:t> </a:t>
            </a:r>
            <a:r>
              <a:rPr lang="en-US" b="0" i="0" err="1">
                <a:effectLst/>
                <a:ea typeface="Calibri" panose="020F0502020204030204" pitchFamily="34" charset="0"/>
                <a:cs typeface="Calibri" panose="020F0502020204030204" pitchFamily="34" charset="0"/>
              </a:rPr>
              <a:t>aplatizat</a:t>
            </a:r>
            <a:r>
              <a:rPr lang="en-US" b="0" i="0">
                <a:effectLst/>
                <a:ea typeface="Calibri" panose="020F0502020204030204" pitchFamily="34" charset="0"/>
                <a:cs typeface="Calibri" panose="020F0502020204030204" pitchFamily="34" charset="0"/>
              </a:rPr>
              <a:t> (b) </a:t>
            </a:r>
            <a:r>
              <a:rPr lang="en-US" b="0" i="0" err="1">
                <a:effectLst/>
                <a:ea typeface="Calibri" panose="020F0502020204030204" pitchFamily="34" charset="0"/>
                <a:cs typeface="Calibri" panose="020F0502020204030204" pitchFamily="34" charset="0"/>
              </a:rPr>
              <a:t>si</a:t>
            </a:r>
            <a:r>
              <a:rPr lang="en-US" b="0" i="0">
                <a:effectLst/>
                <a:ea typeface="Calibri" panose="020F0502020204030204" pitchFamily="34" charset="0"/>
                <a:cs typeface="Calibri" panose="020F0502020204030204" pitchFamily="34" charset="0"/>
              </a:rPr>
              <a:t> (c)</a:t>
            </a:r>
            <a:endParaRPr lang="ro-RO" b="0" i="0">
              <a:effectLst/>
              <a:ea typeface="Calibri" panose="020F0502020204030204" pitchFamily="34" charset="0"/>
              <a:cs typeface="Calibri" panose="020F0502020204030204" pitchFamily="34" charset="0"/>
            </a:endParaRPr>
          </a:p>
          <a:p>
            <a:pPr marL="285750" indent="-285750" algn="just">
              <a:buFont typeface="Wingdings" panose="05000000000000000000" pitchFamily="2" charset="2"/>
              <a:buChar char="ü"/>
            </a:pPr>
            <a:r>
              <a:rPr lang="ro-RO" b="0" i="0">
                <a:effectLst/>
                <a:ea typeface="Calibri" panose="020F0502020204030204" pitchFamily="34" charset="0"/>
                <a:cs typeface="Calibri" panose="020F0502020204030204" pitchFamily="34" charset="0"/>
              </a:rPr>
              <a:t> nituri cu cap semi înecat</a:t>
            </a:r>
            <a:r>
              <a:rPr lang="en-US" b="0" i="0">
                <a:effectLst/>
                <a:ea typeface="Calibri" panose="020F0502020204030204" pitchFamily="34" charset="0"/>
                <a:cs typeface="Calibri" panose="020F0502020204030204" pitchFamily="34" charset="0"/>
              </a:rPr>
              <a:t> (d)</a:t>
            </a:r>
            <a:endParaRPr lang="ro-RO" b="0" i="0">
              <a:effectLst/>
              <a:ea typeface="Calibri" panose="020F0502020204030204" pitchFamily="34" charset="0"/>
              <a:cs typeface="Calibri" panose="020F0502020204030204" pitchFamily="34" charset="0"/>
            </a:endParaRPr>
          </a:p>
          <a:p>
            <a:pPr marL="285750" indent="-285750" algn="just">
              <a:buFont typeface="Wingdings" panose="05000000000000000000" pitchFamily="2" charset="2"/>
              <a:buChar char="ü"/>
            </a:pPr>
            <a:r>
              <a:rPr lang="ro-RO" b="0" i="0">
                <a:effectLst/>
                <a:ea typeface="Calibri" panose="020F0502020204030204" pitchFamily="34" charset="0"/>
                <a:cs typeface="Calibri" panose="020F0502020204030204" pitchFamily="34" charset="0"/>
              </a:rPr>
              <a:t> nituri cu cap tronconic</a:t>
            </a:r>
            <a:r>
              <a:rPr lang="en-US" b="0" i="0">
                <a:effectLst/>
                <a:ea typeface="Calibri" panose="020F0502020204030204" pitchFamily="34" charset="0"/>
                <a:cs typeface="Calibri" panose="020F0502020204030204" pitchFamily="34" charset="0"/>
              </a:rPr>
              <a:t> </a:t>
            </a:r>
            <a:r>
              <a:rPr lang="en-US" b="0" i="0" err="1">
                <a:effectLst/>
                <a:ea typeface="Calibri" panose="020F0502020204030204" pitchFamily="34" charset="0"/>
                <a:cs typeface="Calibri" panose="020F0502020204030204" pitchFamily="34" charset="0"/>
              </a:rPr>
              <a:t>inecat</a:t>
            </a:r>
            <a:r>
              <a:rPr lang="en-US" b="0" i="0">
                <a:effectLst/>
                <a:ea typeface="Calibri" panose="020F0502020204030204" pitchFamily="34" charset="0"/>
                <a:cs typeface="Calibri" panose="020F0502020204030204" pitchFamily="34" charset="0"/>
              </a:rPr>
              <a:t> (e)</a:t>
            </a:r>
            <a:endParaRPr lang="ro-RO" b="0" i="0">
              <a:effectLst/>
              <a:ea typeface="Calibri" panose="020F0502020204030204" pitchFamily="34" charset="0"/>
              <a:cs typeface="Calibri" panose="020F0502020204030204" pitchFamily="34" charset="0"/>
            </a:endParaRPr>
          </a:p>
          <a:p>
            <a:pPr marL="285750" indent="-285750" algn="just">
              <a:buFont typeface="Wingdings" panose="05000000000000000000" pitchFamily="2" charset="2"/>
              <a:buChar char="ü"/>
            </a:pPr>
            <a:r>
              <a:rPr lang="ro-RO">
                <a:ea typeface="Calibri" panose="020F0502020204030204" pitchFamily="34" charset="0"/>
                <a:cs typeface="Calibri" panose="020F0502020204030204" pitchFamily="34" charset="0"/>
              </a:rPr>
              <a:t> nituri cu cap plat</a:t>
            </a:r>
            <a:r>
              <a:rPr lang="en-US">
                <a:ea typeface="Calibri" panose="020F0502020204030204" pitchFamily="34" charset="0"/>
                <a:cs typeface="Calibri" panose="020F0502020204030204" pitchFamily="34" charset="0"/>
              </a:rPr>
              <a:t> (f)</a:t>
            </a:r>
            <a:endParaRPr lang="ro-RO" b="0" i="0">
              <a:effectLst/>
              <a:ea typeface="Calibri" panose="020F0502020204030204" pitchFamily="34" charset="0"/>
              <a:cs typeface="Calibri" panose="020F0502020204030204" pitchFamily="34" charset="0"/>
            </a:endParaRPr>
          </a:p>
        </p:txBody>
      </p:sp>
      <p:sp>
        <p:nvSpPr>
          <p:cNvPr id="11" name="CasetăText 10">
            <a:extLst>
              <a:ext uri="{FF2B5EF4-FFF2-40B4-BE49-F238E27FC236}">
                <a16:creationId xmlns:a16="http://schemas.microsoft.com/office/drawing/2014/main" id="{178FE005-2AE5-3905-387F-9C5F71F71A24}"/>
              </a:ext>
            </a:extLst>
          </p:cNvPr>
          <p:cNvSpPr txBox="1"/>
          <p:nvPr/>
        </p:nvSpPr>
        <p:spPr>
          <a:xfrm>
            <a:off x="4575589" y="224067"/>
            <a:ext cx="2305455" cy="369332"/>
          </a:xfrm>
          <a:prstGeom prst="rect">
            <a:avLst/>
          </a:prstGeom>
          <a:noFill/>
        </p:spPr>
        <p:txBody>
          <a:bodyPr wrap="square">
            <a:spAutoFit/>
          </a:bodyPr>
          <a:lstStyle/>
          <a:p>
            <a:pPr algn="just"/>
            <a:r>
              <a:rPr lang="ro-RO" sz="1800" b="1" i="0" u="none" strike="noStrike" baseline="0">
                <a:solidFill>
                  <a:schemeClr val="bg2"/>
                </a:solidFill>
              </a:rPr>
              <a:t>1. După forma capului</a:t>
            </a:r>
          </a:p>
        </p:txBody>
      </p:sp>
      <p:pic>
        <p:nvPicPr>
          <p:cNvPr id="3078" name="Picture 6" descr="Development of a Preliminary Automated CAD Modeling System for Different  Types of Rivets | SpringerLink">
            <a:extLst>
              <a:ext uri="{FF2B5EF4-FFF2-40B4-BE49-F238E27FC236}">
                <a16:creationId xmlns:a16="http://schemas.microsoft.com/office/drawing/2014/main" id="{9AC3E9AB-1784-EE8F-DD82-196B9E4F02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36437" y="382882"/>
            <a:ext cx="4091646" cy="2897005"/>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
        <p:nvSpPr>
          <p:cNvPr id="12" name="CasetăText 11">
            <a:extLst>
              <a:ext uri="{FF2B5EF4-FFF2-40B4-BE49-F238E27FC236}">
                <a16:creationId xmlns:a16="http://schemas.microsoft.com/office/drawing/2014/main" id="{B6FD1091-C0DB-E91A-41A4-461BEE3B3635}"/>
              </a:ext>
            </a:extLst>
          </p:cNvPr>
          <p:cNvSpPr txBox="1"/>
          <p:nvPr/>
        </p:nvSpPr>
        <p:spPr>
          <a:xfrm>
            <a:off x="7616413" y="3343233"/>
            <a:ext cx="4331693" cy="646331"/>
          </a:xfrm>
          <a:prstGeom prst="rect">
            <a:avLst/>
          </a:prstGeom>
          <a:noFill/>
        </p:spPr>
        <p:txBody>
          <a:bodyPr wrap="square">
            <a:spAutoFit/>
          </a:bodyPr>
          <a:lstStyle/>
          <a:p>
            <a:pPr algn="ctr"/>
            <a:r>
              <a:rPr lang="ro-RO" b="1">
                <a:solidFill>
                  <a:schemeClr val="tx2"/>
                </a:solidFill>
                <a:ea typeface="Calibri" panose="020F0502020204030204" pitchFamily="34" charset="0"/>
                <a:cs typeface="Calibri" panose="020F0502020204030204" pitchFamily="34" charset="0"/>
              </a:rPr>
              <a:t>Fig. 4 Clasificare nituri după forma capului [</a:t>
            </a:r>
            <a:r>
              <a:rPr lang="ro-RO" b="1">
                <a:solidFill>
                  <a:schemeClr val="tx2"/>
                </a:solidFill>
                <a:ea typeface="Calibri" panose="020F0502020204030204" pitchFamily="34" charset="0"/>
                <a:cs typeface="Calibri" panose="020F0502020204030204" pitchFamily="34" charset="0"/>
                <a:hlinkClick r:id="rId4"/>
              </a:rPr>
              <a:t>springer.com</a:t>
            </a:r>
            <a:r>
              <a:rPr lang="ro-RO" b="1">
                <a:solidFill>
                  <a:schemeClr val="tx2"/>
                </a:solidFill>
                <a:ea typeface="Calibri" panose="020F0502020204030204" pitchFamily="34" charset="0"/>
                <a:cs typeface="Calibri" panose="020F0502020204030204" pitchFamily="34" charset="0"/>
              </a:rPr>
              <a:t>]</a:t>
            </a:r>
            <a:r>
              <a:rPr lang="ro-RO">
                <a:solidFill>
                  <a:schemeClr val="tx2"/>
                </a:solidFill>
                <a:ea typeface="Calibri" panose="020F0502020204030204" pitchFamily="34" charset="0"/>
                <a:cs typeface="Calibri" panose="020F0502020204030204" pitchFamily="34" charset="0"/>
              </a:rPr>
              <a:t> </a:t>
            </a:r>
            <a:endParaRPr lang="ro-RO"/>
          </a:p>
        </p:txBody>
      </p:sp>
      <p:pic>
        <p:nvPicPr>
          <p:cNvPr id="3080" name="Picture 8" descr="Tipuri de Nituri">
            <a:extLst>
              <a:ext uri="{FF2B5EF4-FFF2-40B4-BE49-F238E27FC236}">
                <a16:creationId xmlns:a16="http://schemas.microsoft.com/office/drawing/2014/main" id="{319AB2DF-8703-B719-BCD8-251304ACB696}"/>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12278" r="4479" b="24388"/>
          <a:stretch/>
        </p:blipFill>
        <p:spPr bwMode="auto">
          <a:xfrm>
            <a:off x="5794859" y="4312055"/>
            <a:ext cx="4331693" cy="1996013"/>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sp>
        <p:nvSpPr>
          <p:cNvPr id="14" name="CasetăText 13">
            <a:extLst>
              <a:ext uri="{FF2B5EF4-FFF2-40B4-BE49-F238E27FC236}">
                <a16:creationId xmlns:a16="http://schemas.microsoft.com/office/drawing/2014/main" id="{97B472BA-2E40-62E9-4A7D-49722F876615}"/>
              </a:ext>
            </a:extLst>
          </p:cNvPr>
          <p:cNvSpPr txBox="1"/>
          <p:nvPr/>
        </p:nvSpPr>
        <p:spPr>
          <a:xfrm>
            <a:off x="5597173" y="6354444"/>
            <a:ext cx="4727064" cy="369332"/>
          </a:xfrm>
          <a:prstGeom prst="rect">
            <a:avLst/>
          </a:prstGeom>
          <a:noFill/>
        </p:spPr>
        <p:txBody>
          <a:bodyPr wrap="square">
            <a:spAutoFit/>
          </a:bodyPr>
          <a:lstStyle/>
          <a:p>
            <a:pPr algn="ctr"/>
            <a:r>
              <a:rPr lang="ro-RO" b="1">
                <a:solidFill>
                  <a:schemeClr val="tx2"/>
                </a:solidFill>
                <a:ea typeface="Calibri" panose="020F0502020204030204" pitchFamily="34" charset="0"/>
                <a:cs typeface="Calibri" panose="020F0502020204030204" pitchFamily="34" charset="0"/>
              </a:rPr>
              <a:t>Fig. 5 Clasificare nituri după material </a:t>
            </a:r>
            <a:r>
              <a:rPr lang="en-US" b="1">
                <a:solidFill>
                  <a:schemeClr val="tx2"/>
                </a:solidFill>
                <a:ea typeface="Calibri" panose="020F0502020204030204" pitchFamily="34" charset="0"/>
                <a:cs typeface="Calibri" panose="020F0502020204030204" pitchFamily="34" charset="0"/>
              </a:rPr>
              <a:t>[</a:t>
            </a:r>
            <a:r>
              <a:rPr lang="ro-RO" b="1">
                <a:solidFill>
                  <a:schemeClr val="tx2"/>
                </a:solidFill>
                <a:ea typeface="Calibri" panose="020F0502020204030204" pitchFamily="34" charset="0"/>
                <a:cs typeface="Calibri" panose="020F0502020204030204" pitchFamily="34" charset="0"/>
                <a:hlinkClick r:id="rId6"/>
              </a:rPr>
              <a:t>trada</a:t>
            </a:r>
            <a:r>
              <a:rPr lang="en-US" b="1">
                <a:solidFill>
                  <a:schemeClr val="tx2"/>
                </a:solidFill>
                <a:ea typeface="Calibri" panose="020F0502020204030204" pitchFamily="34" charset="0"/>
                <a:cs typeface="Calibri" panose="020F0502020204030204" pitchFamily="34" charset="0"/>
                <a:hlinkClick r:id="rId6"/>
              </a:rPr>
              <a:t>.</a:t>
            </a:r>
            <a:r>
              <a:rPr lang="en-US" b="1" err="1">
                <a:solidFill>
                  <a:schemeClr val="tx2"/>
                </a:solidFill>
                <a:ea typeface="Calibri" panose="020F0502020204030204" pitchFamily="34" charset="0"/>
                <a:cs typeface="Calibri" panose="020F0502020204030204" pitchFamily="34" charset="0"/>
                <a:hlinkClick r:id="rId6"/>
              </a:rPr>
              <a:t>ro</a:t>
            </a:r>
            <a:r>
              <a:rPr lang="en-US" b="1">
                <a:solidFill>
                  <a:schemeClr val="tx2"/>
                </a:solidFill>
                <a:ea typeface="Calibri" panose="020F0502020204030204" pitchFamily="34" charset="0"/>
                <a:cs typeface="Calibri" panose="020F0502020204030204" pitchFamily="34" charset="0"/>
              </a:rPr>
              <a:t>]</a:t>
            </a:r>
            <a:r>
              <a:rPr lang="ro-RO">
                <a:solidFill>
                  <a:schemeClr val="tx2"/>
                </a:solidFill>
                <a:ea typeface="Calibri" panose="020F0502020204030204" pitchFamily="34" charset="0"/>
                <a:cs typeface="Calibri" panose="020F0502020204030204" pitchFamily="34" charset="0"/>
              </a:rPr>
              <a:t> </a:t>
            </a:r>
            <a:endParaRPr lang="ro-RO"/>
          </a:p>
        </p:txBody>
      </p:sp>
      <p:sp>
        <p:nvSpPr>
          <p:cNvPr id="16" name="CasetăText 15">
            <a:extLst>
              <a:ext uri="{FF2B5EF4-FFF2-40B4-BE49-F238E27FC236}">
                <a16:creationId xmlns:a16="http://schemas.microsoft.com/office/drawing/2014/main" id="{99B55124-CE9F-6DEB-6C25-7999FCC8D787}"/>
              </a:ext>
            </a:extLst>
          </p:cNvPr>
          <p:cNvSpPr txBox="1"/>
          <p:nvPr/>
        </p:nvSpPr>
        <p:spPr>
          <a:xfrm>
            <a:off x="10126552" y="4302469"/>
            <a:ext cx="1571540" cy="1200329"/>
          </a:xfrm>
          <a:prstGeom prst="rect">
            <a:avLst/>
          </a:prstGeom>
          <a:noFill/>
        </p:spPr>
        <p:txBody>
          <a:bodyPr wrap="square">
            <a:spAutoFit/>
          </a:bodyPr>
          <a:lstStyle/>
          <a:p>
            <a:r>
              <a:rPr lang="ro-RO" sz="1800" b="1" i="0" u="none" strike="noStrike" baseline="0">
                <a:solidFill>
                  <a:schemeClr val="bg2"/>
                </a:solidFill>
              </a:rPr>
              <a:t>2. După </a:t>
            </a:r>
            <a:r>
              <a:rPr lang="ro-RO" b="1">
                <a:solidFill>
                  <a:schemeClr val="bg2"/>
                </a:solidFill>
              </a:rPr>
              <a:t>materialul </a:t>
            </a:r>
          </a:p>
          <a:p>
            <a:r>
              <a:rPr lang="ro-RO" b="1">
                <a:solidFill>
                  <a:schemeClr val="bg2"/>
                </a:solidFill>
              </a:rPr>
              <a:t>din care sunt prelucrate</a:t>
            </a:r>
          </a:p>
        </p:txBody>
      </p:sp>
    </p:spTree>
    <p:extLst>
      <p:ext uri="{BB962C8B-B14F-4D97-AF65-F5344CB8AC3E}">
        <p14:creationId xmlns:p14="http://schemas.microsoft.com/office/powerpoint/2010/main" val="214944588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u 4">
            <a:extLst>
              <a:ext uri="{FF2B5EF4-FFF2-40B4-BE49-F238E27FC236}">
                <a16:creationId xmlns:a16="http://schemas.microsoft.com/office/drawing/2014/main" id="{CAA634A5-7FE6-42E8-939A-FEBD82600891}"/>
              </a:ext>
            </a:extLst>
          </p:cNvPr>
          <p:cNvSpPr>
            <a:spLocks noGrp="1"/>
          </p:cNvSpPr>
          <p:nvPr>
            <p:ph type="title"/>
          </p:nvPr>
        </p:nvSpPr>
        <p:spPr>
          <a:xfrm>
            <a:off x="6096000" y="379377"/>
            <a:ext cx="4867072" cy="868329"/>
          </a:xfrm>
        </p:spPr>
        <p:txBody>
          <a:bodyPr rtlCol="0">
            <a:noAutofit/>
          </a:bodyPr>
          <a:lstStyle/>
          <a:p>
            <a:pPr rtl="0"/>
            <a:r>
              <a:rPr lang="ro-RO" sz="3000"/>
              <a:t>Materiale pentru nituri și aspecte tehnologice </a:t>
            </a:r>
            <a:r>
              <a:rPr lang="en-US" sz="3000"/>
              <a:t>[1]</a:t>
            </a:r>
            <a:r>
              <a:rPr lang="ro-RO" sz="3000"/>
              <a:t> </a:t>
            </a:r>
          </a:p>
        </p:txBody>
      </p:sp>
      <p:sp>
        <p:nvSpPr>
          <p:cNvPr id="6" name="Substituent text 5">
            <a:extLst>
              <a:ext uri="{FF2B5EF4-FFF2-40B4-BE49-F238E27FC236}">
                <a16:creationId xmlns:a16="http://schemas.microsoft.com/office/drawing/2014/main" id="{F7F2EF20-4914-4F8B-9D4E-F7DF9977D6D1}"/>
              </a:ext>
            </a:extLst>
          </p:cNvPr>
          <p:cNvSpPr>
            <a:spLocks noGrp="1"/>
          </p:cNvSpPr>
          <p:nvPr>
            <p:ph type="body" idx="1"/>
          </p:nvPr>
        </p:nvSpPr>
        <p:spPr>
          <a:xfrm>
            <a:off x="6096000" y="1625820"/>
            <a:ext cx="5791200" cy="4444239"/>
          </a:xfrm>
        </p:spPr>
        <p:txBody>
          <a:bodyPr rtlCol="0">
            <a:noAutofit/>
          </a:bodyPr>
          <a:lstStyle/>
          <a:p>
            <a:pPr algn="just" rtl="0"/>
            <a:r>
              <a:rPr lang="ro-RO"/>
              <a:t>Materialele pentru nituri trebuie să îndeplinească mai multe cerințe: </a:t>
            </a:r>
            <a:endParaRPr lang="en-US"/>
          </a:p>
          <a:p>
            <a:pPr marL="285750" indent="-285750" algn="just" rtl="0">
              <a:spcBef>
                <a:spcPts val="600"/>
              </a:spcBef>
              <a:buFont typeface="Wingdings" panose="05000000000000000000" pitchFamily="2" charset="2"/>
              <a:buChar char="v"/>
            </a:pPr>
            <a:r>
              <a:rPr lang="ro-RO"/>
              <a:t>formare ușoară; </a:t>
            </a:r>
            <a:endParaRPr lang="en-US"/>
          </a:p>
          <a:p>
            <a:pPr marL="285750" indent="-285750" algn="just" rtl="0">
              <a:spcBef>
                <a:spcPts val="600"/>
              </a:spcBef>
              <a:buFont typeface="Wingdings" panose="05000000000000000000" pitchFamily="2" charset="2"/>
              <a:buChar char="v"/>
            </a:pPr>
            <a:r>
              <a:rPr lang="ro-RO"/>
              <a:t>umplerea completă a găurii; </a:t>
            </a:r>
            <a:endParaRPr lang="en-US"/>
          </a:p>
          <a:p>
            <a:pPr marL="285750" indent="-285750" algn="just" rtl="0">
              <a:spcBef>
                <a:spcPts val="600"/>
              </a:spcBef>
              <a:buFont typeface="Wingdings" panose="05000000000000000000" pitchFamily="2" charset="2"/>
              <a:buChar char="v"/>
            </a:pPr>
            <a:r>
              <a:rPr lang="ro-RO"/>
              <a:t>menținerea strângerii în timp; </a:t>
            </a:r>
            <a:endParaRPr lang="en-US"/>
          </a:p>
          <a:p>
            <a:pPr marL="285750" indent="-285750" algn="just" rtl="0">
              <a:spcBef>
                <a:spcPts val="600"/>
              </a:spcBef>
              <a:buFont typeface="Wingdings" panose="05000000000000000000" pitchFamily="2" charset="2"/>
              <a:buChar char="v"/>
            </a:pPr>
            <a:r>
              <a:rPr lang="ro-RO"/>
              <a:t>asigurarea strângerii în condiții variate de temperatură (coeficient de dilatare apropiat de cel al tablelor asamblate); </a:t>
            </a:r>
            <a:endParaRPr lang="en-US"/>
          </a:p>
          <a:p>
            <a:pPr marL="285750" indent="-285750" algn="just" rtl="0">
              <a:spcBef>
                <a:spcPts val="600"/>
              </a:spcBef>
              <a:buFont typeface="Wingdings" panose="05000000000000000000" pitchFamily="2" charset="2"/>
              <a:buChar char="v"/>
            </a:pPr>
            <a:r>
              <a:rPr lang="ro-RO"/>
              <a:t>nitul și tablele asamblate trebuie sa fie apropiate ca natură, pentru a nu se produce curenți galvanici cu efect de coroziune.</a:t>
            </a:r>
          </a:p>
          <a:p>
            <a:pPr algn="just" rtl="0"/>
            <a:r>
              <a:rPr lang="ro-RO"/>
              <a:t>Pentru asamblări obișnuite, se utilizează nituri din oțeluri moi – ușor de deformat (OL 34, OL 37, STAS 1257-80, STAS 252-86, STAS</a:t>
            </a:r>
            <a:r>
              <a:rPr lang="en-US"/>
              <a:t> </a:t>
            </a:r>
            <a:r>
              <a:rPr lang="ro-RO"/>
              <a:t>1987-80),</a:t>
            </a:r>
          </a:p>
        </p:txBody>
      </p:sp>
      <p:sp>
        <p:nvSpPr>
          <p:cNvPr id="4" name="Substituent număr diapozitiv 3">
            <a:extLst>
              <a:ext uri="{FF2B5EF4-FFF2-40B4-BE49-F238E27FC236}">
                <a16:creationId xmlns:a16="http://schemas.microsoft.com/office/drawing/2014/main" id="{670F84A1-DCA9-4894-82EA-A83237ACA8B7}"/>
              </a:ext>
            </a:extLst>
          </p:cNvPr>
          <p:cNvSpPr>
            <a:spLocks noGrp="1"/>
          </p:cNvSpPr>
          <p:nvPr>
            <p:ph type="sldNum" sz="quarter" idx="12"/>
          </p:nvPr>
        </p:nvSpPr>
        <p:spPr/>
        <p:txBody>
          <a:bodyPr rtlCol="0"/>
          <a:lstStyle/>
          <a:p>
            <a:pPr rtl="0"/>
            <a:fld id="{8D581BC7-E183-40DB-AC97-C19EA4EB8894}" type="slidenum">
              <a:rPr lang="ro-RO" smtClean="0"/>
              <a:t>7</a:t>
            </a:fld>
            <a:endParaRPr lang="ro-RO"/>
          </a:p>
        </p:txBody>
      </p:sp>
      <p:sp>
        <p:nvSpPr>
          <p:cNvPr id="2" name="Substituent dată 1">
            <a:extLst>
              <a:ext uri="{FF2B5EF4-FFF2-40B4-BE49-F238E27FC236}">
                <a16:creationId xmlns:a16="http://schemas.microsoft.com/office/drawing/2014/main" id="{FC52B98C-5C1E-46B1-B54D-F830C622743A}"/>
              </a:ext>
            </a:extLst>
          </p:cNvPr>
          <p:cNvSpPr>
            <a:spLocks noGrp="1"/>
          </p:cNvSpPr>
          <p:nvPr>
            <p:ph type="dt" sz="half" idx="10"/>
          </p:nvPr>
        </p:nvSpPr>
        <p:spPr/>
        <p:txBody>
          <a:bodyPr rtlCol="0"/>
          <a:lstStyle/>
          <a:p>
            <a:pPr rtl="0"/>
            <a:r>
              <a:rPr lang="ro-RO"/>
              <a:t>08.10.2025</a:t>
            </a:r>
          </a:p>
        </p:txBody>
      </p:sp>
      <p:sp>
        <p:nvSpPr>
          <p:cNvPr id="8" name="Substituent subsol 2">
            <a:extLst>
              <a:ext uri="{FF2B5EF4-FFF2-40B4-BE49-F238E27FC236}">
                <a16:creationId xmlns:a16="http://schemas.microsoft.com/office/drawing/2014/main" id="{015A9FE3-F150-5729-1D98-A3750ED640EB}"/>
              </a:ext>
            </a:extLst>
          </p:cNvPr>
          <p:cNvSpPr>
            <a:spLocks noGrp="1"/>
          </p:cNvSpPr>
          <p:nvPr>
            <p:ph type="ftr" sz="quarter" idx="11"/>
          </p:nvPr>
        </p:nvSpPr>
        <p:spPr>
          <a:xfrm>
            <a:off x="1169961" y="5878720"/>
            <a:ext cx="1336964" cy="297307"/>
          </a:xfrm>
        </p:spPr>
        <p:txBody>
          <a:bodyPr rtlCol="0"/>
          <a:lstStyle/>
          <a:p>
            <a:pPr rtl="0"/>
            <a:r>
              <a:rPr lang="ro-RO"/>
              <a:t>Asamblări nituite</a:t>
            </a:r>
          </a:p>
        </p:txBody>
      </p:sp>
      <p:sp>
        <p:nvSpPr>
          <p:cNvPr id="10" name="CasetăText 9">
            <a:extLst>
              <a:ext uri="{FF2B5EF4-FFF2-40B4-BE49-F238E27FC236}">
                <a16:creationId xmlns:a16="http://schemas.microsoft.com/office/drawing/2014/main" id="{7B65D539-2D45-939B-03C9-9494105E71FE}"/>
              </a:ext>
            </a:extLst>
          </p:cNvPr>
          <p:cNvSpPr txBox="1"/>
          <p:nvPr/>
        </p:nvSpPr>
        <p:spPr>
          <a:xfrm>
            <a:off x="484694" y="379377"/>
            <a:ext cx="5293536" cy="5355312"/>
          </a:xfrm>
          <a:prstGeom prst="rect">
            <a:avLst/>
          </a:prstGeom>
          <a:noFill/>
        </p:spPr>
        <p:txBody>
          <a:bodyPr wrap="square">
            <a:spAutoFit/>
          </a:bodyPr>
          <a:lstStyle/>
          <a:p>
            <a:pPr algn="just"/>
            <a:r>
              <a:rPr lang="it-IT" sz="1800" b="0" i="0" u="none" strike="noStrike" baseline="0">
                <a:solidFill>
                  <a:schemeClr val="tx2"/>
                </a:solidFill>
              </a:rPr>
              <a:t>Pentru nituri din oţel cu </a:t>
            </a:r>
            <a:r>
              <a:rPr lang="it-IT" sz="1800" b="1" i="0" u="none" strike="noStrike" baseline="0">
                <a:solidFill>
                  <a:schemeClr val="tx2"/>
                </a:solidFill>
              </a:rPr>
              <a:t>diametrul mai mic de 12 mm</a:t>
            </a:r>
            <a:r>
              <a:rPr lang="it-IT" sz="1800" b="0" i="0" u="none" strike="noStrike" baseline="0">
                <a:solidFill>
                  <a:schemeClr val="tx2"/>
                </a:solidFill>
              </a:rPr>
              <a:t>, nituirea se poate face </a:t>
            </a:r>
            <a:r>
              <a:rPr lang="it-IT" sz="1800" b="1" i="0" u="none" strike="noStrike" baseline="0">
                <a:solidFill>
                  <a:schemeClr val="tx2"/>
                </a:solidFill>
              </a:rPr>
              <a:t>la rece</a:t>
            </a:r>
            <a:r>
              <a:rPr lang="it-IT" sz="1800" b="0" i="0" u="none" strike="noStrike" baseline="0">
                <a:solidFill>
                  <a:schemeClr val="tx2"/>
                </a:solidFill>
              </a:rPr>
              <a:t>. Pentru </a:t>
            </a:r>
            <a:r>
              <a:rPr lang="it-IT" sz="1800" b="1" i="0" u="none" strike="noStrike" baseline="0">
                <a:solidFill>
                  <a:schemeClr val="tx2"/>
                </a:solidFill>
              </a:rPr>
              <a:t>diametre mai mari de 12 mm</a:t>
            </a:r>
            <a:r>
              <a:rPr lang="it-IT" sz="1800" b="0" i="0" u="none" strike="noStrike" baseline="0">
                <a:solidFill>
                  <a:schemeClr val="tx2"/>
                </a:solidFill>
              </a:rPr>
              <a:t> se recomandă nituirea </a:t>
            </a:r>
            <a:r>
              <a:rPr lang="it-IT" sz="1800" b="1" i="0" u="none" strike="noStrike" baseline="0">
                <a:solidFill>
                  <a:schemeClr val="tx2"/>
                </a:solidFill>
              </a:rPr>
              <a:t>la cald</a:t>
            </a:r>
            <a:r>
              <a:rPr lang="it-IT" sz="1800" b="0" i="0" u="none" strike="noStrike" baseline="0">
                <a:solidFill>
                  <a:schemeClr val="tx2"/>
                </a:solidFill>
              </a:rPr>
              <a:t>. </a:t>
            </a:r>
          </a:p>
          <a:p>
            <a:pPr algn="just"/>
            <a:endParaRPr lang="it-IT">
              <a:solidFill>
                <a:schemeClr val="tx2"/>
              </a:solidFill>
            </a:endParaRPr>
          </a:p>
          <a:p>
            <a:pPr algn="just"/>
            <a:r>
              <a:rPr lang="it-IT" sz="1800" b="1" i="0" u="none" strike="noStrike" baseline="0">
                <a:solidFill>
                  <a:schemeClr val="tx2"/>
                </a:solidFill>
              </a:rPr>
              <a:t>Operaţiile necesare sunt : </a:t>
            </a:r>
          </a:p>
          <a:p>
            <a:pPr algn="just">
              <a:tabLst>
                <a:tab pos="174625" algn="l"/>
              </a:tabLst>
            </a:pPr>
            <a:r>
              <a:rPr lang="ro-RO" sz="1800" b="0" i="0" u="none" strike="noStrike" baseline="0">
                <a:solidFill>
                  <a:schemeClr val="tx2"/>
                </a:solidFill>
              </a:rPr>
              <a:t>-</a:t>
            </a:r>
            <a:r>
              <a:rPr lang="en-US" sz="1800" b="0" i="0" u="none" strike="noStrike" baseline="0">
                <a:solidFill>
                  <a:schemeClr val="tx2"/>
                </a:solidFill>
              </a:rPr>
              <a:t> </a:t>
            </a:r>
            <a:r>
              <a:rPr lang="ro-RO" sz="1800" b="0" i="0" u="none" strike="noStrike" baseline="0">
                <a:solidFill>
                  <a:schemeClr val="tx2"/>
                </a:solidFill>
              </a:rPr>
              <a:t>pregătirea pieselor de asamblat (îndreptare, găurire, debavurare, poziționarea găurilor); </a:t>
            </a:r>
          </a:p>
          <a:p>
            <a:pPr algn="just"/>
            <a:r>
              <a:rPr lang="ro-RO" sz="1800" b="0" i="0" u="none" strike="noStrike" baseline="0">
                <a:solidFill>
                  <a:schemeClr val="tx2"/>
                </a:solidFill>
              </a:rPr>
              <a:t>- </a:t>
            </a:r>
            <a:r>
              <a:rPr lang="en-US" sz="1800" b="0" i="0" u="none" strike="noStrike" baseline="0">
                <a:solidFill>
                  <a:schemeClr val="tx2"/>
                </a:solidFill>
              </a:rPr>
              <a:t>   </a:t>
            </a:r>
            <a:r>
              <a:rPr lang="ro-RO" sz="1800" b="0" i="0" u="none" strike="noStrike" baseline="0">
                <a:solidFill>
                  <a:schemeClr val="tx2"/>
                </a:solidFill>
              </a:rPr>
              <a:t>introducerea niturilor; </a:t>
            </a:r>
          </a:p>
          <a:p>
            <a:pPr marL="174625" indent="-174625" algn="just">
              <a:buFontTx/>
              <a:buChar char="-"/>
            </a:pPr>
            <a:r>
              <a:rPr lang="en-US" sz="1800" b="0" i="0" u="none" strike="noStrike" baseline="0">
                <a:solidFill>
                  <a:schemeClr val="tx2"/>
                </a:solidFill>
              </a:rPr>
              <a:t>   </a:t>
            </a:r>
            <a:r>
              <a:rPr lang="ro-RO" sz="1800" b="0" i="0" u="none" strike="noStrike" baseline="0">
                <a:solidFill>
                  <a:schemeClr val="tx2"/>
                </a:solidFill>
              </a:rPr>
              <a:t>căpuirea. </a:t>
            </a:r>
            <a:endParaRPr lang="en-US" sz="1800" b="0" i="0" u="none" strike="noStrike" baseline="0">
              <a:solidFill>
                <a:schemeClr val="tx2"/>
              </a:solidFill>
            </a:endParaRPr>
          </a:p>
          <a:p>
            <a:pPr marL="285750" indent="-285750" algn="just">
              <a:buFontTx/>
              <a:buChar char="-"/>
            </a:pPr>
            <a:endParaRPr lang="ro-RO" sz="1800" b="0" i="0" u="none" strike="noStrike" baseline="0">
              <a:solidFill>
                <a:schemeClr val="tx2"/>
              </a:solidFill>
            </a:endParaRPr>
          </a:p>
          <a:p>
            <a:pPr algn="just"/>
            <a:r>
              <a:rPr lang="ro-RO" sz="1800" b="1" i="0" u="none" strike="noStrike" baseline="0">
                <a:solidFill>
                  <a:schemeClr val="tx2"/>
                </a:solidFill>
              </a:rPr>
              <a:t>Pentru asamblările tablelor</a:t>
            </a:r>
            <a:r>
              <a:rPr lang="en-US" sz="1800" b="1" i="0" u="none" strike="noStrike" baseline="0">
                <a:solidFill>
                  <a:schemeClr val="tx2"/>
                </a:solidFill>
              </a:rPr>
              <a:t>, </a:t>
            </a:r>
            <a:r>
              <a:rPr lang="ro-RO" sz="1800" b="1" i="0" u="none" strike="noStrike" baseline="0">
                <a:solidFill>
                  <a:schemeClr val="tx2"/>
                </a:solidFill>
              </a:rPr>
              <a:t>pieselor din aluminiu </a:t>
            </a:r>
            <a:r>
              <a:rPr lang="ro-RO" sz="1800" b="0" i="0" u="none" strike="noStrike" baseline="0">
                <a:solidFill>
                  <a:schemeClr val="tx2"/>
                </a:solidFill>
              </a:rPr>
              <a:t>și aliaje</a:t>
            </a:r>
            <a:r>
              <a:rPr lang="en-US" sz="1800" b="0" i="0" u="none" strike="noStrike" baseline="0">
                <a:solidFill>
                  <a:schemeClr val="tx2"/>
                </a:solidFill>
              </a:rPr>
              <a:t>lor</a:t>
            </a:r>
            <a:r>
              <a:rPr lang="ro-RO" sz="1800" b="0" i="0" u="none" strike="noStrike" baseline="0">
                <a:solidFill>
                  <a:schemeClr val="tx2"/>
                </a:solidFill>
              </a:rPr>
              <a:t> de aluminiu se fac următoarele recomandări: </a:t>
            </a:r>
          </a:p>
          <a:p>
            <a:pPr algn="just"/>
            <a:r>
              <a:rPr lang="ro-RO" sz="1800" b="0" i="0" u="none" strike="noStrike" baseline="0">
                <a:solidFill>
                  <a:schemeClr val="tx2"/>
                </a:solidFill>
              </a:rPr>
              <a:t>- găurirea cu burghiul pentru evitarea fisurării marginilor tablelor; </a:t>
            </a:r>
          </a:p>
          <a:p>
            <a:pPr algn="just"/>
            <a:r>
              <a:rPr lang="ro-RO" sz="1800" b="0" i="0" u="none" strike="noStrike" baseline="0">
                <a:solidFill>
                  <a:schemeClr val="tx2"/>
                </a:solidFill>
              </a:rPr>
              <a:t>- nituirea la rece, pentru că la cald tablele din aluminiu </a:t>
            </a:r>
            <a:r>
              <a:rPr lang="ro-RO" sz="1800" b="0" i="0" u="none" strike="noStrike" baseline="0" err="1">
                <a:solidFill>
                  <a:schemeClr val="tx2"/>
                </a:solidFill>
              </a:rPr>
              <a:t>îşi</a:t>
            </a:r>
            <a:r>
              <a:rPr lang="ro-RO" sz="1800" b="0" i="0" u="none" strike="noStrike" baseline="0">
                <a:solidFill>
                  <a:schemeClr val="tx2"/>
                </a:solidFill>
              </a:rPr>
              <a:t> pierd din rezistență. Aliajele Al-Cu-Mg se durifică la temperatura camerei de la sine de aceea se recomandă ca înainte de nituire să fie depozitate la temperaturi joase sau tratate termic. </a:t>
            </a:r>
            <a:endParaRPr lang="ro-RO">
              <a:solidFill>
                <a:schemeClr val="tx2"/>
              </a:solidFill>
            </a:endParaRPr>
          </a:p>
        </p:txBody>
      </p:sp>
    </p:spTree>
    <p:extLst>
      <p:ext uri="{BB962C8B-B14F-4D97-AF65-F5344CB8AC3E}">
        <p14:creationId xmlns:p14="http://schemas.microsoft.com/office/powerpoint/2010/main" val="103124952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u 5">
            <a:extLst>
              <a:ext uri="{FF2B5EF4-FFF2-40B4-BE49-F238E27FC236}">
                <a16:creationId xmlns:a16="http://schemas.microsoft.com/office/drawing/2014/main" id="{DBCAB2DE-EF98-46F8-A621-2E1A6624F138}"/>
              </a:ext>
            </a:extLst>
          </p:cNvPr>
          <p:cNvSpPr>
            <a:spLocks noGrp="1"/>
          </p:cNvSpPr>
          <p:nvPr>
            <p:ph type="title"/>
          </p:nvPr>
        </p:nvSpPr>
        <p:spPr>
          <a:xfrm>
            <a:off x="5059138" y="330695"/>
            <a:ext cx="2791872" cy="523703"/>
          </a:xfrm>
        </p:spPr>
        <p:txBody>
          <a:bodyPr rtlCol="0">
            <a:normAutofit fontScale="90000"/>
          </a:bodyPr>
          <a:lstStyle/>
          <a:p>
            <a:pPr rtl="0"/>
            <a:r>
              <a:rPr lang="ro-RO" sz="3000"/>
              <a:t>Nituire</a:t>
            </a:r>
            <a:r>
              <a:rPr lang="en-US" sz="3000"/>
              <a:t>a</a:t>
            </a:r>
            <a:r>
              <a:rPr lang="ro-RO" sz="3000"/>
              <a:t> la cald</a:t>
            </a:r>
          </a:p>
        </p:txBody>
      </p:sp>
      <p:sp>
        <p:nvSpPr>
          <p:cNvPr id="5" name="Substituent număr diapozitiv 4">
            <a:extLst>
              <a:ext uri="{FF2B5EF4-FFF2-40B4-BE49-F238E27FC236}">
                <a16:creationId xmlns:a16="http://schemas.microsoft.com/office/drawing/2014/main" id="{5C57986C-983F-481D-81FB-E03E9127DF12}"/>
              </a:ext>
            </a:extLst>
          </p:cNvPr>
          <p:cNvSpPr>
            <a:spLocks noGrp="1"/>
          </p:cNvSpPr>
          <p:nvPr>
            <p:ph type="sldNum" sz="quarter" idx="12"/>
          </p:nvPr>
        </p:nvSpPr>
        <p:spPr/>
        <p:txBody>
          <a:bodyPr rtlCol="0"/>
          <a:lstStyle/>
          <a:p>
            <a:pPr rtl="0"/>
            <a:fld id="{8D581BC7-E183-40DB-AC97-C19EA4EB8894}" type="slidenum">
              <a:rPr lang="ro-RO" smtClean="0"/>
              <a:t>8</a:t>
            </a:fld>
            <a:endParaRPr lang="ro-RO"/>
          </a:p>
        </p:txBody>
      </p:sp>
      <p:sp>
        <p:nvSpPr>
          <p:cNvPr id="3" name="Substituent dată 2">
            <a:extLst>
              <a:ext uri="{FF2B5EF4-FFF2-40B4-BE49-F238E27FC236}">
                <a16:creationId xmlns:a16="http://schemas.microsoft.com/office/drawing/2014/main" id="{28C55721-47F2-4ED5-B964-D4332938AD7F}"/>
              </a:ext>
            </a:extLst>
          </p:cNvPr>
          <p:cNvSpPr>
            <a:spLocks noGrp="1"/>
          </p:cNvSpPr>
          <p:nvPr>
            <p:ph type="dt" sz="half" idx="10"/>
          </p:nvPr>
        </p:nvSpPr>
        <p:spPr/>
        <p:txBody>
          <a:bodyPr rtlCol="0"/>
          <a:lstStyle/>
          <a:p>
            <a:pPr rtl="0"/>
            <a:r>
              <a:rPr lang="ro-RO"/>
              <a:t>08.10.2025</a:t>
            </a:r>
          </a:p>
        </p:txBody>
      </p:sp>
      <p:sp>
        <p:nvSpPr>
          <p:cNvPr id="7" name="Substituent subsol 2">
            <a:extLst>
              <a:ext uri="{FF2B5EF4-FFF2-40B4-BE49-F238E27FC236}">
                <a16:creationId xmlns:a16="http://schemas.microsoft.com/office/drawing/2014/main" id="{49BE1D3D-7EC2-C2A5-8494-5BC5746E0B88}"/>
              </a:ext>
            </a:extLst>
          </p:cNvPr>
          <p:cNvSpPr>
            <a:spLocks noGrp="1"/>
          </p:cNvSpPr>
          <p:nvPr>
            <p:ph type="ftr" sz="quarter" idx="11"/>
          </p:nvPr>
        </p:nvSpPr>
        <p:spPr>
          <a:xfrm>
            <a:off x="1169961" y="5878720"/>
            <a:ext cx="1336964" cy="297307"/>
          </a:xfrm>
        </p:spPr>
        <p:txBody>
          <a:bodyPr rtlCol="0"/>
          <a:lstStyle/>
          <a:p>
            <a:pPr rtl="0"/>
            <a:r>
              <a:rPr lang="ro-RO"/>
              <a:t>Asamblări nituite</a:t>
            </a:r>
          </a:p>
        </p:txBody>
      </p:sp>
      <p:pic>
        <p:nvPicPr>
          <p:cNvPr id="8" name="Media online 7" title="The hot riveting process is riveting to watch">
            <a:hlinkClick r:id="" action="ppaction://media"/>
            <a:extLst>
              <a:ext uri="{FF2B5EF4-FFF2-40B4-BE49-F238E27FC236}">
                <a16:creationId xmlns:a16="http://schemas.microsoft.com/office/drawing/2014/main" id="{8A43AD3D-E15A-E5F0-6E52-5A6814BC3FA8}"/>
              </a:ext>
            </a:extLst>
          </p:cNvPr>
          <p:cNvPicPr>
            <a:picLocks noRot="1" noChangeAspect="1"/>
          </p:cNvPicPr>
          <p:nvPr>
            <a:videoFile r:link="rId1"/>
          </p:nvPr>
        </p:nvPicPr>
        <p:blipFill>
          <a:blip r:embed="rId4"/>
          <a:stretch>
            <a:fillRect/>
          </a:stretch>
        </p:blipFill>
        <p:spPr>
          <a:xfrm>
            <a:off x="2506921" y="952932"/>
            <a:ext cx="7896299" cy="4457921"/>
          </a:xfrm>
          <a:prstGeom prst="rect">
            <a:avLst/>
          </a:prstGeom>
        </p:spPr>
      </p:pic>
      <p:sp>
        <p:nvSpPr>
          <p:cNvPr id="9" name="CasetăText 8">
            <a:extLst>
              <a:ext uri="{FF2B5EF4-FFF2-40B4-BE49-F238E27FC236}">
                <a16:creationId xmlns:a16="http://schemas.microsoft.com/office/drawing/2014/main" id="{E983A462-CDA3-5D8A-32D8-B1D22CA8A2F9}"/>
              </a:ext>
            </a:extLst>
          </p:cNvPr>
          <p:cNvSpPr txBox="1"/>
          <p:nvPr/>
        </p:nvSpPr>
        <p:spPr>
          <a:xfrm>
            <a:off x="4227787" y="5509388"/>
            <a:ext cx="4454569" cy="369332"/>
          </a:xfrm>
          <a:prstGeom prst="rect">
            <a:avLst/>
          </a:prstGeom>
          <a:noFill/>
        </p:spPr>
        <p:txBody>
          <a:bodyPr wrap="square">
            <a:spAutoFit/>
          </a:bodyPr>
          <a:lstStyle/>
          <a:p>
            <a:pPr algn="ctr"/>
            <a:r>
              <a:rPr lang="ro-RO" b="1">
                <a:solidFill>
                  <a:schemeClr val="tx2"/>
                </a:solidFill>
                <a:ea typeface="Calibri" panose="020F0502020204030204" pitchFamily="34" charset="0"/>
                <a:cs typeface="Calibri" panose="020F0502020204030204" pitchFamily="34" charset="0"/>
              </a:rPr>
              <a:t>Video 3  Nituire la cald [</a:t>
            </a:r>
            <a:r>
              <a:rPr lang="ro-RO" b="1">
                <a:solidFill>
                  <a:schemeClr val="tx2"/>
                </a:solidFill>
                <a:ea typeface="Calibri" panose="020F0502020204030204" pitchFamily="34" charset="0"/>
                <a:cs typeface="Calibri" panose="020F0502020204030204" pitchFamily="34" charset="0"/>
                <a:hlinkClick r:id="rId5"/>
              </a:rPr>
              <a:t>www.youtube.com</a:t>
            </a:r>
            <a:r>
              <a:rPr lang="en-US" b="1">
                <a:solidFill>
                  <a:schemeClr val="tx2"/>
                </a:solidFill>
                <a:ea typeface="Calibri" panose="020F0502020204030204" pitchFamily="34" charset="0"/>
                <a:cs typeface="Calibri" panose="020F0502020204030204" pitchFamily="34" charset="0"/>
              </a:rPr>
              <a:t>]</a:t>
            </a:r>
            <a:endParaRPr lang="ro-RO"/>
          </a:p>
        </p:txBody>
      </p:sp>
    </p:spTree>
    <p:extLst>
      <p:ext uri="{BB962C8B-B14F-4D97-AF65-F5344CB8AC3E}">
        <p14:creationId xmlns:p14="http://schemas.microsoft.com/office/powerpoint/2010/main" val="379854200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8"/>
                </p:tgtEl>
              </p:cMediaNode>
            </p:video>
            <p:seq concurrent="1" nextAc="seek">
              <p:cTn id="8" restart="whenNotActive" fill="hold" evtFilter="cancelBubble" nodeType="interactiveSeq">
                <p:stCondLst>
                  <p:cond evt="onClick" delay="0">
                    <p:tgtEl>
                      <p:spTgt spid="8"/>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8"/>
                                        </p:tgtEl>
                                      </p:cBhvr>
                                    </p:cmd>
                                  </p:childTnLst>
                                </p:cTn>
                              </p:par>
                            </p:childTnLst>
                          </p:cTn>
                        </p:par>
                      </p:childTnLst>
                    </p:cTn>
                  </p:par>
                </p:childTnLst>
              </p:cTn>
              <p:nextCondLst>
                <p:cond evt="onClick" delay="0">
                  <p:tgtEl>
                    <p:spTgt spid="8"/>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stituent număr diapozitiv 4">
            <a:extLst>
              <a:ext uri="{FF2B5EF4-FFF2-40B4-BE49-F238E27FC236}">
                <a16:creationId xmlns:a16="http://schemas.microsoft.com/office/drawing/2014/main" id="{5C57986C-983F-481D-81FB-E03E9127DF12}"/>
              </a:ext>
            </a:extLst>
          </p:cNvPr>
          <p:cNvSpPr>
            <a:spLocks noGrp="1"/>
          </p:cNvSpPr>
          <p:nvPr>
            <p:ph type="sldNum" sz="quarter" idx="12"/>
          </p:nvPr>
        </p:nvSpPr>
        <p:spPr/>
        <p:txBody>
          <a:bodyPr rtlCol="0"/>
          <a:lstStyle/>
          <a:p>
            <a:pPr rtl="0"/>
            <a:fld id="{8D581BC7-E183-40DB-AC97-C19EA4EB8894}" type="slidenum">
              <a:rPr lang="ro-RO" smtClean="0"/>
              <a:t>9</a:t>
            </a:fld>
            <a:endParaRPr lang="ro-RO"/>
          </a:p>
        </p:txBody>
      </p:sp>
      <p:sp>
        <p:nvSpPr>
          <p:cNvPr id="3" name="Substituent dată 2">
            <a:extLst>
              <a:ext uri="{FF2B5EF4-FFF2-40B4-BE49-F238E27FC236}">
                <a16:creationId xmlns:a16="http://schemas.microsoft.com/office/drawing/2014/main" id="{28C55721-47F2-4ED5-B964-D4332938AD7F}"/>
              </a:ext>
            </a:extLst>
          </p:cNvPr>
          <p:cNvSpPr>
            <a:spLocks noGrp="1"/>
          </p:cNvSpPr>
          <p:nvPr>
            <p:ph type="dt" sz="half" idx="10"/>
          </p:nvPr>
        </p:nvSpPr>
        <p:spPr/>
        <p:txBody>
          <a:bodyPr rtlCol="0"/>
          <a:lstStyle/>
          <a:p>
            <a:pPr rtl="0"/>
            <a:r>
              <a:rPr lang="ro-RO"/>
              <a:t>08.10.2025</a:t>
            </a:r>
          </a:p>
        </p:txBody>
      </p:sp>
      <p:sp>
        <p:nvSpPr>
          <p:cNvPr id="7" name="Substituent subsol 2">
            <a:extLst>
              <a:ext uri="{FF2B5EF4-FFF2-40B4-BE49-F238E27FC236}">
                <a16:creationId xmlns:a16="http://schemas.microsoft.com/office/drawing/2014/main" id="{49BE1D3D-7EC2-C2A5-8494-5BC5746E0B88}"/>
              </a:ext>
            </a:extLst>
          </p:cNvPr>
          <p:cNvSpPr>
            <a:spLocks noGrp="1"/>
          </p:cNvSpPr>
          <p:nvPr>
            <p:ph type="ftr" sz="quarter" idx="11"/>
          </p:nvPr>
        </p:nvSpPr>
        <p:spPr>
          <a:xfrm>
            <a:off x="1169961" y="5878720"/>
            <a:ext cx="1336964" cy="297307"/>
          </a:xfrm>
        </p:spPr>
        <p:txBody>
          <a:bodyPr rtlCol="0"/>
          <a:lstStyle/>
          <a:p>
            <a:pPr rtl="0"/>
            <a:r>
              <a:rPr lang="ro-RO"/>
              <a:t>Asamblări nituite</a:t>
            </a:r>
          </a:p>
        </p:txBody>
      </p:sp>
      <p:sp>
        <p:nvSpPr>
          <p:cNvPr id="9" name="CasetăText 8">
            <a:extLst>
              <a:ext uri="{FF2B5EF4-FFF2-40B4-BE49-F238E27FC236}">
                <a16:creationId xmlns:a16="http://schemas.microsoft.com/office/drawing/2014/main" id="{E983A462-CDA3-5D8A-32D8-B1D22CA8A2F9}"/>
              </a:ext>
            </a:extLst>
          </p:cNvPr>
          <p:cNvSpPr txBox="1"/>
          <p:nvPr/>
        </p:nvSpPr>
        <p:spPr>
          <a:xfrm>
            <a:off x="1021835" y="1299186"/>
            <a:ext cx="4663293" cy="1631216"/>
          </a:xfrm>
          <a:prstGeom prst="rect">
            <a:avLst/>
          </a:prstGeom>
          <a:noFill/>
        </p:spPr>
        <p:txBody>
          <a:bodyPr wrap="square">
            <a:spAutoFit/>
          </a:bodyPr>
          <a:lstStyle/>
          <a:p>
            <a:pPr marL="285750" indent="-285750">
              <a:buFont typeface="Wingdings" panose="05000000000000000000" pitchFamily="2" charset="2"/>
              <a:buChar char="ü"/>
            </a:pPr>
            <a:r>
              <a:rPr lang="ro-RO" sz="2000" b="1">
                <a:solidFill>
                  <a:schemeClr val="bg2"/>
                </a:solidFill>
                <a:ea typeface="Calibri" panose="020F0502020204030204" pitchFamily="34" charset="0"/>
                <a:cs typeface="Calibri" panose="020F0502020204030204" pitchFamily="34" charset="0"/>
              </a:rPr>
              <a:t>tehnologie simplă</a:t>
            </a:r>
          </a:p>
          <a:p>
            <a:pPr marL="285750" indent="-285750">
              <a:buFont typeface="Wingdings" panose="05000000000000000000" pitchFamily="2" charset="2"/>
              <a:buChar char="ü"/>
            </a:pPr>
            <a:r>
              <a:rPr lang="ro-RO" sz="2000" b="1">
                <a:solidFill>
                  <a:schemeClr val="bg2"/>
                </a:solidFill>
                <a:ea typeface="Calibri" panose="020F0502020204030204" pitchFamily="34" charset="0"/>
                <a:cs typeface="Calibri" panose="020F0502020204030204" pitchFamily="34" charset="0"/>
              </a:rPr>
              <a:t>stabilitate mare</a:t>
            </a:r>
          </a:p>
          <a:p>
            <a:pPr marL="285750" indent="-285750">
              <a:buFont typeface="Wingdings" panose="05000000000000000000" pitchFamily="2" charset="2"/>
              <a:buChar char="ü"/>
            </a:pPr>
            <a:r>
              <a:rPr lang="ro-RO" sz="2000" b="1">
                <a:solidFill>
                  <a:schemeClr val="bg2"/>
                </a:solidFill>
                <a:ea typeface="Calibri" panose="020F0502020204030204" pitchFamily="34" charset="0"/>
                <a:cs typeface="Calibri" panose="020F0502020204030204" pitchFamily="34" charset="0"/>
              </a:rPr>
              <a:t>rezistență la șocuri și vibrații</a:t>
            </a:r>
          </a:p>
          <a:p>
            <a:pPr marL="285750" indent="-285750">
              <a:buFont typeface="Wingdings" panose="05000000000000000000" pitchFamily="2" charset="2"/>
              <a:buChar char="ü"/>
            </a:pPr>
            <a:r>
              <a:rPr lang="ro-RO" sz="2000" b="1">
                <a:solidFill>
                  <a:schemeClr val="bg2"/>
                </a:solidFill>
                <a:ea typeface="Calibri" panose="020F0502020204030204" pitchFamily="34" charset="0"/>
                <a:cs typeface="Calibri" panose="020F0502020204030204" pitchFamily="34" charset="0"/>
              </a:rPr>
              <a:t>se pot nitui materiale diferite</a:t>
            </a:r>
          </a:p>
          <a:p>
            <a:pPr marL="285750" indent="-285750">
              <a:buFont typeface="Wingdings" panose="05000000000000000000" pitchFamily="2" charset="2"/>
              <a:buChar char="ü"/>
            </a:pPr>
            <a:r>
              <a:rPr lang="ro-RO" sz="2000" b="1">
                <a:solidFill>
                  <a:schemeClr val="bg2"/>
                </a:solidFill>
                <a:ea typeface="Calibri" panose="020F0502020204030204" pitchFamily="34" charset="0"/>
                <a:cs typeface="Calibri" panose="020F0502020204030204" pitchFamily="34" charset="0"/>
              </a:rPr>
              <a:t>control bun al calității îmbinării</a:t>
            </a:r>
            <a:endParaRPr lang="ro-RO" sz="2000">
              <a:solidFill>
                <a:schemeClr val="bg2"/>
              </a:solidFill>
            </a:endParaRPr>
          </a:p>
        </p:txBody>
      </p:sp>
      <p:sp>
        <p:nvSpPr>
          <p:cNvPr id="2" name="CasetăText 1">
            <a:extLst>
              <a:ext uri="{FF2B5EF4-FFF2-40B4-BE49-F238E27FC236}">
                <a16:creationId xmlns:a16="http://schemas.microsoft.com/office/drawing/2014/main" id="{E076E5C9-2E7B-CDE4-6020-9F8746FC46C8}"/>
              </a:ext>
            </a:extLst>
          </p:cNvPr>
          <p:cNvSpPr txBox="1"/>
          <p:nvPr/>
        </p:nvSpPr>
        <p:spPr>
          <a:xfrm>
            <a:off x="3006132" y="4145028"/>
            <a:ext cx="5814400" cy="1938992"/>
          </a:xfrm>
          <a:prstGeom prst="rect">
            <a:avLst/>
          </a:prstGeom>
          <a:noFill/>
        </p:spPr>
        <p:txBody>
          <a:bodyPr wrap="square">
            <a:spAutoFit/>
          </a:bodyPr>
          <a:lstStyle/>
          <a:p>
            <a:pPr marL="285750" indent="-285750">
              <a:buFont typeface="Wingdings" panose="05000000000000000000" pitchFamily="2" charset="2"/>
              <a:buChar char="Ø"/>
            </a:pPr>
            <a:r>
              <a:rPr lang="ro-RO" sz="2000" b="1">
                <a:solidFill>
                  <a:schemeClr val="tx2"/>
                </a:solidFill>
                <a:ea typeface="Calibri" panose="020F0502020204030204" pitchFamily="34" charset="0"/>
                <a:cs typeface="Calibri" panose="020F0502020204030204" pitchFamily="34" charset="0"/>
              </a:rPr>
              <a:t>consum mai mare de metal</a:t>
            </a:r>
          </a:p>
          <a:p>
            <a:pPr marL="285750" indent="-285750">
              <a:buFont typeface="Wingdings" panose="05000000000000000000" pitchFamily="2" charset="2"/>
              <a:buChar char="Ø"/>
            </a:pPr>
            <a:r>
              <a:rPr lang="ro-RO" sz="2000" b="1">
                <a:solidFill>
                  <a:schemeClr val="tx2"/>
                </a:solidFill>
                <a:ea typeface="Calibri" panose="020F0502020204030204" pitchFamily="34" charset="0"/>
                <a:cs typeface="Calibri" panose="020F0502020204030204" pitchFamily="34" charset="0"/>
              </a:rPr>
              <a:t>productivitate scăzută</a:t>
            </a:r>
          </a:p>
          <a:p>
            <a:pPr marL="285750" indent="-285750">
              <a:buFont typeface="Wingdings" panose="05000000000000000000" pitchFamily="2" charset="2"/>
              <a:buChar char="Ø"/>
            </a:pPr>
            <a:r>
              <a:rPr lang="ro-RO" sz="2000" b="1">
                <a:solidFill>
                  <a:schemeClr val="tx2"/>
                </a:solidFill>
                <a:ea typeface="Calibri" panose="020F0502020204030204" pitchFamily="34" charset="0"/>
                <a:cs typeface="Calibri" panose="020F0502020204030204" pitchFamily="34" charset="0"/>
              </a:rPr>
              <a:t>suprapuneri de table și profile</a:t>
            </a:r>
          </a:p>
          <a:p>
            <a:pPr marL="285750" indent="-285750">
              <a:buFont typeface="Wingdings" panose="05000000000000000000" pitchFamily="2" charset="2"/>
              <a:buChar char="Ø"/>
            </a:pPr>
            <a:r>
              <a:rPr lang="ro-RO" sz="2000" b="1">
                <a:solidFill>
                  <a:schemeClr val="tx2"/>
                </a:solidFill>
                <a:ea typeface="Calibri" panose="020F0502020204030204" pitchFamily="34" charset="0"/>
                <a:cs typeface="Calibri" panose="020F0502020204030204" pitchFamily="34" charset="0"/>
              </a:rPr>
              <a:t>etanșarea necesită experiență deosebită</a:t>
            </a:r>
          </a:p>
          <a:p>
            <a:pPr marL="285750" indent="-285750">
              <a:buFont typeface="Wingdings" panose="05000000000000000000" pitchFamily="2" charset="2"/>
              <a:buChar char="Ø"/>
            </a:pPr>
            <a:r>
              <a:rPr lang="ro-RO" sz="2000" b="1">
                <a:solidFill>
                  <a:schemeClr val="tx2"/>
                </a:solidFill>
                <a:ea typeface="Calibri" panose="020F0502020204030204" pitchFamily="34" charset="0"/>
                <a:cs typeface="Calibri" panose="020F0502020204030204" pitchFamily="34" charset="0"/>
              </a:rPr>
              <a:t>preț de cost mai ridicat</a:t>
            </a:r>
          </a:p>
          <a:p>
            <a:pPr marL="285750" indent="-285750">
              <a:buFont typeface="Wingdings" panose="05000000000000000000" pitchFamily="2" charset="2"/>
              <a:buChar char="Ø"/>
            </a:pPr>
            <a:r>
              <a:rPr lang="ro-RO" sz="2000" b="1">
                <a:solidFill>
                  <a:schemeClr val="tx2"/>
                </a:solidFill>
                <a:ea typeface="Calibri" panose="020F0502020204030204" pitchFamily="34" charset="0"/>
                <a:cs typeface="Calibri" panose="020F0502020204030204" pitchFamily="34" charset="0"/>
              </a:rPr>
              <a:t>condiții grele de muncă (zgomot, vibrații)</a:t>
            </a:r>
            <a:endParaRPr lang="ro-RO" sz="2000"/>
          </a:p>
        </p:txBody>
      </p:sp>
      <p:sp>
        <p:nvSpPr>
          <p:cNvPr id="10" name="CasetăText 9">
            <a:extLst>
              <a:ext uri="{FF2B5EF4-FFF2-40B4-BE49-F238E27FC236}">
                <a16:creationId xmlns:a16="http://schemas.microsoft.com/office/drawing/2014/main" id="{0116F7D0-8A11-F448-939D-D840F417FC13}"/>
              </a:ext>
            </a:extLst>
          </p:cNvPr>
          <p:cNvSpPr txBox="1"/>
          <p:nvPr/>
        </p:nvSpPr>
        <p:spPr>
          <a:xfrm>
            <a:off x="1021835" y="827894"/>
            <a:ext cx="1318099" cy="461665"/>
          </a:xfrm>
          <a:prstGeom prst="rect">
            <a:avLst/>
          </a:prstGeom>
          <a:noFill/>
        </p:spPr>
        <p:txBody>
          <a:bodyPr wrap="square">
            <a:spAutoFit/>
          </a:bodyPr>
          <a:lstStyle/>
          <a:p>
            <a:r>
              <a:rPr lang="ro-RO" sz="2400" b="1">
                <a:solidFill>
                  <a:schemeClr val="bg2"/>
                </a:solidFill>
                <a:latin typeface="Calibri" panose="020F0502020204030204" pitchFamily="34" charset="0"/>
                <a:ea typeface="Calibri" panose="020F0502020204030204" pitchFamily="34" charset="0"/>
                <a:cs typeface="Calibri" panose="020F0502020204030204" pitchFamily="34" charset="0"/>
              </a:rPr>
              <a:t>Avantaje</a:t>
            </a:r>
          </a:p>
        </p:txBody>
      </p:sp>
      <p:sp>
        <p:nvSpPr>
          <p:cNvPr id="12" name="CasetăText 11">
            <a:extLst>
              <a:ext uri="{FF2B5EF4-FFF2-40B4-BE49-F238E27FC236}">
                <a16:creationId xmlns:a16="http://schemas.microsoft.com/office/drawing/2014/main" id="{BE4815A2-6470-90DB-59FB-2A53AB22FF8F}"/>
              </a:ext>
            </a:extLst>
          </p:cNvPr>
          <p:cNvSpPr txBox="1"/>
          <p:nvPr/>
        </p:nvSpPr>
        <p:spPr>
          <a:xfrm>
            <a:off x="3006132" y="3696766"/>
            <a:ext cx="1787150" cy="461665"/>
          </a:xfrm>
          <a:prstGeom prst="rect">
            <a:avLst/>
          </a:prstGeom>
          <a:noFill/>
        </p:spPr>
        <p:txBody>
          <a:bodyPr wrap="square">
            <a:spAutoFit/>
          </a:bodyPr>
          <a:lstStyle/>
          <a:p>
            <a:r>
              <a:rPr lang="ro-RO" sz="2400" b="1">
                <a:solidFill>
                  <a:schemeClr val="tx2"/>
                </a:solidFill>
                <a:latin typeface="Calibri" panose="020F0502020204030204" pitchFamily="34" charset="0"/>
                <a:ea typeface="Calibri" panose="020F0502020204030204" pitchFamily="34" charset="0"/>
                <a:cs typeface="Calibri" panose="020F0502020204030204" pitchFamily="34" charset="0"/>
              </a:rPr>
              <a:t>Dezavantaje</a:t>
            </a:r>
          </a:p>
        </p:txBody>
      </p:sp>
      <p:pic>
        <p:nvPicPr>
          <p:cNvPr id="14" name="Imagine 13">
            <a:extLst>
              <a:ext uri="{FF2B5EF4-FFF2-40B4-BE49-F238E27FC236}">
                <a16:creationId xmlns:a16="http://schemas.microsoft.com/office/drawing/2014/main" id="{A1291CAF-3F60-704F-C973-5C76A35A9DEB}"/>
              </a:ext>
            </a:extLst>
          </p:cNvPr>
          <p:cNvPicPr>
            <a:picLocks noChangeAspect="1"/>
          </p:cNvPicPr>
          <p:nvPr/>
        </p:nvPicPr>
        <p:blipFill>
          <a:blip r:embed="rId3"/>
          <a:stretch>
            <a:fillRect/>
          </a:stretch>
        </p:blipFill>
        <p:spPr>
          <a:xfrm>
            <a:off x="5106506" y="570816"/>
            <a:ext cx="5715000" cy="321945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16" name="CasetăText 15">
            <a:extLst>
              <a:ext uri="{FF2B5EF4-FFF2-40B4-BE49-F238E27FC236}">
                <a16:creationId xmlns:a16="http://schemas.microsoft.com/office/drawing/2014/main" id="{904C3898-D741-95E5-FBE2-F41D71B19CCA}"/>
              </a:ext>
            </a:extLst>
          </p:cNvPr>
          <p:cNvSpPr txBox="1"/>
          <p:nvPr/>
        </p:nvSpPr>
        <p:spPr>
          <a:xfrm>
            <a:off x="9450199" y="3915494"/>
            <a:ext cx="1133273" cy="369332"/>
          </a:xfrm>
          <a:prstGeom prst="rect">
            <a:avLst/>
          </a:prstGeom>
          <a:noFill/>
        </p:spPr>
        <p:txBody>
          <a:bodyPr wrap="square">
            <a:spAutoFit/>
          </a:bodyPr>
          <a:lstStyle/>
          <a:p>
            <a:r>
              <a:rPr lang="en-US" b="1">
                <a:solidFill>
                  <a:schemeClr val="tx2"/>
                </a:solidFill>
                <a:ea typeface="Calibri" panose="020F0502020204030204" pitchFamily="34" charset="0"/>
                <a:cs typeface="Calibri" panose="020F0502020204030204" pitchFamily="34" charset="0"/>
              </a:rPr>
              <a:t>[</a:t>
            </a:r>
            <a:r>
              <a:rPr lang="ro-RO" b="1">
                <a:solidFill>
                  <a:schemeClr val="tx2"/>
                </a:solidFill>
                <a:ea typeface="Calibri" panose="020F0502020204030204" pitchFamily="34" charset="0"/>
                <a:cs typeface="Calibri" panose="020F0502020204030204" pitchFamily="34" charset="0"/>
                <a:hlinkClick r:id="rId4"/>
              </a:rPr>
              <a:t>inc.com</a:t>
            </a:r>
            <a:r>
              <a:rPr lang="en-US" b="1">
                <a:solidFill>
                  <a:schemeClr val="tx2"/>
                </a:solidFill>
                <a:ea typeface="Calibri" panose="020F0502020204030204" pitchFamily="34" charset="0"/>
                <a:cs typeface="Calibri" panose="020F0502020204030204" pitchFamily="34" charset="0"/>
              </a:rPr>
              <a:t>]</a:t>
            </a:r>
            <a:r>
              <a:rPr lang="ro-RO">
                <a:solidFill>
                  <a:schemeClr val="tx2"/>
                </a:solidFill>
                <a:ea typeface="Calibri" panose="020F0502020204030204" pitchFamily="34" charset="0"/>
                <a:cs typeface="Calibri" panose="020F0502020204030204" pitchFamily="34" charset="0"/>
              </a:rPr>
              <a:t> </a:t>
            </a:r>
            <a:endParaRPr lang="ro-RO"/>
          </a:p>
        </p:txBody>
      </p:sp>
    </p:spTree>
    <p:extLst>
      <p:ext uri="{BB962C8B-B14F-4D97-AF65-F5344CB8AC3E}">
        <p14:creationId xmlns:p14="http://schemas.microsoft.com/office/powerpoint/2010/main" val="151598530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134CB059-9E3B-4C24-8E61-717292C2944E}"/>
              </a:ext>
            </a:extLst>
          </p:cNvPr>
          <p:cNvSpPr>
            <a:spLocks noGrp="1"/>
          </p:cNvSpPr>
          <p:nvPr>
            <p:ph type="title"/>
          </p:nvPr>
        </p:nvSpPr>
        <p:spPr>
          <a:xfrm>
            <a:off x="379378" y="2375218"/>
            <a:ext cx="3315115" cy="502357"/>
          </a:xfrm>
        </p:spPr>
        <p:txBody>
          <a:bodyPr rtlCol="0">
            <a:normAutofit fontScale="90000"/>
          </a:bodyPr>
          <a:lstStyle/>
          <a:p>
            <a:pPr rtl="0"/>
            <a:r>
              <a:rPr lang="ro-RO" sz="3000" b="0"/>
              <a:t>Asamblări sudate [</a:t>
            </a:r>
            <a:r>
              <a:rPr lang="en-US" sz="3000" b="0"/>
              <a:t>1</a:t>
            </a:r>
            <a:r>
              <a:rPr lang="ro-RO" sz="3000" b="0"/>
              <a:t>]</a:t>
            </a:r>
          </a:p>
        </p:txBody>
      </p:sp>
      <p:sp>
        <p:nvSpPr>
          <p:cNvPr id="8" name="Substituent text 7">
            <a:extLst>
              <a:ext uri="{FF2B5EF4-FFF2-40B4-BE49-F238E27FC236}">
                <a16:creationId xmlns:a16="http://schemas.microsoft.com/office/drawing/2014/main" id="{EEA947F5-DD66-4D26-BA34-D1D8F7CE9010}"/>
              </a:ext>
            </a:extLst>
          </p:cNvPr>
          <p:cNvSpPr>
            <a:spLocks noGrp="1"/>
          </p:cNvSpPr>
          <p:nvPr>
            <p:ph type="body" idx="14"/>
          </p:nvPr>
        </p:nvSpPr>
        <p:spPr>
          <a:xfrm>
            <a:off x="379378" y="3429000"/>
            <a:ext cx="4715668" cy="2033081"/>
          </a:xfrm>
        </p:spPr>
        <p:txBody>
          <a:bodyPr rtlCol="0">
            <a:normAutofit/>
          </a:bodyPr>
          <a:lstStyle/>
          <a:p>
            <a:pPr marL="0" indent="0" algn="just">
              <a:buNone/>
            </a:pPr>
            <a:r>
              <a:rPr lang="ro-RO" sz="1800" b="0" i="0" u="none" strike="noStrike" baseline="0"/>
              <a:t>Operația tehnologică prin care se asamblează nedemontabil două piese din același material sau materiale diferite dar având compoziția chimică apropiată poartă denumirea de sudare. Pentru a putea fi realizată, este necesară aducerea în stare de topire sau cel puțin plasticizare a suprafețelor ce urmează a fi sudate.</a:t>
            </a:r>
          </a:p>
        </p:txBody>
      </p:sp>
      <p:sp>
        <p:nvSpPr>
          <p:cNvPr id="6" name="Substituent număr diapozitiv 5">
            <a:extLst>
              <a:ext uri="{FF2B5EF4-FFF2-40B4-BE49-F238E27FC236}">
                <a16:creationId xmlns:a16="http://schemas.microsoft.com/office/drawing/2014/main" id="{2B9E0CB5-2F64-4439-AFE9-1BB3ACE6FA9D}"/>
              </a:ext>
            </a:extLst>
          </p:cNvPr>
          <p:cNvSpPr>
            <a:spLocks noGrp="1"/>
          </p:cNvSpPr>
          <p:nvPr>
            <p:ph type="sldNum" sz="quarter" idx="12"/>
          </p:nvPr>
        </p:nvSpPr>
        <p:spPr/>
        <p:txBody>
          <a:bodyPr rtlCol="0"/>
          <a:lstStyle/>
          <a:p>
            <a:pPr rtl="0"/>
            <a:fld id="{8D581BC7-E183-40DB-AC97-C19EA4EB8894}" type="slidenum">
              <a:rPr lang="ro-RO" smtClean="0"/>
              <a:t>10</a:t>
            </a:fld>
            <a:endParaRPr lang="ro-RO"/>
          </a:p>
        </p:txBody>
      </p:sp>
      <p:sp>
        <p:nvSpPr>
          <p:cNvPr id="5" name="Substituent subsol 4">
            <a:extLst>
              <a:ext uri="{FF2B5EF4-FFF2-40B4-BE49-F238E27FC236}">
                <a16:creationId xmlns:a16="http://schemas.microsoft.com/office/drawing/2014/main" id="{FFFF8DFC-D37E-4FE9-81F0-77C68D469526}"/>
              </a:ext>
            </a:extLst>
          </p:cNvPr>
          <p:cNvSpPr>
            <a:spLocks noGrp="1"/>
          </p:cNvSpPr>
          <p:nvPr>
            <p:ph type="ftr" sz="quarter" idx="11"/>
          </p:nvPr>
        </p:nvSpPr>
        <p:spPr/>
        <p:txBody>
          <a:bodyPr rtlCol="0"/>
          <a:lstStyle/>
          <a:p>
            <a:pPr rtl="0"/>
            <a:r>
              <a:rPr lang="ro-RO"/>
              <a:t>Asamblări sudate</a:t>
            </a:r>
          </a:p>
        </p:txBody>
      </p:sp>
      <p:sp>
        <p:nvSpPr>
          <p:cNvPr id="4" name="Substituent dată 3">
            <a:extLst>
              <a:ext uri="{FF2B5EF4-FFF2-40B4-BE49-F238E27FC236}">
                <a16:creationId xmlns:a16="http://schemas.microsoft.com/office/drawing/2014/main" id="{0BA396AE-BE46-43FB-B4E7-224D2AF39F83}"/>
              </a:ext>
            </a:extLst>
          </p:cNvPr>
          <p:cNvSpPr>
            <a:spLocks noGrp="1"/>
          </p:cNvSpPr>
          <p:nvPr>
            <p:ph type="dt" sz="half" idx="10"/>
          </p:nvPr>
        </p:nvSpPr>
        <p:spPr/>
        <p:txBody>
          <a:bodyPr rtlCol="0"/>
          <a:lstStyle/>
          <a:p>
            <a:pPr rtl="0"/>
            <a:r>
              <a:rPr lang="en-US"/>
              <a:t>08.10.2025</a:t>
            </a:r>
            <a:endParaRPr lang="ro-RO"/>
          </a:p>
        </p:txBody>
      </p:sp>
      <p:sp>
        <p:nvSpPr>
          <p:cNvPr id="18" name="CasetăText 17">
            <a:extLst>
              <a:ext uri="{FF2B5EF4-FFF2-40B4-BE49-F238E27FC236}">
                <a16:creationId xmlns:a16="http://schemas.microsoft.com/office/drawing/2014/main" id="{612CA714-F59C-F4CA-6D08-1E00EEA670A4}"/>
              </a:ext>
            </a:extLst>
          </p:cNvPr>
          <p:cNvSpPr txBox="1"/>
          <p:nvPr/>
        </p:nvSpPr>
        <p:spPr>
          <a:xfrm>
            <a:off x="6995271" y="5647565"/>
            <a:ext cx="3589077" cy="646331"/>
          </a:xfrm>
          <a:prstGeom prst="rect">
            <a:avLst/>
          </a:prstGeom>
          <a:noFill/>
        </p:spPr>
        <p:txBody>
          <a:bodyPr wrap="square">
            <a:spAutoFit/>
          </a:bodyPr>
          <a:lstStyle/>
          <a:p>
            <a:pPr algn="ctr"/>
            <a:r>
              <a:rPr lang="ro-RO" b="1">
                <a:solidFill>
                  <a:schemeClr val="tx2"/>
                </a:solidFill>
                <a:ea typeface="Calibri" panose="020F0502020204030204" pitchFamily="34" charset="0"/>
                <a:cs typeface="Calibri" panose="020F0502020204030204" pitchFamily="34" charset="0"/>
              </a:rPr>
              <a:t>Fig. </a:t>
            </a:r>
            <a:r>
              <a:rPr lang="en-US" b="1">
                <a:solidFill>
                  <a:schemeClr val="tx2"/>
                </a:solidFill>
                <a:ea typeface="Calibri" panose="020F0502020204030204" pitchFamily="34" charset="0"/>
                <a:cs typeface="Calibri" panose="020F0502020204030204" pitchFamily="34" charset="0"/>
              </a:rPr>
              <a:t>6</a:t>
            </a:r>
            <a:r>
              <a:rPr lang="ro-RO" b="1">
                <a:solidFill>
                  <a:schemeClr val="tx2"/>
                </a:solidFill>
                <a:ea typeface="Calibri" panose="020F0502020204030204" pitchFamily="34" charset="0"/>
                <a:cs typeface="Calibri" panose="020F0502020204030204" pitchFamily="34" charset="0"/>
              </a:rPr>
              <a:t> </a:t>
            </a:r>
            <a:r>
              <a:rPr lang="it-IT" b="1">
                <a:solidFill>
                  <a:schemeClr val="tx2"/>
                </a:solidFill>
                <a:ea typeface="Calibri" panose="020F0502020204030204" pitchFamily="34" charset="0"/>
                <a:cs typeface="Calibri" panose="020F0502020204030204" pitchFamily="34" charset="0"/>
              </a:rPr>
              <a:t>Părțile componente ale unei asamblări sudate </a:t>
            </a:r>
            <a:r>
              <a:rPr lang="ro-RO" b="1">
                <a:solidFill>
                  <a:schemeClr val="tx2"/>
                </a:solidFill>
                <a:ea typeface="Calibri" panose="020F0502020204030204" pitchFamily="34" charset="0"/>
                <a:cs typeface="Calibri" panose="020F0502020204030204" pitchFamily="34" charset="0"/>
              </a:rPr>
              <a:t>[</a:t>
            </a:r>
            <a:r>
              <a:rPr lang="ro-RO" b="1">
                <a:solidFill>
                  <a:schemeClr val="tx2"/>
                </a:solidFill>
                <a:ea typeface="Calibri" panose="020F0502020204030204" pitchFamily="34" charset="0"/>
                <a:cs typeface="Calibri" panose="020F0502020204030204" pitchFamily="34" charset="0"/>
                <a:hlinkClick r:id="rId3"/>
              </a:rPr>
              <a:t>gdgi.utcluj.ro</a:t>
            </a:r>
            <a:r>
              <a:rPr lang="en-US" b="1">
                <a:solidFill>
                  <a:schemeClr val="tx2"/>
                </a:solidFill>
                <a:ea typeface="Calibri" panose="020F0502020204030204" pitchFamily="34" charset="0"/>
                <a:cs typeface="Calibri" panose="020F0502020204030204" pitchFamily="34" charset="0"/>
              </a:rPr>
              <a:t>]</a:t>
            </a:r>
            <a:endParaRPr lang="ro-RO"/>
          </a:p>
        </p:txBody>
      </p:sp>
      <p:sp>
        <p:nvSpPr>
          <p:cNvPr id="24" name="CasetăText 23">
            <a:extLst>
              <a:ext uri="{FF2B5EF4-FFF2-40B4-BE49-F238E27FC236}">
                <a16:creationId xmlns:a16="http://schemas.microsoft.com/office/drawing/2014/main" id="{7F425508-8927-C897-BDE0-42B7517DA772}"/>
              </a:ext>
            </a:extLst>
          </p:cNvPr>
          <p:cNvSpPr txBox="1"/>
          <p:nvPr/>
        </p:nvSpPr>
        <p:spPr>
          <a:xfrm>
            <a:off x="5784715" y="271822"/>
            <a:ext cx="3391780" cy="1200329"/>
          </a:xfrm>
          <a:prstGeom prst="rect">
            <a:avLst/>
          </a:prstGeom>
          <a:noFill/>
        </p:spPr>
        <p:txBody>
          <a:bodyPr wrap="square">
            <a:spAutoFit/>
          </a:bodyPr>
          <a:lstStyle/>
          <a:p>
            <a:pPr marL="285750" indent="-285750" algn="just">
              <a:buFont typeface="Wingdings" panose="05000000000000000000" pitchFamily="2" charset="2"/>
              <a:buChar char="v"/>
            </a:pPr>
            <a:r>
              <a:rPr lang="ro-RO"/>
              <a:t>b - deschiderea rostului </a:t>
            </a:r>
            <a:endParaRPr lang="en-US"/>
          </a:p>
          <a:p>
            <a:pPr marL="285750" indent="-285750" algn="just">
              <a:buFont typeface="Wingdings" panose="05000000000000000000" pitchFamily="2" charset="2"/>
              <a:buChar char="v"/>
            </a:pPr>
            <a:r>
              <a:rPr lang="el-GR"/>
              <a:t>α - </a:t>
            </a:r>
            <a:r>
              <a:rPr lang="ro-RO"/>
              <a:t>unghiul rostului </a:t>
            </a:r>
            <a:endParaRPr lang="en-US"/>
          </a:p>
          <a:p>
            <a:pPr marL="285750" indent="-285750" algn="just">
              <a:buFont typeface="Wingdings" panose="05000000000000000000" pitchFamily="2" charset="2"/>
              <a:buChar char="v"/>
            </a:pPr>
            <a:r>
              <a:rPr lang="ro-RO"/>
              <a:t>h - înălțimea rădăcinii rostului</a:t>
            </a:r>
            <a:endParaRPr lang="en-US"/>
          </a:p>
          <a:p>
            <a:pPr marL="285750" indent="-285750" algn="just">
              <a:buFont typeface="Wingdings" panose="05000000000000000000" pitchFamily="2" charset="2"/>
              <a:buChar char="v"/>
            </a:pPr>
            <a:r>
              <a:rPr lang="ro-RO"/>
              <a:t>e - lățimea rostului  </a:t>
            </a:r>
            <a:endParaRPr lang="en-US"/>
          </a:p>
        </p:txBody>
      </p:sp>
      <p:pic>
        <p:nvPicPr>
          <p:cNvPr id="7" name="Imagine 6">
            <a:extLst>
              <a:ext uri="{FF2B5EF4-FFF2-40B4-BE49-F238E27FC236}">
                <a16:creationId xmlns:a16="http://schemas.microsoft.com/office/drawing/2014/main" id="{CBCA9764-9378-3B2A-EF31-BA3EC3279F3E}"/>
              </a:ext>
            </a:extLst>
          </p:cNvPr>
          <p:cNvPicPr>
            <a:picLocks noChangeAspect="1"/>
          </p:cNvPicPr>
          <p:nvPr/>
        </p:nvPicPr>
        <p:blipFill>
          <a:blip r:embed="rId4"/>
          <a:stretch>
            <a:fillRect/>
          </a:stretch>
        </p:blipFill>
        <p:spPr>
          <a:xfrm>
            <a:off x="6442447" y="1728317"/>
            <a:ext cx="4715667" cy="2972000"/>
          </a:xfrm>
          <a:prstGeom prst="roundRect">
            <a:avLst>
              <a:gd name="adj" fmla="val 455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10" name="CasetăText 9">
            <a:extLst>
              <a:ext uri="{FF2B5EF4-FFF2-40B4-BE49-F238E27FC236}">
                <a16:creationId xmlns:a16="http://schemas.microsoft.com/office/drawing/2014/main" id="{CF9A55D5-8850-21CD-5A76-79636738BB22}"/>
              </a:ext>
            </a:extLst>
          </p:cNvPr>
          <p:cNvSpPr txBox="1"/>
          <p:nvPr/>
        </p:nvSpPr>
        <p:spPr>
          <a:xfrm>
            <a:off x="9444354" y="271822"/>
            <a:ext cx="2571753" cy="1200329"/>
          </a:xfrm>
          <a:prstGeom prst="rect">
            <a:avLst/>
          </a:prstGeom>
          <a:noFill/>
        </p:spPr>
        <p:txBody>
          <a:bodyPr wrap="square">
            <a:spAutoFit/>
          </a:bodyPr>
          <a:lstStyle/>
          <a:p>
            <a:pPr marL="285750" indent="-285750">
              <a:buFont typeface="Wingdings" panose="05000000000000000000" pitchFamily="2" charset="2"/>
              <a:buChar char="v"/>
            </a:pPr>
            <a:r>
              <a:rPr lang="ro-RO"/>
              <a:t>r - raza rostului </a:t>
            </a:r>
            <a:endParaRPr lang="en-US"/>
          </a:p>
          <a:p>
            <a:pPr marL="285750" indent="-285750">
              <a:buFont typeface="Wingdings" panose="05000000000000000000" pitchFamily="2" charset="2"/>
              <a:buChar char="v"/>
            </a:pPr>
            <a:r>
              <a:rPr lang="ro-RO"/>
              <a:t>s - grosimea metalului de bază </a:t>
            </a:r>
            <a:endParaRPr lang="en-US"/>
          </a:p>
          <a:p>
            <a:pPr marL="285750" indent="-285750">
              <a:buFont typeface="Wingdings" panose="05000000000000000000" pitchFamily="2" charset="2"/>
              <a:buChar char="v"/>
            </a:pPr>
            <a:r>
              <a:rPr lang="ro-RO"/>
              <a:t>l - lungimea rostului</a:t>
            </a:r>
          </a:p>
        </p:txBody>
      </p:sp>
    </p:spTree>
    <p:extLst>
      <p:ext uri="{BB962C8B-B14F-4D97-AF65-F5344CB8AC3E}">
        <p14:creationId xmlns:p14="http://schemas.microsoft.com/office/powerpoint/2010/main" val="376680306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stituent număr diapozitiv 4">
            <a:extLst>
              <a:ext uri="{FF2B5EF4-FFF2-40B4-BE49-F238E27FC236}">
                <a16:creationId xmlns:a16="http://schemas.microsoft.com/office/drawing/2014/main" id="{5C57986C-983F-481D-81FB-E03E9127DF12}"/>
              </a:ext>
            </a:extLst>
          </p:cNvPr>
          <p:cNvSpPr>
            <a:spLocks noGrp="1"/>
          </p:cNvSpPr>
          <p:nvPr>
            <p:ph type="sldNum" sz="quarter" idx="12"/>
          </p:nvPr>
        </p:nvSpPr>
        <p:spPr/>
        <p:txBody>
          <a:bodyPr rtlCol="0"/>
          <a:lstStyle/>
          <a:p>
            <a:pPr rtl="0"/>
            <a:fld id="{8D581BC7-E183-40DB-AC97-C19EA4EB8894}" type="slidenum">
              <a:rPr lang="ro-RO" smtClean="0"/>
              <a:t>11</a:t>
            </a:fld>
            <a:endParaRPr lang="ro-RO"/>
          </a:p>
        </p:txBody>
      </p:sp>
      <p:sp>
        <p:nvSpPr>
          <p:cNvPr id="3" name="Substituent dată 2">
            <a:extLst>
              <a:ext uri="{FF2B5EF4-FFF2-40B4-BE49-F238E27FC236}">
                <a16:creationId xmlns:a16="http://schemas.microsoft.com/office/drawing/2014/main" id="{28C55721-47F2-4ED5-B964-D4332938AD7F}"/>
              </a:ext>
            </a:extLst>
          </p:cNvPr>
          <p:cNvSpPr>
            <a:spLocks noGrp="1"/>
          </p:cNvSpPr>
          <p:nvPr>
            <p:ph type="dt" sz="half" idx="10"/>
          </p:nvPr>
        </p:nvSpPr>
        <p:spPr/>
        <p:txBody>
          <a:bodyPr rtlCol="0"/>
          <a:lstStyle/>
          <a:p>
            <a:pPr rtl="0"/>
            <a:r>
              <a:rPr lang="ro-RO"/>
              <a:t>08.10.2025</a:t>
            </a:r>
          </a:p>
        </p:txBody>
      </p:sp>
      <p:sp>
        <p:nvSpPr>
          <p:cNvPr id="9" name="CasetăText 8">
            <a:extLst>
              <a:ext uri="{FF2B5EF4-FFF2-40B4-BE49-F238E27FC236}">
                <a16:creationId xmlns:a16="http://schemas.microsoft.com/office/drawing/2014/main" id="{75D11065-9415-F043-ED8A-EB984B7BCA70}"/>
              </a:ext>
            </a:extLst>
          </p:cNvPr>
          <p:cNvSpPr txBox="1"/>
          <p:nvPr/>
        </p:nvSpPr>
        <p:spPr>
          <a:xfrm>
            <a:off x="336592" y="450569"/>
            <a:ext cx="4391052" cy="5355312"/>
          </a:xfrm>
          <a:prstGeom prst="rect">
            <a:avLst/>
          </a:prstGeom>
          <a:noFill/>
        </p:spPr>
        <p:txBody>
          <a:bodyPr wrap="square">
            <a:spAutoFit/>
          </a:bodyPr>
          <a:lstStyle/>
          <a:p>
            <a:pPr algn="just"/>
            <a:r>
              <a:rPr lang="ro-RO" sz="1800" b="1" i="0" u="none" strike="noStrike" baseline="0">
                <a:solidFill>
                  <a:schemeClr val="bg2"/>
                </a:solidFill>
              </a:rPr>
              <a:t>Sudarea </a:t>
            </a:r>
            <a:r>
              <a:rPr lang="en-US" b="1">
                <a:solidFill>
                  <a:schemeClr val="bg2"/>
                </a:solidFill>
              </a:rPr>
              <a:t>[1] </a:t>
            </a:r>
            <a:r>
              <a:rPr lang="ro-RO" sz="1800" b="1" i="0" u="none" strike="noStrike" baseline="0">
                <a:solidFill>
                  <a:schemeClr val="bg2"/>
                </a:solidFill>
              </a:rPr>
              <a:t>se poate face: </a:t>
            </a:r>
          </a:p>
          <a:p>
            <a:pPr algn="just"/>
            <a:r>
              <a:rPr lang="pt-BR" sz="1800" b="0" i="0" u="none" strike="noStrike" baseline="0">
                <a:solidFill>
                  <a:schemeClr val="tx2"/>
                </a:solidFill>
              </a:rPr>
              <a:t>- cu sau fără adaos de material pentru formarea cusăturii; </a:t>
            </a:r>
          </a:p>
          <a:p>
            <a:pPr marL="174625" indent="-174625" algn="just">
              <a:buFontTx/>
              <a:buChar char="-"/>
            </a:pPr>
            <a:r>
              <a:rPr lang="ro-RO" sz="1800" b="0" i="0" u="none" strike="noStrike" baseline="0">
                <a:solidFill>
                  <a:schemeClr val="tx2"/>
                </a:solidFill>
              </a:rPr>
              <a:t>cu sau fără intervenția unor forțe de apăsare una asupra celeilalte suprafețe de sudat. </a:t>
            </a:r>
            <a:endParaRPr lang="en-US" sz="1800" b="0" i="0" u="none" strike="noStrike" baseline="0">
              <a:solidFill>
                <a:schemeClr val="tx2"/>
              </a:solidFill>
            </a:endParaRPr>
          </a:p>
          <a:p>
            <a:pPr marL="285750" indent="-285750" algn="just">
              <a:buFontTx/>
              <a:buChar char="-"/>
            </a:pPr>
            <a:endParaRPr lang="ro-RO" sz="1800" b="0" i="0" u="none" strike="noStrike" baseline="0">
              <a:solidFill>
                <a:schemeClr val="tx2"/>
              </a:solidFill>
            </a:endParaRPr>
          </a:p>
          <a:p>
            <a:pPr algn="just"/>
            <a:r>
              <a:rPr lang="ro-RO" sz="1800" b="1" i="0" u="none" strike="noStrike" baseline="0">
                <a:solidFill>
                  <a:schemeClr val="bg2"/>
                </a:solidFill>
              </a:rPr>
              <a:t>Datorită efectului termic, zona sudată, figura </a:t>
            </a:r>
            <a:r>
              <a:rPr lang="en-US" sz="1800" b="1" i="0" u="none" strike="noStrike" baseline="0">
                <a:solidFill>
                  <a:schemeClr val="bg2"/>
                </a:solidFill>
              </a:rPr>
              <a:t>7</a:t>
            </a:r>
            <a:r>
              <a:rPr lang="ro-RO" sz="1800" b="1" i="0" u="none" strike="noStrike" baseline="0">
                <a:solidFill>
                  <a:schemeClr val="bg2"/>
                </a:solidFill>
              </a:rPr>
              <a:t>, prezintă o structură eterogenă formată din următoarele componente: </a:t>
            </a:r>
          </a:p>
          <a:p>
            <a:pPr algn="just"/>
            <a:r>
              <a:rPr lang="ro-RO" sz="1800" b="0" i="0" u="none" strike="noStrike" baseline="0">
                <a:solidFill>
                  <a:schemeClr val="bg2"/>
                </a:solidFill>
              </a:rPr>
              <a:t>1</a:t>
            </a:r>
            <a:r>
              <a:rPr lang="ro-RO" sz="1800" b="0" i="0" u="none" strike="noStrike" baseline="0">
                <a:solidFill>
                  <a:schemeClr val="tx2"/>
                </a:solidFill>
              </a:rPr>
              <a:t> - cordon de sudură, având caracterul unei structuri de turnare, cu rezistență scăzută; </a:t>
            </a:r>
          </a:p>
          <a:p>
            <a:pPr algn="just">
              <a:tabLst>
                <a:tab pos="174625" algn="l"/>
              </a:tabLst>
            </a:pPr>
            <a:r>
              <a:rPr lang="ro-RO" sz="1800" b="0" i="0" u="none" strike="noStrike" baseline="0">
                <a:solidFill>
                  <a:schemeClr val="bg2"/>
                </a:solidFill>
              </a:rPr>
              <a:t>2</a:t>
            </a:r>
            <a:r>
              <a:rPr lang="ro-RO">
                <a:solidFill>
                  <a:schemeClr val="tx2"/>
                </a:solidFill>
              </a:rPr>
              <a:t> </a:t>
            </a:r>
            <a:r>
              <a:rPr lang="ro-RO" sz="1800" b="0" i="0" u="none" strike="noStrike" baseline="0">
                <a:solidFill>
                  <a:schemeClr val="tx2"/>
                </a:solidFill>
              </a:rPr>
              <a:t>- zona de aliere prin difuzie, cu compoziția chimică între cea a cordonului de sudură și cea materialului de bază; </a:t>
            </a:r>
          </a:p>
          <a:p>
            <a:pPr algn="just"/>
            <a:r>
              <a:rPr lang="ro-RO" sz="1800" b="0" i="0" u="none" strike="noStrike" baseline="0">
                <a:solidFill>
                  <a:schemeClr val="bg2"/>
                </a:solidFill>
              </a:rPr>
              <a:t>3</a:t>
            </a:r>
            <a:r>
              <a:rPr lang="ro-RO" sz="1800" b="0" i="0" u="none" strike="noStrike" baseline="0">
                <a:solidFill>
                  <a:schemeClr val="tx2"/>
                </a:solidFill>
              </a:rPr>
              <a:t> - zona influențată termic, cu granulație grosolană datorată supraîncălzirii - fragilă; </a:t>
            </a:r>
          </a:p>
          <a:p>
            <a:pPr algn="just"/>
            <a:r>
              <a:rPr lang="ro-RO" sz="1800" b="0" i="0" u="none" strike="noStrike" baseline="0">
                <a:solidFill>
                  <a:schemeClr val="bg2"/>
                </a:solidFill>
              </a:rPr>
              <a:t>4</a:t>
            </a:r>
            <a:r>
              <a:rPr lang="ro-RO" sz="1800" b="0" i="0" u="none" strike="noStrike" baseline="0">
                <a:solidFill>
                  <a:schemeClr val="tx2"/>
                </a:solidFill>
              </a:rPr>
              <a:t> - materialul de bază cu structura practic nemodificată. </a:t>
            </a:r>
            <a:endParaRPr lang="en-US" sz="1800" b="0" i="0" u="none" strike="noStrike" baseline="0">
              <a:solidFill>
                <a:schemeClr val="tx2"/>
              </a:solidFill>
            </a:endParaRPr>
          </a:p>
        </p:txBody>
      </p:sp>
      <p:pic>
        <p:nvPicPr>
          <p:cNvPr id="13" name="Imagine 12" descr="O imagine care conține schiță, desen, linie, alb&#10;&#10;Descriere generată automat">
            <a:extLst>
              <a:ext uri="{FF2B5EF4-FFF2-40B4-BE49-F238E27FC236}">
                <a16:creationId xmlns:a16="http://schemas.microsoft.com/office/drawing/2014/main" id="{46530824-35A5-0038-BD00-4411AC3233BA}"/>
              </a:ext>
            </a:extLst>
          </p:cNvPr>
          <p:cNvPicPr>
            <a:picLocks noChangeAspect="1"/>
          </p:cNvPicPr>
          <p:nvPr/>
        </p:nvPicPr>
        <p:blipFill>
          <a:blip r:embed="rId3">
            <a:duotone>
              <a:prstClr val="black"/>
              <a:schemeClr val="accent5">
                <a:tint val="45000"/>
                <a:satMod val="400000"/>
              </a:schemeClr>
            </a:duotone>
            <a:alphaModFix/>
            <a:extLst>
              <a:ext uri="{BEBA8EAE-BF5A-486C-A8C5-ECC9F3942E4B}">
                <a14:imgProps xmlns:a14="http://schemas.microsoft.com/office/drawing/2010/main">
                  <a14:imgLayer r:embed="rId4">
                    <a14:imgEffect>
                      <a14:sharpenSoften amount="25000"/>
                    </a14:imgEffect>
                  </a14:imgLayer>
                </a14:imgProps>
              </a:ext>
            </a:extLst>
          </a:blip>
          <a:stretch>
            <a:fillRect/>
          </a:stretch>
        </p:blipFill>
        <p:spPr>
          <a:xfrm>
            <a:off x="8009709" y="275687"/>
            <a:ext cx="3845699" cy="1588441"/>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14" name="CasetăText 13">
            <a:extLst>
              <a:ext uri="{FF2B5EF4-FFF2-40B4-BE49-F238E27FC236}">
                <a16:creationId xmlns:a16="http://schemas.microsoft.com/office/drawing/2014/main" id="{0A77DD27-517C-6D6C-7A53-951DDF23C886}"/>
              </a:ext>
            </a:extLst>
          </p:cNvPr>
          <p:cNvSpPr txBox="1"/>
          <p:nvPr/>
        </p:nvSpPr>
        <p:spPr>
          <a:xfrm>
            <a:off x="8261627" y="2004145"/>
            <a:ext cx="3341861" cy="369332"/>
          </a:xfrm>
          <a:prstGeom prst="rect">
            <a:avLst/>
          </a:prstGeom>
          <a:noFill/>
        </p:spPr>
        <p:txBody>
          <a:bodyPr wrap="square">
            <a:spAutoFit/>
          </a:bodyPr>
          <a:lstStyle/>
          <a:p>
            <a:pPr algn="ctr"/>
            <a:r>
              <a:rPr lang="ro-RO" b="1">
                <a:solidFill>
                  <a:schemeClr val="tx2"/>
                </a:solidFill>
                <a:ea typeface="Calibri" panose="020F0502020204030204" pitchFamily="34" charset="0"/>
                <a:cs typeface="Calibri" panose="020F0502020204030204" pitchFamily="34" charset="0"/>
              </a:rPr>
              <a:t>Fig. 7 Zona </a:t>
            </a:r>
            <a:r>
              <a:rPr lang="it-IT" b="1">
                <a:solidFill>
                  <a:schemeClr val="tx2"/>
                </a:solidFill>
                <a:ea typeface="Calibri" panose="020F0502020204030204" pitchFamily="34" charset="0"/>
                <a:cs typeface="Calibri" panose="020F0502020204030204" pitchFamily="34" charset="0"/>
              </a:rPr>
              <a:t>sudat</a:t>
            </a:r>
            <a:r>
              <a:rPr lang="ro-RO" b="1">
                <a:solidFill>
                  <a:schemeClr val="tx2"/>
                </a:solidFill>
                <a:ea typeface="Calibri" panose="020F0502020204030204" pitchFamily="34" charset="0"/>
                <a:cs typeface="Calibri" panose="020F0502020204030204" pitchFamily="34" charset="0"/>
              </a:rPr>
              <a:t>ă</a:t>
            </a:r>
            <a:r>
              <a:rPr lang="it-IT" b="1">
                <a:solidFill>
                  <a:schemeClr val="tx2"/>
                </a:solidFill>
                <a:ea typeface="Calibri" panose="020F0502020204030204" pitchFamily="34" charset="0"/>
                <a:cs typeface="Calibri" panose="020F0502020204030204" pitchFamily="34" charset="0"/>
              </a:rPr>
              <a:t> </a:t>
            </a:r>
            <a:r>
              <a:rPr lang="ro-RO" b="1">
                <a:solidFill>
                  <a:schemeClr val="tx2"/>
                </a:solidFill>
                <a:ea typeface="Calibri" panose="020F0502020204030204" pitchFamily="34" charset="0"/>
                <a:cs typeface="Calibri" panose="020F0502020204030204" pitchFamily="34" charset="0"/>
              </a:rPr>
              <a:t>[</a:t>
            </a:r>
            <a:r>
              <a:rPr lang="en-US" b="1">
                <a:solidFill>
                  <a:schemeClr val="tx2"/>
                </a:solidFill>
                <a:ea typeface="Calibri" panose="020F0502020204030204" pitchFamily="34" charset="0"/>
                <a:cs typeface="Calibri" panose="020F0502020204030204" pitchFamily="34" charset="0"/>
              </a:rPr>
              <a:t>1]</a:t>
            </a:r>
            <a:endParaRPr lang="ro-RO"/>
          </a:p>
        </p:txBody>
      </p:sp>
      <p:sp>
        <p:nvSpPr>
          <p:cNvPr id="16" name="Substituent subsol 4">
            <a:extLst>
              <a:ext uri="{FF2B5EF4-FFF2-40B4-BE49-F238E27FC236}">
                <a16:creationId xmlns:a16="http://schemas.microsoft.com/office/drawing/2014/main" id="{14FEA6F8-57DD-E465-1CCE-A5057CF1F039}"/>
              </a:ext>
            </a:extLst>
          </p:cNvPr>
          <p:cNvSpPr>
            <a:spLocks noGrp="1"/>
          </p:cNvSpPr>
          <p:nvPr>
            <p:ph type="ftr" sz="quarter" idx="11"/>
          </p:nvPr>
        </p:nvSpPr>
        <p:spPr>
          <a:xfrm>
            <a:off x="1169960" y="5878720"/>
            <a:ext cx="2915733" cy="298800"/>
          </a:xfrm>
        </p:spPr>
        <p:txBody>
          <a:bodyPr rtlCol="0"/>
          <a:lstStyle/>
          <a:p>
            <a:pPr rtl="0"/>
            <a:r>
              <a:rPr lang="ro-RO"/>
              <a:t>Asamblări sudate</a:t>
            </a:r>
          </a:p>
        </p:txBody>
      </p:sp>
      <p:sp>
        <p:nvSpPr>
          <p:cNvPr id="18" name="CasetăText 17">
            <a:extLst>
              <a:ext uri="{FF2B5EF4-FFF2-40B4-BE49-F238E27FC236}">
                <a16:creationId xmlns:a16="http://schemas.microsoft.com/office/drawing/2014/main" id="{7FD8C37B-4600-BC15-91D4-C4B9A1CE73E7}"/>
              </a:ext>
            </a:extLst>
          </p:cNvPr>
          <p:cNvSpPr txBox="1"/>
          <p:nvPr/>
        </p:nvSpPr>
        <p:spPr>
          <a:xfrm>
            <a:off x="8161243" y="2694937"/>
            <a:ext cx="3694165" cy="3139321"/>
          </a:xfrm>
          <a:prstGeom prst="rect">
            <a:avLst/>
          </a:prstGeom>
          <a:noFill/>
        </p:spPr>
        <p:txBody>
          <a:bodyPr wrap="square">
            <a:spAutoFit/>
          </a:bodyPr>
          <a:lstStyle/>
          <a:p>
            <a:r>
              <a:rPr lang="ro-RO" b="1">
                <a:solidFill>
                  <a:schemeClr val="bg2"/>
                </a:solidFill>
              </a:rPr>
              <a:t>Avantajele procedeului de sudare: </a:t>
            </a:r>
          </a:p>
          <a:p>
            <a:pPr marL="285750" indent="-285750" algn="just">
              <a:buFont typeface="Wingdings" panose="05000000000000000000" pitchFamily="2" charset="2"/>
              <a:buChar char="v"/>
            </a:pPr>
            <a:r>
              <a:rPr lang="ro-RO">
                <a:solidFill>
                  <a:schemeClr val="bg2"/>
                </a:solidFill>
              </a:rPr>
              <a:t>simplitate constructivă </a:t>
            </a:r>
            <a:r>
              <a:rPr lang="ro-RO" err="1">
                <a:solidFill>
                  <a:schemeClr val="bg2"/>
                </a:solidFill>
              </a:rPr>
              <a:t>şi</a:t>
            </a:r>
            <a:r>
              <a:rPr lang="ro-RO">
                <a:solidFill>
                  <a:schemeClr val="bg2"/>
                </a:solidFill>
              </a:rPr>
              <a:t> tehnologică; </a:t>
            </a:r>
          </a:p>
          <a:p>
            <a:pPr marL="285750" indent="-285750" algn="just">
              <a:buFont typeface="Wingdings" panose="05000000000000000000" pitchFamily="2" charset="2"/>
              <a:buChar char="v"/>
            </a:pPr>
            <a:r>
              <a:rPr lang="ro-RO">
                <a:solidFill>
                  <a:schemeClr val="bg2"/>
                </a:solidFill>
              </a:rPr>
              <a:t>păstrarea rezistenței piesei; </a:t>
            </a:r>
          </a:p>
          <a:p>
            <a:pPr marL="285750" indent="-285750" algn="just">
              <a:buFont typeface="Wingdings" panose="05000000000000000000" pitchFamily="2" charset="2"/>
              <a:buChar char="v"/>
            </a:pPr>
            <a:r>
              <a:rPr lang="ro-RO">
                <a:solidFill>
                  <a:schemeClr val="bg2"/>
                </a:solidFill>
              </a:rPr>
              <a:t>asigurarea etanșeității; </a:t>
            </a:r>
          </a:p>
          <a:p>
            <a:pPr marL="285750" indent="-285750" algn="just">
              <a:buFont typeface="Wingdings" panose="05000000000000000000" pitchFamily="2" charset="2"/>
              <a:buChar char="v"/>
            </a:pPr>
            <a:r>
              <a:rPr lang="ro-RO">
                <a:solidFill>
                  <a:schemeClr val="bg2"/>
                </a:solidFill>
              </a:rPr>
              <a:t>posibilitatea realizării pieselor cu geometrie complicată; </a:t>
            </a:r>
            <a:endParaRPr lang="en-US">
              <a:solidFill>
                <a:schemeClr val="bg2"/>
              </a:solidFill>
            </a:endParaRPr>
          </a:p>
          <a:p>
            <a:pPr marL="285750" indent="-285750" algn="just">
              <a:buFont typeface="Wingdings" panose="05000000000000000000" pitchFamily="2" charset="2"/>
              <a:buChar char="v"/>
            </a:pPr>
            <a:r>
              <a:rPr lang="ro-RO">
                <a:solidFill>
                  <a:schemeClr val="bg2"/>
                </a:solidFill>
              </a:rPr>
              <a:t>posibilitatea asamblării pe șantier; </a:t>
            </a:r>
          </a:p>
          <a:p>
            <a:pPr marL="285750" indent="-285750" algn="just">
              <a:buFont typeface="Wingdings" panose="05000000000000000000" pitchFamily="2" charset="2"/>
              <a:buChar char="v"/>
            </a:pPr>
            <a:r>
              <a:rPr lang="ro-RO">
                <a:solidFill>
                  <a:schemeClr val="bg2"/>
                </a:solidFill>
              </a:rPr>
              <a:t>economii de materiale, manoperă </a:t>
            </a:r>
            <a:r>
              <a:rPr lang="ro-RO" err="1">
                <a:solidFill>
                  <a:schemeClr val="bg2"/>
                </a:solidFill>
              </a:rPr>
              <a:t>şi</a:t>
            </a:r>
            <a:r>
              <a:rPr lang="ro-RO">
                <a:solidFill>
                  <a:schemeClr val="bg2"/>
                </a:solidFill>
              </a:rPr>
              <a:t> energie. </a:t>
            </a:r>
          </a:p>
        </p:txBody>
      </p:sp>
      <p:sp>
        <p:nvSpPr>
          <p:cNvPr id="20" name="CasetăText 19">
            <a:extLst>
              <a:ext uri="{FF2B5EF4-FFF2-40B4-BE49-F238E27FC236}">
                <a16:creationId xmlns:a16="http://schemas.microsoft.com/office/drawing/2014/main" id="{70A2B567-AB9D-8EA1-8FBB-EC02A2A8ED81}"/>
              </a:ext>
            </a:extLst>
          </p:cNvPr>
          <p:cNvSpPr txBox="1"/>
          <p:nvPr/>
        </p:nvSpPr>
        <p:spPr>
          <a:xfrm>
            <a:off x="5300425" y="1692024"/>
            <a:ext cx="2394154" cy="3139321"/>
          </a:xfrm>
          <a:prstGeom prst="rect">
            <a:avLst/>
          </a:prstGeom>
          <a:noFill/>
        </p:spPr>
        <p:txBody>
          <a:bodyPr wrap="square">
            <a:spAutoFit/>
          </a:bodyPr>
          <a:lstStyle/>
          <a:p>
            <a:r>
              <a:rPr lang="ro-RO" sz="1800" b="1" i="0" u="none" strike="noStrike" baseline="0"/>
              <a:t>Dezavantaje:</a:t>
            </a:r>
          </a:p>
          <a:p>
            <a:pPr algn="just"/>
            <a:r>
              <a:rPr lang="ro-RO" sz="1800" b="0" i="0" u="none" strike="noStrike" baseline="0"/>
              <a:t>Caracterul eterogen al structurii este însoțit de proprietățile </a:t>
            </a:r>
            <a:r>
              <a:rPr lang="ro-RO" sz="1800" b="0" i="0" u="none" strike="noStrike" baseline="0" err="1"/>
              <a:t>fizico</a:t>
            </a:r>
            <a:r>
              <a:rPr lang="ro-RO" sz="1800" b="0" i="0" u="none" strike="noStrike" baseline="0"/>
              <a:t>-mecanice diferite. Zonele influențate termic, având o structură grosolană, prezintă rezistență mecanică scăzută și fragilitate accentuată. </a:t>
            </a:r>
            <a:endParaRPr lang="ro-RO"/>
          </a:p>
        </p:txBody>
      </p:sp>
    </p:spTree>
    <p:extLst>
      <p:ext uri="{BB962C8B-B14F-4D97-AF65-F5344CB8AC3E}">
        <p14:creationId xmlns:p14="http://schemas.microsoft.com/office/powerpoint/2010/main" val="133625435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Titlu 66">
            <a:extLst>
              <a:ext uri="{FF2B5EF4-FFF2-40B4-BE49-F238E27FC236}">
                <a16:creationId xmlns:a16="http://schemas.microsoft.com/office/drawing/2014/main" id="{E72CC338-4598-4AF3-B140-D7F632D20BA5}"/>
              </a:ext>
            </a:extLst>
          </p:cNvPr>
          <p:cNvSpPr>
            <a:spLocks noGrp="1"/>
          </p:cNvSpPr>
          <p:nvPr>
            <p:ph type="title"/>
          </p:nvPr>
        </p:nvSpPr>
        <p:spPr>
          <a:xfrm>
            <a:off x="6701874" y="682239"/>
            <a:ext cx="5593960" cy="569086"/>
          </a:xfrm>
        </p:spPr>
        <p:txBody>
          <a:bodyPr rtlCol="0">
            <a:normAutofit fontScale="90000"/>
          </a:bodyPr>
          <a:lstStyle/>
          <a:p>
            <a:pPr rtl="0"/>
            <a:r>
              <a:rPr lang="ro-RO" sz="3000" b="0"/>
              <a:t>Clasificarea asamblărilor sudate [</a:t>
            </a:r>
            <a:r>
              <a:rPr lang="en-US" sz="3000" b="0"/>
              <a:t>1</a:t>
            </a:r>
            <a:r>
              <a:rPr lang="ro-RO" sz="3000" b="0"/>
              <a:t>]</a:t>
            </a:r>
            <a:endParaRPr lang="ro-RO" sz="3000"/>
          </a:p>
        </p:txBody>
      </p:sp>
      <p:sp>
        <p:nvSpPr>
          <p:cNvPr id="4" name="Substituent număr diapozitiv 3">
            <a:extLst>
              <a:ext uri="{FF2B5EF4-FFF2-40B4-BE49-F238E27FC236}">
                <a16:creationId xmlns:a16="http://schemas.microsoft.com/office/drawing/2014/main" id="{D3581DBA-A3EE-4E75-90A6-DC25DF9DABFC}"/>
              </a:ext>
            </a:extLst>
          </p:cNvPr>
          <p:cNvSpPr>
            <a:spLocks noGrp="1"/>
          </p:cNvSpPr>
          <p:nvPr>
            <p:ph type="sldNum" sz="quarter" idx="12"/>
          </p:nvPr>
        </p:nvSpPr>
        <p:spPr/>
        <p:txBody>
          <a:bodyPr rtlCol="0"/>
          <a:lstStyle/>
          <a:p>
            <a:pPr rtl="0"/>
            <a:fld id="{8D581BC7-E183-40DB-AC97-C19EA4EB8894}" type="slidenum">
              <a:rPr lang="ro-RO" smtClean="0"/>
              <a:pPr rtl="0"/>
              <a:t>12</a:t>
            </a:fld>
            <a:endParaRPr lang="ro-RO"/>
          </a:p>
        </p:txBody>
      </p:sp>
      <p:sp>
        <p:nvSpPr>
          <p:cNvPr id="3" name="Substituent subsol 2">
            <a:extLst>
              <a:ext uri="{FF2B5EF4-FFF2-40B4-BE49-F238E27FC236}">
                <a16:creationId xmlns:a16="http://schemas.microsoft.com/office/drawing/2014/main" id="{6A109C3A-84E8-4719-8AE7-A66B8CA97997}"/>
              </a:ext>
            </a:extLst>
          </p:cNvPr>
          <p:cNvSpPr>
            <a:spLocks noGrp="1"/>
          </p:cNvSpPr>
          <p:nvPr>
            <p:ph type="ftr" sz="quarter" idx="11"/>
          </p:nvPr>
        </p:nvSpPr>
        <p:spPr/>
        <p:txBody>
          <a:bodyPr rtlCol="0"/>
          <a:lstStyle/>
          <a:p>
            <a:pPr rtl="0"/>
            <a:r>
              <a:rPr lang="ro-RO"/>
              <a:t>Asamblări sudate</a:t>
            </a:r>
          </a:p>
        </p:txBody>
      </p:sp>
      <p:sp>
        <p:nvSpPr>
          <p:cNvPr id="2" name="Substituent dată 1">
            <a:extLst>
              <a:ext uri="{FF2B5EF4-FFF2-40B4-BE49-F238E27FC236}">
                <a16:creationId xmlns:a16="http://schemas.microsoft.com/office/drawing/2014/main" id="{8B2EEAA2-E066-4E86-A51B-FAC3333192BD}"/>
              </a:ext>
            </a:extLst>
          </p:cNvPr>
          <p:cNvSpPr>
            <a:spLocks noGrp="1"/>
          </p:cNvSpPr>
          <p:nvPr>
            <p:ph type="dt" sz="half" idx="10"/>
          </p:nvPr>
        </p:nvSpPr>
        <p:spPr/>
        <p:txBody>
          <a:bodyPr rtlCol="0"/>
          <a:lstStyle/>
          <a:p>
            <a:pPr rtl="0"/>
            <a:r>
              <a:rPr lang="ro-RO"/>
              <a:t>08.10.2025</a:t>
            </a:r>
          </a:p>
        </p:txBody>
      </p:sp>
      <p:sp>
        <p:nvSpPr>
          <p:cNvPr id="47" name="CasetăText 46">
            <a:extLst>
              <a:ext uri="{FF2B5EF4-FFF2-40B4-BE49-F238E27FC236}">
                <a16:creationId xmlns:a16="http://schemas.microsoft.com/office/drawing/2014/main" id="{43652829-9122-E255-3002-5D63C04EECD1}"/>
              </a:ext>
            </a:extLst>
          </p:cNvPr>
          <p:cNvSpPr txBox="1"/>
          <p:nvPr/>
        </p:nvSpPr>
        <p:spPr>
          <a:xfrm>
            <a:off x="778643" y="680480"/>
            <a:ext cx="5268821" cy="4524315"/>
          </a:xfrm>
          <a:prstGeom prst="rect">
            <a:avLst/>
          </a:prstGeom>
          <a:noFill/>
        </p:spPr>
        <p:txBody>
          <a:bodyPr wrap="square">
            <a:spAutoFit/>
          </a:bodyPr>
          <a:lstStyle/>
          <a:p>
            <a:pPr algn="just">
              <a:lnSpc>
                <a:spcPct val="150000"/>
              </a:lnSpc>
            </a:pPr>
            <a:r>
              <a:rPr lang="it-IT" b="1" i="0" u="none" strike="noStrike" baseline="0"/>
              <a:t>Asamblările sudate se pot clasifica după mai multe criterii</a:t>
            </a:r>
            <a:r>
              <a:rPr lang="ro-RO" b="1" i="0" u="none" strike="noStrike" baseline="0"/>
              <a:t>:</a:t>
            </a:r>
            <a:endParaRPr lang="en-US" b="1" i="0" u="none" strike="noStrike" baseline="0"/>
          </a:p>
          <a:p>
            <a:pPr marL="342900" indent="-342900" algn="just">
              <a:lnSpc>
                <a:spcPct val="150000"/>
              </a:lnSpc>
              <a:buAutoNum type="arabicPeriod"/>
            </a:pPr>
            <a:r>
              <a:rPr lang="ro-RO" b="1">
                <a:solidFill>
                  <a:schemeClr val="bg2"/>
                </a:solidFill>
              </a:rPr>
              <a:t>După procedeul tehnologic: </a:t>
            </a:r>
          </a:p>
          <a:p>
            <a:pPr algn="just">
              <a:lnSpc>
                <a:spcPct val="150000"/>
              </a:lnSpc>
            </a:pPr>
            <a:r>
              <a:rPr lang="ro-RO" b="1" u="sng"/>
              <a:t>a. prin topire</a:t>
            </a:r>
            <a:r>
              <a:rPr lang="ro-RO" b="1"/>
              <a:t>: </a:t>
            </a:r>
          </a:p>
          <a:p>
            <a:pPr algn="just">
              <a:lnSpc>
                <a:spcPct val="150000"/>
              </a:lnSpc>
            </a:pPr>
            <a:r>
              <a:rPr lang="ro-RO">
                <a:solidFill>
                  <a:schemeClr val="tx2"/>
                </a:solidFill>
              </a:rPr>
              <a:t>• cu gaz; </a:t>
            </a:r>
          </a:p>
          <a:p>
            <a:pPr algn="just">
              <a:lnSpc>
                <a:spcPct val="150000"/>
              </a:lnSpc>
            </a:pPr>
            <a:r>
              <a:rPr lang="ro-RO">
                <a:solidFill>
                  <a:schemeClr val="tx2"/>
                </a:solidFill>
              </a:rPr>
              <a:t>• cu arc electric: (descoperit;</a:t>
            </a:r>
            <a:r>
              <a:rPr lang="en-US">
                <a:solidFill>
                  <a:schemeClr val="tx2"/>
                </a:solidFill>
              </a:rPr>
              <a:t> </a:t>
            </a:r>
            <a:r>
              <a:rPr lang="ro-RO">
                <a:solidFill>
                  <a:schemeClr val="tx2"/>
                </a:solidFill>
              </a:rPr>
              <a:t>acoperit; în mediu cu gaz protector). </a:t>
            </a:r>
          </a:p>
          <a:p>
            <a:pPr algn="just">
              <a:lnSpc>
                <a:spcPct val="150000"/>
              </a:lnSpc>
            </a:pPr>
            <a:r>
              <a:rPr lang="ro-RO">
                <a:solidFill>
                  <a:schemeClr val="tx2"/>
                </a:solidFill>
              </a:rPr>
              <a:t>• turnare de metal topit; </a:t>
            </a:r>
          </a:p>
          <a:p>
            <a:pPr algn="just">
              <a:lnSpc>
                <a:spcPct val="150000"/>
              </a:lnSpc>
            </a:pPr>
            <a:r>
              <a:rPr lang="ro-RO">
                <a:solidFill>
                  <a:schemeClr val="tx2"/>
                </a:solidFill>
              </a:rPr>
              <a:t>• cu fascicul de electroni; </a:t>
            </a:r>
          </a:p>
          <a:p>
            <a:pPr algn="just">
              <a:lnSpc>
                <a:spcPct val="150000"/>
              </a:lnSpc>
            </a:pPr>
            <a:r>
              <a:rPr lang="ro-RO">
                <a:solidFill>
                  <a:schemeClr val="tx2"/>
                </a:solidFill>
              </a:rPr>
              <a:t>• cu fascicul de lumină. </a:t>
            </a:r>
          </a:p>
          <a:p>
            <a:pPr algn="just"/>
            <a:endParaRPr lang="ro-RO"/>
          </a:p>
        </p:txBody>
      </p:sp>
      <p:sp>
        <p:nvSpPr>
          <p:cNvPr id="6" name="CasetăText 5">
            <a:extLst>
              <a:ext uri="{FF2B5EF4-FFF2-40B4-BE49-F238E27FC236}">
                <a16:creationId xmlns:a16="http://schemas.microsoft.com/office/drawing/2014/main" id="{3CCAFC38-A6FF-30B6-B17B-F0F1D4692B30}"/>
              </a:ext>
            </a:extLst>
          </p:cNvPr>
          <p:cNvSpPr txBox="1"/>
          <p:nvPr/>
        </p:nvSpPr>
        <p:spPr>
          <a:xfrm>
            <a:off x="6398852" y="5344535"/>
            <a:ext cx="6099242" cy="369332"/>
          </a:xfrm>
          <a:prstGeom prst="rect">
            <a:avLst/>
          </a:prstGeom>
          <a:noFill/>
        </p:spPr>
        <p:txBody>
          <a:bodyPr wrap="square">
            <a:spAutoFit/>
          </a:bodyPr>
          <a:lstStyle/>
          <a:p>
            <a:r>
              <a:rPr lang="ro-RO" b="1">
                <a:solidFill>
                  <a:schemeClr val="bg2"/>
                </a:solidFill>
              </a:rPr>
              <a:t>2. După forma cordonului de sudură</a:t>
            </a:r>
          </a:p>
        </p:txBody>
      </p:sp>
      <p:sp>
        <p:nvSpPr>
          <p:cNvPr id="10" name="CasetăText 9">
            <a:extLst>
              <a:ext uri="{FF2B5EF4-FFF2-40B4-BE49-F238E27FC236}">
                <a16:creationId xmlns:a16="http://schemas.microsoft.com/office/drawing/2014/main" id="{E468F6B0-F28B-734B-78D0-327303B68753}"/>
              </a:ext>
            </a:extLst>
          </p:cNvPr>
          <p:cNvSpPr txBox="1"/>
          <p:nvPr/>
        </p:nvSpPr>
        <p:spPr>
          <a:xfrm>
            <a:off x="6398852" y="5878720"/>
            <a:ext cx="6206246" cy="369332"/>
          </a:xfrm>
          <a:prstGeom prst="rect">
            <a:avLst/>
          </a:prstGeom>
          <a:noFill/>
        </p:spPr>
        <p:txBody>
          <a:bodyPr wrap="square">
            <a:spAutoFit/>
          </a:bodyPr>
          <a:lstStyle/>
          <a:p>
            <a:r>
              <a:rPr lang="ro-RO" b="1">
                <a:solidFill>
                  <a:schemeClr val="bg2"/>
                </a:solidFill>
              </a:rPr>
              <a:t>3. După poziția reciprocă a tablelor</a:t>
            </a:r>
          </a:p>
        </p:txBody>
      </p:sp>
      <p:sp>
        <p:nvSpPr>
          <p:cNvPr id="12" name="CasetăText 11">
            <a:extLst>
              <a:ext uri="{FF2B5EF4-FFF2-40B4-BE49-F238E27FC236}">
                <a16:creationId xmlns:a16="http://schemas.microsoft.com/office/drawing/2014/main" id="{39C4534C-A79E-7101-B535-E2C3F623B137}"/>
              </a:ext>
            </a:extLst>
          </p:cNvPr>
          <p:cNvSpPr txBox="1"/>
          <p:nvPr/>
        </p:nvSpPr>
        <p:spPr>
          <a:xfrm>
            <a:off x="6398852" y="1513465"/>
            <a:ext cx="4914330" cy="3780202"/>
          </a:xfrm>
          <a:prstGeom prst="rect">
            <a:avLst/>
          </a:prstGeom>
          <a:noFill/>
        </p:spPr>
        <p:txBody>
          <a:bodyPr wrap="square">
            <a:spAutoFit/>
          </a:bodyPr>
          <a:lstStyle/>
          <a:p>
            <a:pPr>
              <a:lnSpc>
                <a:spcPct val="150000"/>
              </a:lnSpc>
            </a:pPr>
            <a:r>
              <a:rPr lang="ro-RO" b="1" u="sng"/>
              <a:t>b. prin presare: </a:t>
            </a:r>
          </a:p>
          <a:p>
            <a:pPr>
              <a:lnSpc>
                <a:spcPct val="150000"/>
              </a:lnSpc>
            </a:pPr>
            <a:r>
              <a:rPr lang="ro-RO">
                <a:solidFill>
                  <a:schemeClr val="tx2"/>
                </a:solidFill>
              </a:rPr>
              <a:t>• la rece; </a:t>
            </a:r>
          </a:p>
          <a:p>
            <a:pPr>
              <a:lnSpc>
                <a:spcPct val="150000"/>
              </a:lnSpc>
            </a:pPr>
            <a:r>
              <a:rPr lang="ro-RO">
                <a:solidFill>
                  <a:schemeClr val="tx2"/>
                </a:solidFill>
              </a:rPr>
              <a:t>• cu gaz; </a:t>
            </a:r>
          </a:p>
          <a:p>
            <a:pPr>
              <a:lnSpc>
                <a:spcPct val="150000"/>
              </a:lnSpc>
              <a:tabLst>
                <a:tab pos="174625" algn="l"/>
              </a:tabLst>
            </a:pPr>
            <a:r>
              <a:rPr lang="ro-RO">
                <a:solidFill>
                  <a:schemeClr val="tx2"/>
                </a:solidFill>
              </a:rPr>
              <a:t>• electrică: prin suprapunere continuă; prin suprapunere în puncte; cap la cap; prin frecare; prin forjare. </a:t>
            </a:r>
          </a:p>
          <a:p>
            <a:pPr>
              <a:lnSpc>
                <a:spcPct val="150000"/>
              </a:lnSpc>
            </a:pPr>
            <a:endParaRPr lang="ro-RO" sz="1200"/>
          </a:p>
          <a:p>
            <a:pPr>
              <a:lnSpc>
                <a:spcPct val="150000"/>
              </a:lnSpc>
            </a:pPr>
            <a:r>
              <a:rPr lang="ro-RO" b="1" u="sng"/>
              <a:t>c. speciale:</a:t>
            </a:r>
            <a:r>
              <a:rPr lang="ro-RO" b="1"/>
              <a:t> </a:t>
            </a:r>
            <a:r>
              <a:rPr lang="ro-RO">
                <a:solidFill>
                  <a:schemeClr val="tx2"/>
                </a:solidFill>
              </a:rPr>
              <a:t>cu jet de plasmă; cu laser; cu ultrasunete; în vacuum.</a:t>
            </a:r>
          </a:p>
        </p:txBody>
      </p:sp>
    </p:spTree>
    <p:extLst>
      <p:ext uri="{BB962C8B-B14F-4D97-AF65-F5344CB8AC3E}">
        <p14:creationId xmlns:p14="http://schemas.microsoft.com/office/powerpoint/2010/main" val="400607289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267151-4E01-CA85-CCD1-717275919635}"/>
            </a:ext>
          </a:extLst>
        </p:cNvPr>
        <p:cNvGrpSpPr/>
        <p:nvPr/>
      </p:nvGrpSpPr>
      <p:grpSpPr>
        <a:xfrm>
          <a:off x="0" y="0"/>
          <a:ext cx="0" cy="0"/>
          <a:chOff x="0" y="0"/>
          <a:chExt cx="0" cy="0"/>
        </a:xfrm>
      </p:grpSpPr>
      <p:sp>
        <p:nvSpPr>
          <p:cNvPr id="7" name="Substituent subsol 2">
            <a:extLst>
              <a:ext uri="{FF2B5EF4-FFF2-40B4-BE49-F238E27FC236}">
                <a16:creationId xmlns:a16="http://schemas.microsoft.com/office/drawing/2014/main" id="{9BE2631E-11AB-1A37-4144-BB349F212628}"/>
              </a:ext>
            </a:extLst>
          </p:cNvPr>
          <p:cNvSpPr>
            <a:spLocks noGrp="1"/>
          </p:cNvSpPr>
          <p:nvPr>
            <p:ph type="ftr" sz="quarter" idx="11"/>
          </p:nvPr>
        </p:nvSpPr>
        <p:spPr>
          <a:xfrm>
            <a:off x="1169960" y="5878720"/>
            <a:ext cx="2915733" cy="298800"/>
          </a:xfrm>
        </p:spPr>
        <p:txBody>
          <a:bodyPr rtlCol="0"/>
          <a:lstStyle/>
          <a:p>
            <a:pPr rtl="0"/>
            <a:r>
              <a:rPr lang="ro-RO"/>
              <a:t>Asamblări sudate</a:t>
            </a:r>
          </a:p>
        </p:txBody>
      </p:sp>
      <p:sp>
        <p:nvSpPr>
          <p:cNvPr id="8" name="Substituent dată 1">
            <a:extLst>
              <a:ext uri="{FF2B5EF4-FFF2-40B4-BE49-F238E27FC236}">
                <a16:creationId xmlns:a16="http://schemas.microsoft.com/office/drawing/2014/main" id="{9C8C8921-980D-5AA5-C4DD-21E2C001E3EF}"/>
              </a:ext>
            </a:extLst>
          </p:cNvPr>
          <p:cNvSpPr>
            <a:spLocks noGrp="1"/>
          </p:cNvSpPr>
          <p:nvPr>
            <p:ph type="dt" sz="half" idx="10"/>
          </p:nvPr>
        </p:nvSpPr>
        <p:spPr>
          <a:xfrm>
            <a:off x="10016836" y="5878720"/>
            <a:ext cx="1336964" cy="298800"/>
          </a:xfrm>
        </p:spPr>
        <p:txBody>
          <a:bodyPr rtlCol="0"/>
          <a:lstStyle/>
          <a:p>
            <a:pPr rtl="0"/>
            <a:r>
              <a:rPr lang="ro-RO"/>
              <a:t>08.10.2025</a:t>
            </a:r>
          </a:p>
        </p:txBody>
      </p:sp>
      <p:sp>
        <p:nvSpPr>
          <p:cNvPr id="6" name="Substituent număr diapozitiv 3">
            <a:extLst>
              <a:ext uri="{FF2B5EF4-FFF2-40B4-BE49-F238E27FC236}">
                <a16:creationId xmlns:a16="http://schemas.microsoft.com/office/drawing/2014/main" id="{15A1AF2B-A4D5-D601-9E3C-E7522B823058}"/>
              </a:ext>
            </a:extLst>
          </p:cNvPr>
          <p:cNvSpPr>
            <a:spLocks noGrp="1"/>
          </p:cNvSpPr>
          <p:nvPr>
            <p:ph type="sldNum" sz="quarter" idx="12"/>
          </p:nvPr>
        </p:nvSpPr>
        <p:spPr>
          <a:xfrm>
            <a:off x="778643" y="5879656"/>
            <a:ext cx="354492" cy="297307"/>
          </a:xfrm>
        </p:spPr>
        <p:txBody>
          <a:bodyPr rtlCol="0"/>
          <a:lstStyle/>
          <a:p>
            <a:pPr rtl="0"/>
            <a:fld id="{8D581BC7-E183-40DB-AC97-C19EA4EB8894}" type="slidenum">
              <a:rPr lang="ro-RO" smtClean="0"/>
              <a:pPr rtl="0"/>
              <a:t>13</a:t>
            </a:fld>
            <a:endParaRPr lang="ro-RO"/>
          </a:p>
        </p:txBody>
      </p:sp>
      <p:sp>
        <p:nvSpPr>
          <p:cNvPr id="9" name="Substituent număr diapozitiv 5">
            <a:extLst>
              <a:ext uri="{FF2B5EF4-FFF2-40B4-BE49-F238E27FC236}">
                <a16:creationId xmlns:a16="http://schemas.microsoft.com/office/drawing/2014/main" id="{A2DA9AF3-942F-C341-E8D3-9395BADBB8FD}"/>
              </a:ext>
            </a:extLst>
          </p:cNvPr>
          <p:cNvSpPr txBox="1">
            <a:spLocks/>
          </p:cNvSpPr>
          <p:nvPr/>
        </p:nvSpPr>
        <p:spPr>
          <a:xfrm>
            <a:off x="777875" y="5880100"/>
            <a:ext cx="355600" cy="296863"/>
          </a:xfrm>
          <a:prstGeom prst="rect">
            <a:avLst/>
          </a:prstGeom>
        </p:spPr>
        <p:txBody>
          <a:bodyPr vert="horz" lIns="91440" tIns="45720" rIns="91440" bIns="45720" rtlCol="0" anchor="ctr"/>
          <a:lstStyle>
            <a:defPPr rtl="0">
              <a:defRPr lang="ro-ro"/>
            </a:defPPr>
            <a:lvl1pPr marL="0" algn="ctr" defTabSz="914400" rtl="0" eaLnBrk="1" latinLnBrk="0" hangingPunct="1">
              <a:defRPr sz="10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D581BC7-E183-40DB-AC97-C19EA4EB8894}" type="slidenum">
              <a:rPr lang="ro-RO" smtClean="0"/>
              <a:pPr/>
              <a:t>13</a:t>
            </a:fld>
            <a:endParaRPr lang="ro-RO"/>
          </a:p>
        </p:txBody>
      </p:sp>
      <p:pic>
        <p:nvPicPr>
          <p:cNvPr id="2" name="Media online 1" title="How Does Welding Work?">
            <a:hlinkClick r:id="" action="ppaction://media"/>
            <a:extLst>
              <a:ext uri="{FF2B5EF4-FFF2-40B4-BE49-F238E27FC236}">
                <a16:creationId xmlns:a16="http://schemas.microsoft.com/office/drawing/2014/main" id="{59EB9E99-3CC6-B53B-B104-C5B04A29EB57}"/>
              </a:ext>
            </a:extLst>
          </p:cNvPr>
          <p:cNvPicPr>
            <a:picLocks noRot="1" noChangeAspect="1"/>
          </p:cNvPicPr>
          <p:nvPr>
            <a:videoFile r:link="rId1"/>
          </p:nvPr>
        </p:nvPicPr>
        <p:blipFill>
          <a:blip r:embed="rId4"/>
          <a:stretch>
            <a:fillRect/>
          </a:stretch>
        </p:blipFill>
        <p:spPr>
          <a:xfrm>
            <a:off x="1443470" y="323913"/>
            <a:ext cx="9305060" cy="5253249"/>
          </a:xfrm>
          <a:prstGeom prst="rect">
            <a:avLst/>
          </a:prstGeom>
        </p:spPr>
      </p:pic>
      <p:sp>
        <p:nvSpPr>
          <p:cNvPr id="4" name="CasetăText 3">
            <a:extLst>
              <a:ext uri="{FF2B5EF4-FFF2-40B4-BE49-F238E27FC236}">
                <a16:creationId xmlns:a16="http://schemas.microsoft.com/office/drawing/2014/main" id="{E8A7B22C-4AB1-9BEB-FA01-EEC6F553FC11}"/>
              </a:ext>
            </a:extLst>
          </p:cNvPr>
          <p:cNvSpPr txBox="1"/>
          <p:nvPr/>
        </p:nvSpPr>
        <p:spPr>
          <a:xfrm>
            <a:off x="3628417" y="5590103"/>
            <a:ext cx="4694867" cy="369332"/>
          </a:xfrm>
          <a:prstGeom prst="rect">
            <a:avLst/>
          </a:prstGeom>
          <a:noFill/>
        </p:spPr>
        <p:txBody>
          <a:bodyPr wrap="square">
            <a:spAutoFit/>
          </a:bodyPr>
          <a:lstStyle/>
          <a:p>
            <a:pPr algn="ctr"/>
            <a:r>
              <a:rPr lang="ro-RO" b="1">
                <a:solidFill>
                  <a:schemeClr val="tx2"/>
                </a:solidFill>
                <a:ea typeface="Calibri" panose="020F0502020204030204" pitchFamily="34" charset="0"/>
                <a:cs typeface="Calibri" panose="020F0502020204030204" pitchFamily="34" charset="0"/>
              </a:rPr>
              <a:t>Video </a:t>
            </a:r>
            <a:r>
              <a:rPr lang="en-US" b="1">
                <a:solidFill>
                  <a:schemeClr val="tx2"/>
                </a:solidFill>
                <a:ea typeface="Calibri" panose="020F0502020204030204" pitchFamily="34" charset="0"/>
                <a:cs typeface="Calibri" panose="020F0502020204030204" pitchFamily="34" charset="0"/>
              </a:rPr>
              <a:t>4</a:t>
            </a:r>
            <a:r>
              <a:rPr lang="ro-RO" b="1">
                <a:solidFill>
                  <a:schemeClr val="tx2"/>
                </a:solidFill>
                <a:ea typeface="Calibri" panose="020F0502020204030204" pitchFamily="34" charset="0"/>
                <a:cs typeface="Calibri" panose="020F0502020204030204" pitchFamily="34" charset="0"/>
              </a:rPr>
              <a:t>  </a:t>
            </a:r>
            <a:r>
              <a:rPr lang="ro-RO" b="1" noProof="0">
                <a:solidFill>
                  <a:schemeClr val="tx2"/>
                </a:solidFill>
                <a:ea typeface="Calibri" panose="020F0502020204030204" pitchFamily="34" charset="0"/>
                <a:cs typeface="Calibri" panose="020F0502020204030204" pitchFamily="34" charset="0"/>
              </a:rPr>
              <a:t>Tipuri de suduri </a:t>
            </a:r>
            <a:r>
              <a:rPr lang="ro-RO" b="1">
                <a:solidFill>
                  <a:schemeClr val="tx2"/>
                </a:solidFill>
                <a:ea typeface="Calibri" panose="020F0502020204030204" pitchFamily="34" charset="0"/>
                <a:cs typeface="Calibri" panose="020F0502020204030204" pitchFamily="34" charset="0"/>
              </a:rPr>
              <a:t>[</a:t>
            </a:r>
            <a:r>
              <a:rPr lang="ro-RO" b="1">
                <a:solidFill>
                  <a:schemeClr val="tx2"/>
                </a:solidFill>
                <a:ea typeface="Calibri" panose="020F0502020204030204" pitchFamily="34" charset="0"/>
                <a:cs typeface="Calibri" panose="020F0502020204030204" pitchFamily="34" charset="0"/>
                <a:hlinkClick r:id="rId5"/>
              </a:rPr>
              <a:t>www.youtube.com</a:t>
            </a:r>
            <a:r>
              <a:rPr lang="en-US" b="1">
                <a:solidFill>
                  <a:schemeClr val="tx2"/>
                </a:solidFill>
                <a:ea typeface="Calibri" panose="020F0502020204030204" pitchFamily="34" charset="0"/>
                <a:cs typeface="Calibri" panose="020F0502020204030204" pitchFamily="34" charset="0"/>
              </a:rPr>
              <a:t>]</a:t>
            </a:r>
            <a:endParaRPr lang="ro-RO"/>
          </a:p>
        </p:txBody>
      </p:sp>
    </p:spTree>
    <p:extLst>
      <p:ext uri="{BB962C8B-B14F-4D97-AF65-F5344CB8AC3E}">
        <p14:creationId xmlns:p14="http://schemas.microsoft.com/office/powerpoint/2010/main" val="382589740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stituent subsol 2">
            <a:extLst>
              <a:ext uri="{FF2B5EF4-FFF2-40B4-BE49-F238E27FC236}">
                <a16:creationId xmlns:a16="http://schemas.microsoft.com/office/drawing/2014/main" id="{FCFD4890-E08D-1751-DEBE-7FEE38D05530}"/>
              </a:ext>
            </a:extLst>
          </p:cNvPr>
          <p:cNvSpPr>
            <a:spLocks noGrp="1"/>
          </p:cNvSpPr>
          <p:nvPr>
            <p:ph type="ftr" sz="quarter" idx="11"/>
          </p:nvPr>
        </p:nvSpPr>
        <p:spPr>
          <a:xfrm>
            <a:off x="1169960" y="5878720"/>
            <a:ext cx="2915733" cy="298800"/>
          </a:xfrm>
        </p:spPr>
        <p:txBody>
          <a:bodyPr rtlCol="0"/>
          <a:lstStyle/>
          <a:p>
            <a:pPr rtl="0"/>
            <a:r>
              <a:rPr lang="ro-RO"/>
              <a:t>Asamblări sudate</a:t>
            </a:r>
          </a:p>
        </p:txBody>
      </p:sp>
      <p:sp>
        <p:nvSpPr>
          <p:cNvPr id="8" name="Substituent dată 1">
            <a:extLst>
              <a:ext uri="{FF2B5EF4-FFF2-40B4-BE49-F238E27FC236}">
                <a16:creationId xmlns:a16="http://schemas.microsoft.com/office/drawing/2014/main" id="{41D22E01-E1E4-35B8-09FE-E4FA504050C5}"/>
              </a:ext>
            </a:extLst>
          </p:cNvPr>
          <p:cNvSpPr>
            <a:spLocks noGrp="1"/>
          </p:cNvSpPr>
          <p:nvPr>
            <p:ph type="dt" sz="half" idx="10"/>
          </p:nvPr>
        </p:nvSpPr>
        <p:spPr>
          <a:xfrm>
            <a:off x="10016836" y="5878720"/>
            <a:ext cx="1336964" cy="298800"/>
          </a:xfrm>
        </p:spPr>
        <p:txBody>
          <a:bodyPr rtlCol="0"/>
          <a:lstStyle/>
          <a:p>
            <a:pPr rtl="0"/>
            <a:r>
              <a:rPr lang="ro-RO"/>
              <a:t>08.10.2025</a:t>
            </a:r>
          </a:p>
        </p:txBody>
      </p:sp>
      <p:sp>
        <p:nvSpPr>
          <p:cNvPr id="6" name="Substituent număr diapozitiv 3">
            <a:extLst>
              <a:ext uri="{FF2B5EF4-FFF2-40B4-BE49-F238E27FC236}">
                <a16:creationId xmlns:a16="http://schemas.microsoft.com/office/drawing/2014/main" id="{89EBA417-213F-2598-87F2-6CD823215E53}"/>
              </a:ext>
            </a:extLst>
          </p:cNvPr>
          <p:cNvSpPr>
            <a:spLocks noGrp="1"/>
          </p:cNvSpPr>
          <p:nvPr>
            <p:ph type="sldNum" sz="quarter" idx="12"/>
          </p:nvPr>
        </p:nvSpPr>
        <p:spPr>
          <a:xfrm>
            <a:off x="778643" y="5879656"/>
            <a:ext cx="354492" cy="297307"/>
          </a:xfrm>
        </p:spPr>
        <p:txBody>
          <a:bodyPr rtlCol="0"/>
          <a:lstStyle/>
          <a:p>
            <a:pPr rtl="0"/>
            <a:fld id="{8D581BC7-E183-40DB-AC97-C19EA4EB8894}" type="slidenum">
              <a:rPr lang="ro-RO" smtClean="0"/>
              <a:pPr rtl="0"/>
              <a:t>14</a:t>
            </a:fld>
            <a:endParaRPr lang="ro-RO"/>
          </a:p>
        </p:txBody>
      </p:sp>
      <p:sp>
        <p:nvSpPr>
          <p:cNvPr id="9" name="Substituent număr diapozitiv 5">
            <a:extLst>
              <a:ext uri="{FF2B5EF4-FFF2-40B4-BE49-F238E27FC236}">
                <a16:creationId xmlns:a16="http://schemas.microsoft.com/office/drawing/2014/main" id="{A501E52A-2E2D-AB95-645F-A6D7EF9A053A}"/>
              </a:ext>
            </a:extLst>
          </p:cNvPr>
          <p:cNvSpPr txBox="1">
            <a:spLocks/>
          </p:cNvSpPr>
          <p:nvPr/>
        </p:nvSpPr>
        <p:spPr>
          <a:xfrm>
            <a:off x="777875" y="5880100"/>
            <a:ext cx="355600" cy="296863"/>
          </a:xfrm>
          <a:prstGeom prst="rect">
            <a:avLst/>
          </a:prstGeom>
        </p:spPr>
        <p:txBody>
          <a:bodyPr vert="horz" lIns="91440" tIns="45720" rIns="91440" bIns="45720" rtlCol="0" anchor="ctr"/>
          <a:lstStyle>
            <a:defPPr rtl="0">
              <a:defRPr lang="ro-ro"/>
            </a:defPPr>
            <a:lvl1pPr marL="0" algn="ctr" defTabSz="914400" rtl="0" eaLnBrk="1" latinLnBrk="0" hangingPunct="1">
              <a:defRPr sz="10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D581BC7-E183-40DB-AC97-C19EA4EB8894}" type="slidenum">
              <a:rPr lang="ro-RO" smtClean="0"/>
              <a:pPr/>
              <a:t>14</a:t>
            </a:fld>
            <a:endParaRPr lang="ro-RO"/>
          </a:p>
        </p:txBody>
      </p:sp>
      <p:sp>
        <p:nvSpPr>
          <p:cNvPr id="12" name="CasetăText 11">
            <a:extLst>
              <a:ext uri="{FF2B5EF4-FFF2-40B4-BE49-F238E27FC236}">
                <a16:creationId xmlns:a16="http://schemas.microsoft.com/office/drawing/2014/main" id="{32CCB379-5C59-5931-9B36-791E12BEAC30}"/>
              </a:ext>
            </a:extLst>
          </p:cNvPr>
          <p:cNvSpPr txBox="1"/>
          <p:nvPr/>
        </p:nvSpPr>
        <p:spPr>
          <a:xfrm>
            <a:off x="777875" y="2657348"/>
            <a:ext cx="2062916" cy="1200329"/>
          </a:xfrm>
          <a:prstGeom prst="rect">
            <a:avLst/>
          </a:prstGeom>
          <a:noFill/>
        </p:spPr>
        <p:txBody>
          <a:bodyPr wrap="square">
            <a:spAutoFit/>
          </a:bodyPr>
          <a:lstStyle/>
          <a:p>
            <a:pPr algn="ctr"/>
            <a:r>
              <a:rPr lang="ro-RO" b="1">
                <a:solidFill>
                  <a:schemeClr val="tx2"/>
                </a:solidFill>
                <a:ea typeface="Calibri" panose="020F0502020204030204" pitchFamily="34" charset="0"/>
                <a:cs typeface="Calibri" panose="020F0502020204030204" pitchFamily="34" charset="0"/>
              </a:rPr>
              <a:t>Fig. </a:t>
            </a:r>
            <a:r>
              <a:rPr lang="en-US" b="1">
                <a:solidFill>
                  <a:schemeClr val="tx2"/>
                </a:solidFill>
                <a:ea typeface="Calibri" panose="020F0502020204030204" pitchFamily="34" charset="0"/>
                <a:cs typeface="Calibri" panose="020F0502020204030204" pitchFamily="34" charset="0"/>
              </a:rPr>
              <a:t>8</a:t>
            </a:r>
            <a:r>
              <a:rPr lang="ro-RO" b="1">
                <a:solidFill>
                  <a:schemeClr val="tx2"/>
                </a:solidFill>
                <a:ea typeface="Calibri" panose="020F0502020204030204" pitchFamily="34" charset="0"/>
                <a:cs typeface="Calibri" panose="020F0502020204030204" pitchFamily="34" charset="0"/>
              </a:rPr>
              <a:t> </a:t>
            </a:r>
            <a:r>
              <a:rPr lang="it-IT" b="1">
                <a:solidFill>
                  <a:schemeClr val="tx2"/>
                </a:solidFill>
                <a:ea typeface="Calibri" panose="020F0502020204030204" pitchFamily="34" charset="0"/>
                <a:cs typeface="Calibri" panose="020F0502020204030204" pitchFamily="34" charset="0"/>
              </a:rPr>
              <a:t>Simboluri elementare pentru sudare </a:t>
            </a:r>
            <a:r>
              <a:rPr lang="ro-RO" b="1">
                <a:solidFill>
                  <a:schemeClr val="tx2"/>
                </a:solidFill>
                <a:ea typeface="Calibri" panose="020F0502020204030204" pitchFamily="34" charset="0"/>
                <a:cs typeface="Calibri" panose="020F0502020204030204" pitchFamily="34" charset="0"/>
              </a:rPr>
              <a:t>[</a:t>
            </a:r>
            <a:r>
              <a:rPr lang="ro-RO" b="1">
                <a:solidFill>
                  <a:schemeClr val="tx2"/>
                </a:solidFill>
                <a:ea typeface="Calibri" panose="020F0502020204030204" pitchFamily="34" charset="0"/>
                <a:cs typeface="Calibri" panose="020F0502020204030204" pitchFamily="34" charset="0"/>
                <a:hlinkClick r:id="rId3"/>
              </a:rPr>
              <a:t>gdgi.utcluj.ro</a:t>
            </a:r>
            <a:r>
              <a:rPr lang="en-US" b="1">
                <a:solidFill>
                  <a:schemeClr val="tx2"/>
                </a:solidFill>
                <a:ea typeface="Calibri" panose="020F0502020204030204" pitchFamily="34" charset="0"/>
                <a:cs typeface="Calibri" panose="020F0502020204030204" pitchFamily="34" charset="0"/>
              </a:rPr>
              <a:t>]</a:t>
            </a:r>
            <a:endParaRPr lang="ro-RO"/>
          </a:p>
        </p:txBody>
      </p:sp>
      <p:pic>
        <p:nvPicPr>
          <p:cNvPr id="15" name="Imagine 14">
            <a:extLst>
              <a:ext uri="{FF2B5EF4-FFF2-40B4-BE49-F238E27FC236}">
                <a16:creationId xmlns:a16="http://schemas.microsoft.com/office/drawing/2014/main" id="{744C7D6F-773A-4E8D-AF91-53F50A4B92DA}"/>
              </a:ext>
            </a:extLst>
          </p:cNvPr>
          <p:cNvPicPr>
            <a:picLocks noChangeAspect="1"/>
          </p:cNvPicPr>
          <p:nvPr/>
        </p:nvPicPr>
        <p:blipFill>
          <a:blip r:embed="rId4"/>
          <a:stretch>
            <a:fillRect/>
          </a:stretch>
        </p:blipFill>
        <p:spPr>
          <a:xfrm>
            <a:off x="3050309" y="338063"/>
            <a:ext cx="6725989" cy="58389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418584579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stituent subsol 2">
            <a:extLst>
              <a:ext uri="{FF2B5EF4-FFF2-40B4-BE49-F238E27FC236}">
                <a16:creationId xmlns:a16="http://schemas.microsoft.com/office/drawing/2014/main" id="{FCFD4890-E08D-1751-DEBE-7FEE38D05530}"/>
              </a:ext>
            </a:extLst>
          </p:cNvPr>
          <p:cNvSpPr>
            <a:spLocks noGrp="1"/>
          </p:cNvSpPr>
          <p:nvPr>
            <p:ph type="ftr" sz="quarter" idx="11"/>
          </p:nvPr>
        </p:nvSpPr>
        <p:spPr>
          <a:xfrm>
            <a:off x="1169960" y="5878720"/>
            <a:ext cx="2915733" cy="298800"/>
          </a:xfrm>
        </p:spPr>
        <p:txBody>
          <a:bodyPr rtlCol="0"/>
          <a:lstStyle/>
          <a:p>
            <a:pPr rtl="0"/>
            <a:r>
              <a:rPr lang="ro-RO"/>
              <a:t>Asamblări sudate</a:t>
            </a:r>
          </a:p>
        </p:txBody>
      </p:sp>
      <p:sp>
        <p:nvSpPr>
          <p:cNvPr id="8" name="Substituent dată 1">
            <a:extLst>
              <a:ext uri="{FF2B5EF4-FFF2-40B4-BE49-F238E27FC236}">
                <a16:creationId xmlns:a16="http://schemas.microsoft.com/office/drawing/2014/main" id="{41D22E01-E1E4-35B8-09FE-E4FA504050C5}"/>
              </a:ext>
            </a:extLst>
          </p:cNvPr>
          <p:cNvSpPr>
            <a:spLocks noGrp="1"/>
          </p:cNvSpPr>
          <p:nvPr>
            <p:ph type="dt" sz="half" idx="10"/>
          </p:nvPr>
        </p:nvSpPr>
        <p:spPr>
          <a:xfrm>
            <a:off x="10016836" y="5878720"/>
            <a:ext cx="1336964" cy="298800"/>
          </a:xfrm>
        </p:spPr>
        <p:txBody>
          <a:bodyPr rtlCol="0"/>
          <a:lstStyle/>
          <a:p>
            <a:pPr rtl="0"/>
            <a:r>
              <a:rPr lang="ro-RO"/>
              <a:t>08.10.2025</a:t>
            </a:r>
          </a:p>
        </p:txBody>
      </p:sp>
      <p:sp>
        <p:nvSpPr>
          <p:cNvPr id="6" name="Substituent număr diapozitiv 3">
            <a:extLst>
              <a:ext uri="{FF2B5EF4-FFF2-40B4-BE49-F238E27FC236}">
                <a16:creationId xmlns:a16="http://schemas.microsoft.com/office/drawing/2014/main" id="{89EBA417-213F-2598-87F2-6CD823215E53}"/>
              </a:ext>
            </a:extLst>
          </p:cNvPr>
          <p:cNvSpPr>
            <a:spLocks noGrp="1"/>
          </p:cNvSpPr>
          <p:nvPr>
            <p:ph type="sldNum" sz="quarter" idx="12"/>
          </p:nvPr>
        </p:nvSpPr>
        <p:spPr>
          <a:xfrm>
            <a:off x="778643" y="5879656"/>
            <a:ext cx="354492" cy="297307"/>
          </a:xfrm>
        </p:spPr>
        <p:txBody>
          <a:bodyPr rtlCol="0"/>
          <a:lstStyle/>
          <a:p>
            <a:pPr rtl="0"/>
            <a:fld id="{8D581BC7-E183-40DB-AC97-C19EA4EB8894}" type="slidenum">
              <a:rPr lang="ro-RO" smtClean="0"/>
              <a:pPr rtl="0"/>
              <a:t>15</a:t>
            </a:fld>
            <a:endParaRPr lang="ro-RO"/>
          </a:p>
        </p:txBody>
      </p:sp>
      <p:sp>
        <p:nvSpPr>
          <p:cNvPr id="9" name="Substituent număr diapozitiv 5">
            <a:extLst>
              <a:ext uri="{FF2B5EF4-FFF2-40B4-BE49-F238E27FC236}">
                <a16:creationId xmlns:a16="http://schemas.microsoft.com/office/drawing/2014/main" id="{A501E52A-2E2D-AB95-645F-A6D7EF9A053A}"/>
              </a:ext>
            </a:extLst>
          </p:cNvPr>
          <p:cNvSpPr txBox="1">
            <a:spLocks/>
          </p:cNvSpPr>
          <p:nvPr/>
        </p:nvSpPr>
        <p:spPr>
          <a:xfrm>
            <a:off x="777875" y="5880100"/>
            <a:ext cx="355600" cy="296863"/>
          </a:xfrm>
          <a:prstGeom prst="rect">
            <a:avLst/>
          </a:prstGeom>
        </p:spPr>
        <p:txBody>
          <a:bodyPr vert="horz" lIns="91440" tIns="45720" rIns="91440" bIns="45720" rtlCol="0" anchor="ctr"/>
          <a:lstStyle>
            <a:defPPr rtl="0">
              <a:defRPr lang="ro-ro"/>
            </a:defPPr>
            <a:lvl1pPr marL="0" algn="ctr" defTabSz="914400" rtl="0" eaLnBrk="1" latinLnBrk="0" hangingPunct="1">
              <a:defRPr sz="10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D581BC7-E183-40DB-AC97-C19EA4EB8894}" type="slidenum">
              <a:rPr lang="ro-RO" smtClean="0"/>
              <a:pPr/>
              <a:t>15</a:t>
            </a:fld>
            <a:endParaRPr lang="ro-RO"/>
          </a:p>
        </p:txBody>
      </p:sp>
      <p:sp>
        <p:nvSpPr>
          <p:cNvPr id="12" name="CasetăText 11">
            <a:extLst>
              <a:ext uri="{FF2B5EF4-FFF2-40B4-BE49-F238E27FC236}">
                <a16:creationId xmlns:a16="http://schemas.microsoft.com/office/drawing/2014/main" id="{32CCB379-5C59-5931-9B36-791E12BEAC30}"/>
              </a:ext>
            </a:extLst>
          </p:cNvPr>
          <p:cNvSpPr txBox="1"/>
          <p:nvPr/>
        </p:nvSpPr>
        <p:spPr>
          <a:xfrm>
            <a:off x="2856432" y="495814"/>
            <a:ext cx="7251001" cy="369332"/>
          </a:xfrm>
          <a:prstGeom prst="rect">
            <a:avLst/>
          </a:prstGeom>
          <a:noFill/>
        </p:spPr>
        <p:txBody>
          <a:bodyPr wrap="square">
            <a:spAutoFit/>
          </a:bodyPr>
          <a:lstStyle/>
          <a:p>
            <a:pPr algn="ctr"/>
            <a:r>
              <a:rPr lang="ro-RO" b="1">
                <a:solidFill>
                  <a:schemeClr val="tx2"/>
                </a:solidFill>
                <a:ea typeface="Calibri" panose="020F0502020204030204" pitchFamily="34" charset="0"/>
                <a:cs typeface="Calibri" panose="020F0502020204030204" pitchFamily="34" charset="0"/>
              </a:rPr>
              <a:t>Fig. </a:t>
            </a:r>
            <a:r>
              <a:rPr lang="en-US" b="1">
                <a:solidFill>
                  <a:schemeClr val="tx2"/>
                </a:solidFill>
                <a:ea typeface="Calibri" panose="020F0502020204030204" pitchFamily="34" charset="0"/>
                <a:cs typeface="Calibri" panose="020F0502020204030204" pitchFamily="34" charset="0"/>
              </a:rPr>
              <a:t>9</a:t>
            </a:r>
            <a:r>
              <a:rPr lang="ro-RO" b="1">
                <a:solidFill>
                  <a:schemeClr val="tx2"/>
                </a:solidFill>
                <a:ea typeface="Calibri" panose="020F0502020204030204" pitchFamily="34" charset="0"/>
                <a:cs typeface="Calibri" panose="020F0502020204030204" pitchFamily="34" charset="0"/>
              </a:rPr>
              <a:t> </a:t>
            </a:r>
            <a:r>
              <a:rPr lang="it-IT" b="1">
                <a:solidFill>
                  <a:schemeClr val="tx2"/>
                </a:solidFill>
                <a:ea typeface="Calibri" panose="020F0502020204030204" pitchFamily="34" charset="0"/>
                <a:cs typeface="Calibri" panose="020F0502020204030204" pitchFamily="34" charset="0"/>
              </a:rPr>
              <a:t>Simboluri elementare pentru sudare </a:t>
            </a:r>
            <a:r>
              <a:rPr lang="ro-RO" b="1">
                <a:solidFill>
                  <a:schemeClr val="tx2"/>
                </a:solidFill>
                <a:ea typeface="Calibri" panose="020F0502020204030204" pitchFamily="34" charset="0"/>
                <a:cs typeface="Calibri" panose="020F0502020204030204" pitchFamily="34" charset="0"/>
              </a:rPr>
              <a:t>[</a:t>
            </a:r>
            <a:r>
              <a:rPr lang="ro-RO" b="1">
                <a:solidFill>
                  <a:schemeClr val="tx2"/>
                </a:solidFill>
                <a:ea typeface="Calibri" panose="020F0502020204030204" pitchFamily="34" charset="0"/>
                <a:cs typeface="Calibri" panose="020F0502020204030204" pitchFamily="34" charset="0"/>
                <a:hlinkClick r:id="rId3"/>
              </a:rPr>
              <a:t>gdgi.utcluj.ro</a:t>
            </a:r>
            <a:r>
              <a:rPr lang="en-US" b="1">
                <a:solidFill>
                  <a:schemeClr val="tx2"/>
                </a:solidFill>
                <a:ea typeface="Calibri" panose="020F0502020204030204" pitchFamily="34" charset="0"/>
                <a:cs typeface="Calibri" panose="020F0502020204030204" pitchFamily="34" charset="0"/>
              </a:rPr>
              <a:t>]</a:t>
            </a:r>
            <a:endParaRPr lang="ro-RO"/>
          </a:p>
        </p:txBody>
      </p:sp>
      <p:pic>
        <p:nvPicPr>
          <p:cNvPr id="3" name="Imagine 2">
            <a:extLst>
              <a:ext uri="{FF2B5EF4-FFF2-40B4-BE49-F238E27FC236}">
                <a16:creationId xmlns:a16="http://schemas.microsoft.com/office/drawing/2014/main" id="{2B973AEC-6C3D-6F8B-9221-29149B3781DB}"/>
              </a:ext>
            </a:extLst>
          </p:cNvPr>
          <p:cNvPicPr>
            <a:picLocks noChangeAspect="1"/>
          </p:cNvPicPr>
          <p:nvPr/>
        </p:nvPicPr>
        <p:blipFill>
          <a:blip r:embed="rId4"/>
          <a:stretch>
            <a:fillRect/>
          </a:stretch>
        </p:blipFill>
        <p:spPr>
          <a:xfrm>
            <a:off x="2336170" y="1113779"/>
            <a:ext cx="8291526" cy="439268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27362529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stituent subsol 2">
            <a:extLst>
              <a:ext uri="{FF2B5EF4-FFF2-40B4-BE49-F238E27FC236}">
                <a16:creationId xmlns:a16="http://schemas.microsoft.com/office/drawing/2014/main" id="{FCFD4890-E08D-1751-DEBE-7FEE38D05530}"/>
              </a:ext>
            </a:extLst>
          </p:cNvPr>
          <p:cNvSpPr>
            <a:spLocks noGrp="1"/>
          </p:cNvSpPr>
          <p:nvPr>
            <p:ph type="ftr" sz="quarter" idx="11"/>
          </p:nvPr>
        </p:nvSpPr>
        <p:spPr>
          <a:xfrm>
            <a:off x="1169960" y="5878720"/>
            <a:ext cx="2915733" cy="298800"/>
          </a:xfrm>
        </p:spPr>
        <p:txBody>
          <a:bodyPr rtlCol="0"/>
          <a:lstStyle/>
          <a:p>
            <a:pPr rtl="0"/>
            <a:r>
              <a:rPr lang="ro-RO"/>
              <a:t>Asamblări sudate</a:t>
            </a:r>
          </a:p>
        </p:txBody>
      </p:sp>
      <p:sp>
        <p:nvSpPr>
          <p:cNvPr id="8" name="Substituent dată 1">
            <a:extLst>
              <a:ext uri="{FF2B5EF4-FFF2-40B4-BE49-F238E27FC236}">
                <a16:creationId xmlns:a16="http://schemas.microsoft.com/office/drawing/2014/main" id="{41D22E01-E1E4-35B8-09FE-E4FA504050C5}"/>
              </a:ext>
            </a:extLst>
          </p:cNvPr>
          <p:cNvSpPr>
            <a:spLocks noGrp="1"/>
          </p:cNvSpPr>
          <p:nvPr>
            <p:ph type="dt" sz="half" idx="10"/>
          </p:nvPr>
        </p:nvSpPr>
        <p:spPr>
          <a:xfrm>
            <a:off x="10016836" y="5878720"/>
            <a:ext cx="1336964" cy="298800"/>
          </a:xfrm>
        </p:spPr>
        <p:txBody>
          <a:bodyPr rtlCol="0"/>
          <a:lstStyle/>
          <a:p>
            <a:pPr rtl="0"/>
            <a:r>
              <a:rPr lang="ro-RO"/>
              <a:t>08.10.2025</a:t>
            </a:r>
          </a:p>
        </p:txBody>
      </p:sp>
      <p:sp>
        <p:nvSpPr>
          <p:cNvPr id="6" name="Substituent număr diapozitiv 3">
            <a:extLst>
              <a:ext uri="{FF2B5EF4-FFF2-40B4-BE49-F238E27FC236}">
                <a16:creationId xmlns:a16="http://schemas.microsoft.com/office/drawing/2014/main" id="{89EBA417-213F-2598-87F2-6CD823215E53}"/>
              </a:ext>
            </a:extLst>
          </p:cNvPr>
          <p:cNvSpPr>
            <a:spLocks noGrp="1"/>
          </p:cNvSpPr>
          <p:nvPr>
            <p:ph type="sldNum" sz="quarter" idx="12"/>
          </p:nvPr>
        </p:nvSpPr>
        <p:spPr>
          <a:xfrm>
            <a:off x="778643" y="5879656"/>
            <a:ext cx="354492" cy="297307"/>
          </a:xfrm>
        </p:spPr>
        <p:txBody>
          <a:bodyPr rtlCol="0"/>
          <a:lstStyle/>
          <a:p>
            <a:pPr rtl="0"/>
            <a:fld id="{8D581BC7-E183-40DB-AC97-C19EA4EB8894}" type="slidenum">
              <a:rPr lang="ro-RO" smtClean="0"/>
              <a:pPr rtl="0"/>
              <a:t>16</a:t>
            </a:fld>
            <a:endParaRPr lang="ro-RO"/>
          </a:p>
        </p:txBody>
      </p:sp>
      <p:sp>
        <p:nvSpPr>
          <p:cNvPr id="9" name="Substituent număr diapozitiv 5">
            <a:extLst>
              <a:ext uri="{FF2B5EF4-FFF2-40B4-BE49-F238E27FC236}">
                <a16:creationId xmlns:a16="http://schemas.microsoft.com/office/drawing/2014/main" id="{A501E52A-2E2D-AB95-645F-A6D7EF9A053A}"/>
              </a:ext>
            </a:extLst>
          </p:cNvPr>
          <p:cNvSpPr txBox="1">
            <a:spLocks/>
          </p:cNvSpPr>
          <p:nvPr/>
        </p:nvSpPr>
        <p:spPr>
          <a:xfrm>
            <a:off x="777875" y="5880100"/>
            <a:ext cx="355600" cy="296863"/>
          </a:xfrm>
          <a:prstGeom prst="rect">
            <a:avLst/>
          </a:prstGeom>
        </p:spPr>
        <p:txBody>
          <a:bodyPr vert="horz" lIns="91440" tIns="45720" rIns="91440" bIns="45720" rtlCol="0" anchor="ctr"/>
          <a:lstStyle>
            <a:defPPr rtl="0">
              <a:defRPr lang="ro-ro"/>
            </a:defPPr>
            <a:lvl1pPr marL="0" algn="ctr" defTabSz="914400" rtl="0" eaLnBrk="1" latinLnBrk="0" hangingPunct="1">
              <a:defRPr sz="10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D581BC7-E183-40DB-AC97-C19EA4EB8894}" type="slidenum">
              <a:rPr lang="ro-RO" smtClean="0"/>
              <a:pPr/>
              <a:t>16</a:t>
            </a:fld>
            <a:endParaRPr lang="ro-RO"/>
          </a:p>
        </p:txBody>
      </p:sp>
      <p:sp>
        <p:nvSpPr>
          <p:cNvPr id="12" name="CasetăText 11">
            <a:extLst>
              <a:ext uri="{FF2B5EF4-FFF2-40B4-BE49-F238E27FC236}">
                <a16:creationId xmlns:a16="http://schemas.microsoft.com/office/drawing/2014/main" id="{32CCB379-5C59-5931-9B36-791E12BEAC30}"/>
              </a:ext>
            </a:extLst>
          </p:cNvPr>
          <p:cNvSpPr txBox="1"/>
          <p:nvPr/>
        </p:nvSpPr>
        <p:spPr>
          <a:xfrm>
            <a:off x="2864719" y="376653"/>
            <a:ext cx="7251001" cy="369332"/>
          </a:xfrm>
          <a:prstGeom prst="rect">
            <a:avLst/>
          </a:prstGeom>
          <a:noFill/>
        </p:spPr>
        <p:txBody>
          <a:bodyPr wrap="square">
            <a:spAutoFit/>
          </a:bodyPr>
          <a:lstStyle/>
          <a:p>
            <a:pPr algn="ctr"/>
            <a:r>
              <a:rPr lang="ro-RO" b="1">
                <a:solidFill>
                  <a:schemeClr val="tx2"/>
                </a:solidFill>
                <a:ea typeface="Calibri" panose="020F0502020204030204" pitchFamily="34" charset="0"/>
                <a:cs typeface="Calibri" panose="020F0502020204030204" pitchFamily="34" charset="0"/>
              </a:rPr>
              <a:t>Fig. </a:t>
            </a:r>
            <a:r>
              <a:rPr lang="en-US" b="1">
                <a:solidFill>
                  <a:schemeClr val="tx2"/>
                </a:solidFill>
                <a:ea typeface="Calibri" panose="020F0502020204030204" pitchFamily="34" charset="0"/>
                <a:cs typeface="Calibri" panose="020F0502020204030204" pitchFamily="34" charset="0"/>
              </a:rPr>
              <a:t>10</a:t>
            </a:r>
            <a:r>
              <a:rPr lang="ro-RO" b="1">
                <a:solidFill>
                  <a:schemeClr val="tx2"/>
                </a:solidFill>
                <a:ea typeface="Calibri" panose="020F0502020204030204" pitchFamily="34" charset="0"/>
                <a:cs typeface="Calibri" panose="020F0502020204030204" pitchFamily="34" charset="0"/>
              </a:rPr>
              <a:t> </a:t>
            </a:r>
            <a:r>
              <a:rPr lang="it-IT" b="1">
                <a:solidFill>
                  <a:schemeClr val="tx2"/>
                </a:solidFill>
                <a:ea typeface="Calibri" panose="020F0502020204030204" pitchFamily="34" charset="0"/>
                <a:cs typeface="Calibri" panose="020F0502020204030204" pitchFamily="34" charset="0"/>
              </a:rPr>
              <a:t>Simboluri elementare pentru sudare </a:t>
            </a:r>
            <a:r>
              <a:rPr lang="ro-RO" b="1">
                <a:solidFill>
                  <a:schemeClr val="tx2"/>
                </a:solidFill>
                <a:ea typeface="Calibri" panose="020F0502020204030204" pitchFamily="34" charset="0"/>
                <a:cs typeface="Calibri" panose="020F0502020204030204" pitchFamily="34" charset="0"/>
              </a:rPr>
              <a:t>[</a:t>
            </a:r>
            <a:r>
              <a:rPr lang="ro-RO" b="1">
                <a:solidFill>
                  <a:schemeClr val="tx2"/>
                </a:solidFill>
                <a:ea typeface="Calibri" panose="020F0502020204030204" pitchFamily="34" charset="0"/>
                <a:cs typeface="Calibri" panose="020F0502020204030204" pitchFamily="34" charset="0"/>
                <a:hlinkClick r:id="rId3"/>
              </a:rPr>
              <a:t>gdgi.utcluj.ro</a:t>
            </a:r>
            <a:r>
              <a:rPr lang="en-US" b="1">
                <a:solidFill>
                  <a:schemeClr val="tx2"/>
                </a:solidFill>
                <a:ea typeface="Calibri" panose="020F0502020204030204" pitchFamily="34" charset="0"/>
                <a:cs typeface="Calibri" panose="020F0502020204030204" pitchFamily="34" charset="0"/>
              </a:rPr>
              <a:t>]</a:t>
            </a:r>
            <a:endParaRPr lang="ro-RO"/>
          </a:p>
        </p:txBody>
      </p:sp>
      <p:pic>
        <p:nvPicPr>
          <p:cNvPr id="4" name="Imagine 3">
            <a:extLst>
              <a:ext uri="{FF2B5EF4-FFF2-40B4-BE49-F238E27FC236}">
                <a16:creationId xmlns:a16="http://schemas.microsoft.com/office/drawing/2014/main" id="{1A53B34C-021A-2B0F-1C17-6DF81F818BCB}"/>
              </a:ext>
            </a:extLst>
          </p:cNvPr>
          <p:cNvPicPr>
            <a:picLocks noChangeAspect="1"/>
          </p:cNvPicPr>
          <p:nvPr/>
        </p:nvPicPr>
        <p:blipFill>
          <a:blip r:embed="rId4"/>
          <a:stretch>
            <a:fillRect/>
          </a:stretch>
        </p:blipFill>
        <p:spPr>
          <a:xfrm>
            <a:off x="2423673" y="886731"/>
            <a:ext cx="8133095" cy="483867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80898392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stituent subsol 2">
            <a:extLst>
              <a:ext uri="{FF2B5EF4-FFF2-40B4-BE49-F238E27FC236}">
                <a16:creationId xmlns:a16="http://schemas.microsoft.com/office/drawing/2014/main" id="{FCFD4890-E08D-1751-DEBE-7FEE38D05530}"/>
              </a:ext>
            </a:extLst>
          </p:cNvPr>
          <p:cNvSpPr>
            <a:spLocks noGrp="1"/>
          </p:cNvSpPr>
          <p:nvPr>
            <p:ph type="ftr" sz="quarter" idx="11"/>
          </p:nvPr>
        </p:nvSpPr>
        <p:spPr>
          <a:xfrm>
            <a:off x="1169960" y="5878720"/>
            <a:ext cx="2915733" cy="298800"/>
          </a:xfrm>
        </p:spPr>
        <p:txBody>
          <a:bodyPr rtlCol="0"/>
          <a:lstStyle/>
          <a:p>
            <a:pPr rtl="0"/>
            <a:r>
              <a:rPr lang="ro-RO"/>
              <a:t>Asamblări sudate</a:t>
            </a:r>
          </a:p>
        </p:txBody>
      </p:sp>
      <p:sp>
        <p:nvSpPr>
          <p:cNvPr id="8" name="Substituent dată 1">
            <a:extLst>
              <a:ext uri="{FF2B5EF4-FFF2-40B4-BE49-F238E27FC236}">
                <a16:creationId xmlns:a16="http://schemas.microsoft.com/office/drawing/2014/main" id="{41D22E01-E1E4-35B8-09FE-E4FA504050C5}"/>
              </a:ext>
            </a:extLst>
          </p:cNvPr>
          <p:cNvSpPr>
            <a:spLocks noGrp="1"/>
          </p:cNvSpPr>
          <p:nvPr>
            <p:ph type="dt" sz="half" idx="10"/>
          </p:nvPr>
        </p:nvSpPr>
        <p:spPr>
          <a:xfrm>
            <a:off x="10016836" y="5878720"/>
            <a:ext cx="1336964" cy="298800"/>
          </a:xfrm>
        </p:spPr>
        <p:txBody>
          <a:bodyPr rtlCol="0"/>
          <a:lstStyle/>
          <a:p>
            <a:pPr rtl="0"/>
            <a:r>
              <a:rPr lang="ro-RO"/>
              <a:t>08.10.2025</a:t>
            </a:r>
          </a:p>
        </p:txBody>
      </p:sp>
      <p:sp>
        <p:nvSpPr>
          <p:cNvPr id="6" name="Substituent număr diapozitiv 3">
            <a:extLst>
              <a:ext uri="{FF2B5EF4-FFF2-40B4-BE49-F238E27FC236}">
                <a16:creationId xmlns:a16="http://schemas.microsoft.com/office/drawing/2014/main" id="{89EBA417-213F-2598-87F2-6CD823215E53}"/>
              </a:ext>
            </a:extLst>
          </p:cNvPr>
          <p:cNvSpPr>
            <a:spLocks noGrp="1"/>
          </p:cNvSpPr>
          <p:nvPr>
            <p:ph type="sldNum" sz="quarter" idx="12"/>
          </p:nvPr>
        </p:nvSpPr>
        <p:spPr>
          <a:xfrm>
            <a:off x="778643" y="5879656"/>
            <a:ext cx="354492" cy="297307"/>
          </a:xfrm>
        </p:spPr>
        <p:txBody>
          <a:bodyPr rtlCol="0"/>
          <a:lstStyle/>
          <a:p>
            <a:pPr rtl="0"/>
            <a:fld id="{8D581BC7-E183-40DB-AC97-C19EA4EB8894}" type="slidenum">
              <a:rPr lang="ro-RO" smtClean="0"/>
              <a:pPr rtl="0"/>
              <a:t>17</a:t>
            </a:fld>
            <a:endParaRPr lang="ro-RO"/>
          </a:p>
        </p:txBody>
      </p:sp>
      <p:sp>
        <p:nvSpPr>
          <p:cNvPr id="9" name="Substituent număr diapozitiv 5">
            <a:extLst>
              <a:ext uri="{FF2B5EF4-FFF2-40B4-BE49-F238E27FC236}">
                <a16:creationId xmlns:a16="http://schemas.microsoft.com/office/drawing/2014/main" id="{A501E52A-2E2D-AB95-645F-A6D7EF9A053A}"/>
              </a:ext>
            </a:extLst>
          </p:cNvPr>
          <p:cNvSpPr txBox="1">
            <a:spLocks/>
          </p:cNvSpPr>
          <p:nvPr/>
        </p:nvSpPr>
        <p:spPr>
          <a:xfrm>
            <a:off x="777875" y="5880100"/>
            <a:ext cx="355600" cy="296863"/>
          </a:xfrm>
          <a:prstGeom prst="rect">
            <a:avLst/>
          </a:prstGeom>
        </p:spPr>
        <p:txBody>
          <a:bodyPr vert="horz" lIns="91440" tIns="45720" rIns="91440" bIns="45720" rtlCol="0" anchor="ctr"/>
          <a:lstStyle>
            <a:defPPr rtl="0">
              <a:defRPr lang="ro-ro"/>
            </a:defPPr>
            <a:lvl1pPr marL="0" algn="ctr" defTabSz="914400" rtl="0" eaLnBrk="1" latinLnBrk="0" hangingPunct="1">
              <a:defRPr sz="10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D581BC7-E183-40DB-AC97-C19EA4EB8894}" type="slidenum">
              <a:rPr lang="ro-RO" smtClean="0"/>
              <a:pPr/>
              <a:t>17</a:t>
            </a:fld>
            <a:endParaRPr lang="ro-RO"/>
          </a:p>
        </p:txBody>
      </p:sp>
      <p:sp>
        <p:nvSpPr>
          <p:cNvPr id="12" name="CasetăText 11">
            <a:extLst>
              <a:ext uri="{FF2B5EF4-FFF2-40B4-BE49-F238E27FC236}">
                <a16:creationId xmlns:a16="http://schemas.microsoft.com/office/drawing/2014/main" id="{32CCB379-5C59-5931-9B36-791E12BEAC30}"/>
              </a:ext>
            </a:extLst>
          </p:cNvPr>
          <p:cNvSpPr txBox="1"/>
          <p:nvPr/>
        </p:nvSpPr>
        <p:spPr>
          <a:xfrm>
            <a:off x="2864715" y="311147"/>
            <a:ext cx="7251001" cy="369332"/>
          </a:xfrm>
          <a:prstGeom prst="rect">
            <a:avLst/>
          </a:prstGeom>
          <a:noFill/>
        </p:spPr>
        <p:txBody>
          <a:bodyPr wrap="square">
            <a:spAutoFit/>
          </a:bodyPr>
          <a:lstStyle/>
          <a:p>
            <a:pPr algn="ctr"/>
            <a:r>
              <a:rPr lang="ro-RO" b="1">
                <a:solidFill>
                  <a:schemeClr val="tx2"/>
                </a:solidFill>
                <a:ea typeface="Calibri" panose="020F0502020204030204" pitchFamily="34" charset="0"/>
                <a:cs typeface="Calibri" panose="020F0502020204030204" pitchFamily="34" charset="0"/>
              </a:rPr>
              <a:t>Fig. </a:t>
            </a:r>
            <a:r>
              <a:rPr lang="en-US" b="1">
                <a:solidFill>
                  <a:schemeClr val="tx2"/>
                </a:solidFill>
                <a:ea typeface="Calibri" panose="020F0502020204030204" pitchFamily="34" charset="0"/>
                <a:cs typeface="Calibri" panose="020F0502020204030204" pitchFamily="34" charset="0"/>
              </a:rPr>
              <a:t>11</a:t>
            </a:r>
            <a:r>
              <a:rPr lang="ro-RO" b="1">
                <a:solidFill>
                  <a:schemeClr val="tx2"/>
                </a:solidFill>
                <a:ea typeface="Calibri" panose="020F0502020204030204" pitchFamily="34" charset="0"/>
                <a:cs typeface="Calibri" panose="020F0502020204030204" pitchFamily="34" charset="0"/>
              </a:rPr>
              <a:t> </a:t>
            </a:r>
            <a:r>
              <a:rPr lang="it-IT" b="1">
                <a:solidFill>
                  <a:schemeClr val="tx2"/>
                </a:solidFill>
                <a:ea typeface="Calibri" panose="020F0502020204030204" pitchFamily="34" charset="0"/>
                <a:cs typeface="Calibri" panose="020F0502020204030204" pitchFamily="34" charset="0"/>
              </a:rPr>
              <a:t>Simboluri elementare pentru sudare </a:t>
            </a:r>
            <a:r>
              <a:rPr lang="ro-RO" b="1">
                <a:solidFill>
                  <a:schemeClr val="tx2"/>
                </a:solidFill>
                <a:ea typeface="Calibri" panose="020F0502020204030204" pitchFamily="34" charset="0"/>
                <a:cs typeface="Calibri" panose="020F0502020204030204" pitchFamily="34" charset="0"/>
              </a:rPr>
              <a:t>[</a:t>
            </a:r>
            <a:r>
              <a:rPr lang="ro-RO" b="1">
                <a:solidFill>
                  <a:schemeClr val="tx2"/>
                </a:solidFill>
                <a:ea typeface="Calibri" panose="020F0502020204030204" pitchFamily="34" charset="0"/>
                <a:cs typeface="Calibri" panose="020F0502020204030204" pitchFamily="34" charset="0"/>
                <a:hlinkClick r:id="rId3"/>
              </a:rPr>
              <a:t>gdgi.utcluj.ro</a:t>
            </a:r>
            <a:r>
              <a:rPr lang="en-US" b="1">
                <a:solidFill>
                  <a:schemeClr val="tx2"/>
                </a:solidFill>
                <a:ea typeface="Calibri" panose="020F0502020204030204" pitchFamily="34" charset="0"/>
                <a:cs typeface="Calibri" panose="020F0502020204030204" pitchFamily="34" charset="0"/>
              </a:rPr>
              <a:t>]</a:t>
            </a:r>
            <a:endParaRPr lang="ro-RO"/>
          </a:p>
        </p:txBody>
      </p:sp>
      <p:pic>
        <p:nvPicPr>
          <p:cNvPr id="3" name="Imagine 2">
            <a:extLst>
              <a:ext uri="{FF2B5EF4-FFF2-40B4-BE49-F238E27FC236}">
                <a16:creationId xmlns:a16="http://schemas.microsoft.com/office/drawing/2014/main" id="{13B3C410-1570-A54C-68AE-B4AB07579E1A}"/>
              </a:ext>
            </a:extLst>
          </p:cNvPr>
          <p:cNvPicPr>
            <a:picLocks noChangeAspect="1"/>
          </p:cNvPicPr>
          <p:nvPr/>
        </p:nvPicPr>
        <p:blipFill>
          <a:blip r:embed="rId4"/>
          <a:stretch>
            <a:fillRect/>
          </a:stretch>
        </p:blipFill>
        <p:spPr>
          <a:xfrm>
            <a:off x="2495908" y="791752"/>
            <a:ext cx="7988617" cy="497569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21904215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134CB059-9E3B-4C24-8E61-717292C2944E}"/>
              </a:ext>
            </a:extLst>
          </p:cNvPr>
          <p:cNvSpPr>
            <a:spLocks noGrp="1"/>
          </p:cNvSpPr>
          <p:nvPr>
            <p:ph type="title"/>
          </p:nvPr>
        </p:nvSpPr>
        <p:spPr>
          <a:xfrm>
            <a:off x="303647" y="2285127"/>
            <a:ext cx="3950721" cy="502357"/>
          </a:xfrm>
        </p:spPr>
        <p:txBody>
          <a:bodyPr rtlCol="0">
            <a:normAutofit/>
          </a:bodyPr>
          <a:lstStyle/>
          <a:p>
            <a:pPr algn="ctr" rtl="0"/>
            <a:r>
              <a:rPr lang="ro-RO" sz="3000" b="0"/>
              <a:t>Îmbinări prin lipire [</a:t>
            </a:r>
            <a:r>
              <a:rPr lang="en-US" sz="3000" b="0"/>
              <a:t>1</a:t>
            </a:r>
            <a:r>
              <a:rPr lang="ro-RO" sz="3000" b="0"/>
              <a:t>]</a:t>
            </a:r>
          </a:p>
        </p:txBody>
      </p:sp>
      <p:sp>
        <p:nvSpPr>
          <p:cNvPr id="8" name="Substituent text 7">
            <a:extLst>
              <a:ext uri="{FF2B5EF4-FFF2-40B4-BE49-F238E27FC236}">
                <a16:creationId xmlns:a16="http://schemas.microsoft.com/office/drawing/2014/main" id="{EEA947F5-DD66-4D26-BA34-D1D8F7CE9010}"/>
              </a:ext>
            </a:extLst>
          </p:cNvPr>
          <p:cNvSpPr>
            <a:spLocks noGrp="1"/>
          </p:cNvSpPr>
          <p:nvPr>
            <p:ph type="body" idx="14"/>
          </p:nvPr>
        </p:nvSpPr>
        <p:spPr>
          <a:xfrm>
            <a:off x="303647" y="3208882"/>
            <a:ext cx="5457218" cy="2505432"/>
          </a:xfrm>
        </p:spPr>
        <p:txBody>
          <a:bodyPr rtlCol="0">
            <a:normAutofit/>
          </a:bodyPr>
          <a:lstStyle/>
          <a:p>
            <a:pPr marL="0" indent="0" algn="just">
              <a:buNone/>
            </a:pPr>
            <a:r>
              <a:rPr lang="ro-RO" sz="1800" b="0" i="0" u="none" strike="noStrike" baseline="0">
                <a:solidFill>
                  <a:schemeClr val="bg2"/>
                </a:solidFill>
              </a:rPr>
              <a:t>Sunt îmbinări nedemontabile a pieselor metalice</a:t>
            </a:r>
            <a:r>
              <a:rPr lang="ro-RO" sz="1800" b="0" i="0" u="none" strike="noStrike" baseline="0"/>
              <a:t>, la care legătura se realizează prin difuzia metalului de adaos - adus în stare lichidă, în structura metalul pieselor - aflat în stare solidă. </a:t>
            </a:r>
            <a:r>
              <a:rPr lang="ro-RO" sz="1800" b="0" i="0" u="none" strike="noStrike" baseline="0">
                <a:solidFill>
                  <a:schemeClr val="bg2"/>
                </a:solidFill>
              </a:rPr>
              <a:t>Ca și la suduri, se folosește efectul termic pentru realizarea legăturii dintre materialul de lipit și cel de adaos</a:t>
            </a:r>
            <a:r>
              <a:rPr lang="ro-RO" sz="1800" b="0" i="0" u="none" strike="noStrike" baseline="0"/>
              <a:t>, dar metalul de bază nu se topește, metalul de adaos este diferit de cel de bază (are punctul de topire mai scăzut), nu se modifică structural materialul de bază, dar rezistența mecanică este mai mică decât la suduri.</a:t>
            </a:r>
          </a:p>
        </p:txBody>
      </p:sp>
      <p:sp>
        <p:nvSpPr>
          <p:cNvPr id="6" name="Substituent număr diapozitiv 5">
            <a:extLst>
              <a:ext uri="{FF2B5EF4-FFF2-40B4-BE49-F238E27FC236}">
                <a16:creationId xmlns:a16="http://schemas.microsoft.com/office/drawing/2014/main" id="{2B9E0CB5-2F64-4439-AFE9-1BB3ACE6FA9D}"/>
              </a:ext>
            </a:extLst>
          </p:cNvPr>
          <p:cNvSpPr>
            <a:spLocks noGrp="1"/>
          </p:cNvSpPr>
          <p:nvPr>
            <p:ph type="sldNum" sz="quarter" idx="12"/>
          </p:nvPr>
        </p:nvSpPr>
        <p:spPr/>
        <p:txBody>
          <a:bodyPr rtlCol="0"/>
          <a:lstStyle/>
          <a:p>
            <a:pPr rtl="0"/>
            <a:fld id="{8D581BC7-E183-40DB-AC97-C19EA4EB8894}" type="slidenum">
              <a:rPr lang="ro-RO" smtClean="0"/>
              <a:t>18</a:t>
            </a:fld>
            <a:endParaRPr lang="ro-RO"/>
          </a:p>
        </p:txBody>
      </p:sp>
      <p:sp>
        <p:nvSpPr>
          <p:cNvPr id="5" name="Substituent subsol 4">
            <a:extLst>
              <a:ext uri="{FF2B5EF4-FFF2-40B4-BE49-F238E27FC236}">
                <a16:creationId xmlns:a16="http://schemas.microsoft.com/office/drawing/2014/main" id="{FFFF8DFC-D37E-4FE9-81F0-77C68D469526}"/>
              </a:ext>
            </a:extLst>
          </p:cNvPr>
          <p:cNvSpPr>
            <a:spLocks noGrp="1"/>
          </p:cNvSpPr>
          <p:nvPr>
            <p:ph type="ftr" sz="quarter" idx="11"/>
          </p:nvPr>
        </p:nvSpPr>
        <p:spPr/>
        <p:txBody>
          <a:bodyPr rtlCol="0"/>
          <a:lstStyle/>
          <a:p>
            <a:pPr rtl="0"/>
            <a:r>
              <a:rPr lang="ro-RO"/>
              <a:t>Îmbinări prin lipire</a:t>
            </a:r>
          </a:p>
        </p:txBody>
      </p:sp>
      <p:sp>
        <p:nvSpPr>
          <p:cNvPr id="4" name="Substituent dată 3">
            <a:extLst>
              <a:ext uri="{FF2B5EF4-FFF2-40B4-BE49-F238E27FC236}">
                <a16:creationId xmlns:a16="http://schemas.microsoft.com/office/drawing/2014/main" id="{0BA396AE-BE46-43FB-B4E7-224D2AF39F83}"/>
              </a:ext>
            </a:extLst>
          </p:cNvPr>
          <p:cNvSpPr>
            <a:spLocks noGrp="1"/>
          </p:cNvSpPr>
          <p:nvPr>
            <p:ph type="dt" sz="half" idx="10"/>
          </p:nvPr>
        </p:nvSpPr>
        <p:spPr/>
        <p:txBody>
          <a:bodyPr rtlCol="0"/>
          <a:lstStyle/>
          <a:p>
            <a:pPr rtl="0"/>
            <a:r>
              <a:rPr lang="en-US"/>
              <a:t>08.10.2025</a:t>
            </a:r>
            <a:endParaRPr lang="ro-RO"/>
          </a:p>
        </p:txBody>
      </p:sp>
      <p:sp>
        <p:nvSpPr>
          <p:cNvPr id="3" name="CasetăText 2">
            <a:extLst>
              <a:ext uri="{FF2B5EF4-FFF2-40B4-BE49-F238E27FC236}">
                <a16:creationId xmlns:a16="http://schemas.microsoft.com/office/drawing/2014/main" id="{A98E3530-50EA-D07F-A4B0-68F5B7818813}"/>
              </a:ext>
            </a:extLst>
          </p:cNvPr>
          <p:cNvSpPr txBox="1"/>
          <p:nvPr/>
        </p:nvSpPr>
        <p:spPr>
          <a:xfrm>
            <a:off x="7064278" y="5679402"/>
            <a:ext cx="3388970" cy="646331"/>
          </a:xfrm>
          <a:prstGeom prst="rect">
            <a:avLst/>
          </a:prstGeom>
          <a:noFill/>
        </p:spPr>
        <p:txBody>
          <a:bodyPr wrap="square">
            <a:spAutoFit/>
          </a:bodyPr>
          <a:lstStyle/>
          <a:p>
            <a:pPr algn="ctr"/>
            <a:r>
              <a:rPr lang="ro-RO" b="1">
                <a:solidFill>
                  <a:schemeClr val="tx2"/>
                </a:solidFill>
                <a:ea typeface="Calibri" panose="020F0502020204030204" pitchFamily="34" charset="0"/>
                <a:cs typeface="Calibri" panose="020F0502020204030204" pitchFamily="34" charset="0"/>
              </a:rPr>
              <a:t>Video </a:t>
            </a:r>
            <a:r>
              <a:rPr lang="en-US" b="1">
                <a:solidFill>
                  <a:schemeClr val="tx2"/>
                </a:solidFill>
                <a:ea typeface="Calibri" panose="020F0502020204030204" pitchFamily="34" charset="0"/>
                <a:cs typeface="Calibri" panose="020F0502020204030204" pitchFamily="34" charset="0"/>
              </a:rPr>
              <a:t>5</a:t>
            </a:r>
            <a:r>
              <a:rPr lang="ro-RO" b="1">
                <a:solidFill>
                  <a:schemeClr val="tx2"/>
                </a:solidFill>
                <a:ea typeface="Calibri" panose="020F0502020204030204" pitchFamily="34" charset="0"/>
                <a:cs typeface="Calibri" panose="020F0502020204030204" pitchFamily="34" charset="0"/>
              </a:rPr>
              <a:t>  Îmbinare prin lipire</a:t>
            </a:r>
            <a:r>
              <a:rPr lang="en-US" b="1">
                <a:solidFill>
                  <a:schemeClr val="tx2"/>
                </a:solidFill>
                <a:ea typeface="Calibri" panose="020F0502020204030204" pitchFamily="34" charset="0"/>
                <a:cs typeface="Calibri" panose="020F0502020204030204" pitchFamily="34" charset="0"/>
              </a:rPr>
              <a:t> Cu </a:t>
            </a:r>
            <a:r>
              <a:rPr lang="ro-RO" b="1">
                <a:solidFill>
                  <a:schemeClr val="tx2"/>
                </a:solidFill>
                <a:ea typeface="Calibri" panose="020F0502020204030204" pitchFamily="34" charset="0"/>
                <a:cs typeface="Calibri" panose="020F0502020204030204" pitchFamily="34" charset="0"/>
              </a:rPr>
              <a:t>[</a:t>
            </a:r>
            <a:r>
              <a:rPr lang="ro-RO" b="1">
                <a:solidFill>
                  <a:schemeClr val="tx2"/>
                </a:solidFill>
                <a:ea typeface="Calibri" panose="020F0502020204030204" pitchFamily="34" charset="0"/>
                <a:cs typeface="Calibri" panose="020F0502020204030204" pitchFamily="34" charset="0"/>
                <a:hlinkClick r:id="rId4"/>
              </a:rPr>
              <a:t>www.youtube.com</a:t>
            </a:r>
            <a:r>
              <a:rPr lang="en-US" b="1">
                <a:solidFill>
                  <a:schemeClr val="tx2"/>
                </a:solidFill>
                <a:ea typeface="Calibri" panose="020F0502020204030204" pitchFamily="34" charset="0"/>
                <a:cs typeface="Calibri" panose="020F0502020204030204" pitchFamily="34" charset="0"/>
              </a:rPr>
              <a:t>]</a:t>
            </a:r>
            <a:endParaRPr lang="ro-RO"/>
          </a:p>
        </p:txBody>
      </p:sp>
      <p:pic>
        <p:nvPicPr>
          <p:cNvPr id="9" name="Media online 8" title="Cum sa lipiti in mod CORECT teava de cupru !⚒">
            <a:hlinkClick r:id="" action="ppaction://media"/>
            <a:extLst>
              <a:ext uri="{FF2B5EF4-FFF2-40B4-BE49-F238E27FC236}">
                <a16:creationId xmlns:a16="http://schemas.microsoft.com/office/drawing/2014/main" id="{BC42F990-B010-93C5-3FA8-6DB500E0DB1F}"/>
              </a:ext>
            </a:extLst>
          </p:cNvPr>
          <p:cNvPicPr>
            <a:picLocks noRot="1" noChangeAspect="1"/>
          </p:cNvPicPr>
          <p:nvPr>
            <a:videoFile r:link="rId1"/>
          </p:nvPr>
        </p:nvPicPr>
        <p:blipFill>
          <a:blip r:embed="rId5"/>
          <a:stretch>
            <a:fillRect/>
          </a:stretch>
        </p:blipFill>
        <p:spPr>
          <a:xfrm>
            <a:off x="6431136" y="1877439"/>
            <a:ext cx="4716762" cy="2672412"/>
          </a:xfrm>
          <a:prstGeom prst="rect">
            <a:avLst/>
          </a:prstGeom>
        </p:spPr>
      </p:pic>
      <p:sp>
        <p:nvSpPr>
          <p:cNvPr id="11" name="CasetăText 10">
            <a:extLst>
              <a:ext uri="{FF2B5EF4-FFF2-40B4-BE49-F238E27FC236}">
                <a16:creationId xmlns:a16="http://schemas.microsoft.com/office/drawing/2014/main" id="{1F9700D2-FD97-FE07-F223-CD7C571DFAD2}"/>
              </a:ext>
            </a:extLst>
          </p:cNvPr>
          <p:cNvSpPr txBox="1"/>
          <p:nvPr/>
        </p:nvSpPr>
        <p:spPr>
          <a:xfrm>
            <a:off x="4494609" y="539045"/>
            <a:ext cx="2532512"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a:spAutoFit/>
          </a:bodyPr>
          <a:lstStyle/>
          <a:p>
            <a:r>
              <a:rPr lang="ro-RO">
                <a:ea typeface="Calibri" panose="020F0502020204030204" pitchFamily="34" charset="0"/>
                <a:cs typeface="Calibri" panose="020F0502020204030204" pitchFamily="34" charset="0"/>
              </a:rPr>
              <a:t>Executare lipitură moale</a:t>
            </a:r>
            <a:endParaRPr lang="ro-RO"/>
          </a:p>
        </p:txBody>
      </p:sp>
      <p:cxnSp>
        <p:nvCxnSpPr>
          <p:cNvPr id="12" name="Conector drept cu săgeată 11">
            <a:extLst>
              <a:ext uri="{FF2B5EF4-FFF2-40B4-BE49-F238E27FC236}">
                <a16:creationId xmlns:a16="http://schemas.microsoft.com/office/drawing/2014/main" id="{01565BD3-B954-580F-02A3-2EEB16A50AEB}"/>
              </a:ext>
            </a:extLst>
          </p:cNvPr>
          <p:cNvCxnSpPr>
            <a:cxnSpLocks/>
          </p:cNvCxnSpPr>
          <p:nvPr/>
        </p:nvCxnSpPr>
        <p:spPr>
          <a:xfrm>
            <a:off x="7027121" y="908377"/>
            <a:ext cx="521543" cy="570227"/>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319418589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9"/>
                </p:tgtEl>
              </p:cMediaNode>
            </p:video>
            <p:seq concurrent="1" nextAc="seek">
              <p:cTn id="8" restart="whenNotActive" fill="hold" evtFilter="cancelBubble" nodeType="interactiveSeq">
                <p:stCondLst>
                  <p:cond evt="onClick" delay="0">
                    <p:tgtEl>
                      <p:spTgt spid="9"/>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9"/>
                                        </p:tgtEl>
                                      </p:cBhvr>
                                    </p:cmd>
                                  </p:childTnLst>
                                </p:cTn>
                              </p:par>
                            </p:childTnLst>
                          </p:cTn>
                        </p:par>
                      </p:childTnLst>
                    </p:cTn>
                  </p:par>
                </p:childTnLst>
              </p:cTn>
              <p:nextCondLst>
                <p:cond evt="onClick" delay="0">
                  <p:tgtEl>
                    <p:spTgt spid="9"/>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Titlu 66">
            <a:extLst>
              <a:ext uri="{FF2B5EF4-FFF2-40B4-BE49-F238E27FC236}">
                <a16:creationId xmlns:a16="http://schemas.microsoft.com/office/drawing/2014/main" id="{E72CC338-4598-4AF3-B140-D7F632D20BA5}"/>
              </a:ext>
            </a:extLst>
          </p:cNvPr>
          <p:cNvSpPr>
            <a:spLocks noGrp="1"/>
          </p:cNvSpPr>
          <p:nvPr>
            <p:ph type="title"/>
          </p:nvPr>
        </p:nvSpPr>
        <p:spPr>
          <a:xfrm>
            <a:off x="6585141" y="670906"/>
            <a:ext cx="5606859" cy="569086"/>
          </a:xfrm>
        </p:spPr>
        <p:txBody>
          <a:bodyPr rtlCol="0">
            <a:normAutofit fontScale="90000"/>
          </a:bodyPr>
          <a:lstStyle/>
          <a:p>
            <a:pPr rtl="0"/>
            <a:r>
              <a:rPr lang="ro-RO" sz="3000" b="0"/>
              <a:t>Clasificarea îmbinărilor prin lipire</a:t>
            </a:r>
            <a:r>
              <a:rPr lang="en-US" sz="3000" b="0"/>
              <a:t> </a:t>
            </a:r>
            <a:r>
              <a:rPr lang="ro-RO" sz="3000" b="0"/>
              <a:t>[</a:t>
            </a:r>
            <a:r>
              <a:rPr lang="en-US" sz="3000" b="0"/>
              <a:t>1</a:t>
            </a:r>
            <a:r>
              <a:rPr lang="ro-RO" sz="3000" b="0"/>
              <a:t>]</a:t>
            </a:r>
            <a:endParaRPr lang="ro-RO" sz="3000"/>
          </a:p>
        </p:txBody>
      </p:sp>
      <p:sp>
        <p:nvSpPr>
          <p:cNvPr id="4" name="Substituent număr diapozitiv 3">
            <a:extLst>
              <a:ext uri="{FF2B5EF4-FFF2-40B4-BE49-F238E27FC236}">
                <a16:creationId xmlns:a16="http://schemas.microsoft.com/office/drawing/2014/main" id="{D3581DBA-A3EE-4E75-90A6-DC25DF9DABFC}"/>
              </a:ext>
            </a:extLst>
          </p:cNvPr>
          <p:cNvSpPr>
            <a:spLocks noGrp="1"/>
          </p:cNvSpPr>
          <p:nvPr>
            <p:ph type="sldNum" sz="quarter" idx="12"/>
          </p:nvPr>
        </p:nvSpPr>
        <p:spPr/>
        <p:txBody>
          <a:bodyPr rtlCol="0"/>
          <a:lstStyle/>
          <a:p>
            <a:pPr rtl="0"/>
            <a:fld id="{8D581BC7-E183-40DB-AC97-C19EA4EB8894}" type="slidenum">
              <a:rPr lang="ro-RO" smtClean="0"/>
              <a:pPr rtl="0"/>
              <a:t>19</a:t>
            </a:fld>
            <a:endParaRPr lang="ro-RO"/>
          </a:p>
        </p:txBody>
      </p:sp>
      <p:sp>
        <p:nvSpPr>
          <p:cNvPr id="2" name="Substituent dată 1">
            <a:extLst>
              <a:ext uri="{FF2B5EF4-FFF2-40B4-BE49-F238E27FC236}">
                <a16:creationId xmlns:a16="http://schemas.microsoft.com/office/drawing/2014/main" id="{8B2EEAA2-E066-4E86-A51B-FAC3333192BD}"/>
              </a:ext>
            </a:extLst>
          </p:cNvPr>
          <p:cNvSpPr>
            <a:spLocks noGrp="1"/>
          </p:cNvSpPr>
          <p:nvPr>
            <p:ph type="dt" sz="half" idx="10"/>
          </p:nvPr>
        </p:nvSpPr>
        <p:spPr/>
        <p:txBody>
          <a:bodyPr rtlCol="0"/>
          <a:lstStyle/>
          <a:p>
            <a:pPr rtl="0"/>
            <a:r>
              <a:rPr lang="ro-RO"/>
              <a:t>08.10.2025</a:t>
            </a:r>
          </a:p>
        </p:txBody>
      </p:sp>
      <p:sp>
        <p:nvSpPr>
          <p:cNvPr id="47" name="CasetăText 46">
            <a:extLst>
              <a:ext uri="{FF2B5EF4-FFF2-40B4-BE49-F238E27FC236}">
                <a16:creationId xmlns:a16="http://schemas.microsoft.com/office/drawing/2014/main" id="{43652829-9122-E255-3002-5D63C04EECD1}"/>
              </a:ext>
            </a:extLst>
          </p:cNvPr>
          <p:cNvSpPr txBox="1"/>
          <p:nvPr/>
        </p:nvSpPr>
        <p:spPr>
          <a:xfrm>
            <a:off x="7297765" y="1697347"/>
            <a:ext cx="3903929" cy="3266663"/>
          </a:xfrm>
          <a:prstGeom prst="rect">
            <a:avLst/>
          </a:prstGeom>
          <a:noFill/>
        </p:spPr>
        <p:txBody>
          <a:bodyPr wrap="square">
            <a:spAutoFit/>
          </a:bodyPr>
          <a:lstStyle/>
          <a:p>
            <a:pPr algn="just">
              <a:lnSpc>
                <a:spcPct val="150000"/>
              </a:lnSpc>
            </a:pPr>
            <a:r>
              <a:rPr lang="ro-RO" sz="2000" b="1">
                <a:solidFill>
                  <a:schemeClr val="tx2"/>
                </a:solidFill>
              </a:rPr>
              <a:t>Clasificarea se face în funcție de temperatura de topire a materialul de adaos: </a:t>
            </a:r>
          </a:p>
          <a:p>
            <a:pPr algn="just">
              <a:lnSpc>
                <a:spcPct val="150000"/>
              </a:lnSpc>
            </a:pPr>
            <a:endParaRPr lang="ro-RO" sz="2000" b="1">
              <a:solidFill>
                <a:schemeClr val="tx2"/>
              </a:solidFill>
            </a:endParaRPr>
          </a:p>
          <a:p>
            <a:pPr algn="just">
              <a:lnSpc>
                <a:spcPct val="150000"/>
              </a:lnSpc>
            </a:pPr>
            <a:r>
              <a:rPr lang="ro-RO" sz="2000" b="1"/>
              <a:t>• lipituri moi - la care t</a:t>
            </a:r>
            <a:r>
              <a:rPr lang="ro-RO" sz="2000" b="1" baseline="-25000"/>
              <a:t>t</a:t>
            </a:r>
            <a:r>
              <a:rPr lang="ro-RO" sz="2000" b="1"/>
              <a:t> &lt; 500 °C; </a:t>
            </a:r>
          </a:p>
          <a:p>
            <a:pPr algn="just">
              <a:lnSpc>
                <a:spcPct val="150000"/>
              </a:lnSpc>
            </a:pPr>
            <a:endParaRPr lang="ro-RO" sz="2000" b="1"/>
          </a:p>
          <a:p>
            <a:pPr algn="just">
              <a:lnSpc>
                <a:spcPct val="150000"/>
              </a:lnSpc>
            </a:pPr>
            <a:r>
              <a:rPr lang="ro-RO" sz="2000" b="1"/>
              <a:t>• lipituri tari - la care t</a:t>
            </a:r>
            <a:r>
              <a:rPr lang="ro-RO" sz="2000" b="1" baseline="-25000"/>
              <a:t>t</a:t>
            </a:r>
            <a:r>
              <a:rPr lang="ro-RO" sz="2000" b="1"/>
              <a:t> &gt; 500 °C.</a:t>
            </a:r>
            <a:endParaRPr lang="ro-RO" sz="2000"/>
          </a:p>
        </p:txBody>
      </p:sp>
      <p:sp>
        <p:nvSpPr>
          <p:cNvPr id="12" name="CasetăText 11">
            <a:extLst>
              <a:ext uri="{FF2B5EF4-FFF2-40B4-BE49-F238E27FC236}">
                <a16:creationId xmlns:a16="http://schemas.microsoft.com/office/drawing/2014/main" id="{39C4534C-A79E-7101-B535-E2C3F623B137}"/>
              </a:ext>
            </a:extLst>
          </p:cNvPr>
          <p:cNvSpPr txBox="1"/>
          <p:nvPr/>
        </p:nvSpPr>
        <p:spPr>
          <a:xfrm>
            <a:off x="363095" y="211399"/>
            <a:ext cx="5606860" cy="5667321"/>
          </a:xfrm>
          <a:prstGeom prst="rect">
            <a:avLst/>
          </a:prstGeom>
          <a:noFill/>
        </p:spPr>
        <p:txBody>
          <a:bodyPr wrap="square">
            <a:spAutoFit/>
          </a:bodyPr>
          <a:lstStyle/>
          <a:p>
            <a:pPr algn="just">
              <a:lnSpc>
                <a:spcPct val="150000"/>
              </a:lnSpc>
            </a:pPr>
            <a:r>
              <a:rPr lang="ro-RO" sz="2000" b="1">
                <a:solidFill>
                  <a:schemeClr val="tx2"/>
                </a:solidFill>
              </a:rPr>
              <a:t>Materialele de adaos folosite în procesul de lipire trebuie să îndeplinească următoarele condiții: </a:t>
            </a:r>
          </a:p>
          <a:p>
            <a:pPr algn="just">
              <a:lnSpc>
                <a:spcPct val="150000"/>
              </a:lnSpc>
            </a:pPr>
            <a:endParaRPr lang="ro-RO" sz="1200"/>
          </a:p>
          <a:p>
            <a:pPr algn="just">
              <a:lnSpc>
                <a:spcPct val="150000"/>
              </a:lnSpc>
            </a:pPr>
            <a:r>
              <a:rPr lang="ro-RO" sz="2000"/>
              <a:t>• să aibă în stare o tensiunea superficială cât mai mică, pentru a acoperi materialul de bază cât mai bine; </a:t>
            </a:r>
          </a:p>
          <a:p>
            <a:pPr algn="just">
              <a:lnSpc>
                <a:spcPct val="150000"/>
              </a:lnSpc>
            </a:pPr>
            <a:endParaRPr lang="ro-RO" sz="1200"/>
          </a:p>
          <a:p>
            <a:pPr algn="just">
              <a:lnSpc>
                <a:spcPct val="150000"/>
              </a:lnSpc>
            </a:pPr>
            <a:r>
              <a:rPr lang="ro-RO" sz="2000"/>
              <a:t>• temperatura de topire cât mai scăzută;</a:t>
            </a:r>
          </a:p>
          <a:p>
            <a:pPr algn="just">
              <a:lnSpc>
                <a:spcPct val="150000"/>
              </a:lnSpc>
            </a:pPr>
            <a:endParaRPr lang="ro-RO" sz="1200"/>
          </a:p>
          <a:p>
            <a:pPr algn="just">
              <a:lnSpc>
                <a:spcPct val="150000"/>
              </a:lnSpc>
            </a:pPr>
            <a:r>
              <a:rPr lang="ro-RO" sz="2000"/>
              <a:t>• să aibă fluiditate cât mai mare în stare topită pentru ca materialul de adaus să pătrundă cât mai ușor în spațiul dintre suprafețele de lipit  și consumul de material de adaos să fie cât mai mic.</a:t>
            </a:r>
          </a:p>
        </p:txBody>
      </p:sp>
      <p:sp>
        <p:nvSpPr>
          <p:cNvPr id="5" name="Substituent subsol 4">
            <a:extLst>
              <a:ext uri="{FF2B5EF4-FFF2-40B4-BE49-F238E27FC236}">
                <a16:creationId xmlns:a16="http://schemas.microsoft.com/office/drawing/2014/main" id="{3D8E8F36-35BF-7FF5-852F-19C94DC6CA2C}"/>
              </a:ext>
            </a:extLst>
          </p:cNvPr>
          <p:cNvSpPr>
            <a:spLocks noGrp="1"/>
          </p:cNvSpPr>
          <p:nvPr>
            <p:ph type="ftr" sz="quarter" idx="11"/>
          </p:nvPr>
        </p:nvSpPr>
        <p:spPr>
          <a:xfrm>
            <a:off x="1169960" y="5878720"/>
            <a:ext cx="2915733" cy="298800"/>
          </a:xfrm>
        </p:spPr>
        <p:txBody>
          <a:bodyPr rtlCol="0"/>
          <a:lstStyle/>
          <a:p>
            <a:pPr rtl="0"/>
            <a:r>
              <a:rPr lang="ro-RO"/>
              <a:t>Îmbinări prin lipire</a:t>
            </a:r>
          </a:p>
        </p:txBody>
      </p:sp>
    </p:spTree>
    <p:extLst>
      <p:ext uri="{BB962C8B-B14F-4D97-AF65-F5344CB8AC3E}">
        <p14:creationId xmlns:p14="http://schemas.microsoft.com/office/powerpoint/2010/main" val="241429263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ubstituent dată 1">
            <a:extLst>
              <a:ext uri="{FF2B5EF4-FFF2-40B4-BE49-F238E27FC236}">
                <a16:creationId xmlns:a16="http://schemas.microsoft.com/office/drawing/2014/main" id="{41D22E01-E1E4-35B8-09FE-E4FA504050C5}"/>
              </a:ext>
            </a:extLst>
          </p:cNvPr>
          <p:cNvSpPr>
            <a:spLocks noGrp="1"/>
          </p:cNvSpPr>
          <p:nvPr>
            <p:ph type="dt" sz="half" idx="10"/>
          </p:nvPr>
        </p:nvSpPr>
        <p:spPr>
          <a:xfrm>
            <a:off x="10016836" y="5878720"/>
            <a:ext cx="1336964" cy="298800"/>
          </a:xfrm>
        </p:spPr>
        <p:txBody>
          <a:bodyPr rtlCol="0"/>
          <a:lstStyle/>
          <a:p>
            <a:pPr rtl="0"/>
            <a:r>
              <a:rPr lang="ro-RO"/>
              <a:t>08.10.2025</a:t>
            </a:r>
          </a:p>
        </p:txBody>
      </p:sp>
      <p:sp>
        <p:nvSpPr>
          <p:cNvPr id="6" name="Substituent număr diapozitiv 3">
            <a:extLst>
              <a:ext uri="{FF2B5EF4-FFF2-40B4-BE49-F238E27FC236}">
                <a16:creationId xmlns:a16="http://schemas.microsoft.com/office/drawing/2014/main" id="{89EBA417-213F-2598-87F2-6CD823215E53}"/>
              </a:ext>
            </a:extLst>
          </p:cNvPr>
          <p:cNvSpPr>
            <a:spLocks noGrp="1"/>
          </p:cNvSpPr>
          <p:nvPr>
            <p:ph type="sldNum" sz="quarter" idx="12"/>
          </p:nvPr>
        </p:nvSpPr>
        <p:spPr>
          <a:xfrm>
            <a:off x="778643" y="5879656"/>
            <a:ext cx="354492" cy="297307"/>
          </a:xfrm>
        </p:spPr>
        <p:txBody>
          <a:bodyPr rtlCol="0"/>
          <a:lstStyle/>
          <a:p>
            <a:pPr rtl="0"/>
            <a:fld id="{8D581BC7-E183-40DB-AC97-C19EA4EB8894}" type="slidenum">
              <a:rPr lang="ro-RO" smtClean="0"/>
              <a:pPr rtl="0"/>
              <a:t>20</a:t>
            </a:fld>
            <a:endParaRPr lang="ro-RO"/>
          </a:p>
        </p:txBody>
      </p:sp>
      <p:sp>
        <p:nvSpPr>
          <p:cNvPr id="9" name="Substituent număr diapozitiv 5">
            <a:extLst>
              <a:ext uri="{FF2B5EF4-FFF2-40B4-BE49-F238E27FC236}">
                <a16:creationId xmlns:a16="http://schemas.microsoft.com/office/drawing/2014/main" id="{A501E52A-2E2D-AB95-645F-A6D7EF9A053A}"/>
              </a:ext>
            </a:extLst>
          </p:cNvPr>
          <p:cNvSpPr txBox="1">
            <a:spLocks/>
          </p:cNvSpPr>
          <p:nvPr/>
        </p:nvSpPr>
        <p:spPr>
          <a:xfrm>
            <a:off x="777875" y="5880100"/>
            <a:ext cx="355600" cy="296863"/>
          </a:xfrm>
          <a:prstGeom prst="rect">
            <a:avLst/>
          </a:prstGeom>
        </p:spPr>
        <p:txBody>
          <a:bodyPr vert="horz" lIns="91440" tIns="45720" rIns="91440" bIns="45720" rtlCol="0" anchor="ctr"/>
          <a:lstStyle>
            <a:defPPr rtl="0">
              <a:defRPr lang="ro-ro"/>
            </a:defPPr>
            <a:lvl1pPr marL="0" algn="ctr" defTabSz="914400" rtl="0" eaLnBrk="1" latinLnBrk="0" hangingPunct="1">
              <a:defRPr sz="10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D581BC7-E183-40DB-AC97-C19EA4EB8894}" type="slidenum">
              <a:rPr lang="ro-RO" smtClean="0"/>
              <a:pPr/>
              <a:t>20</a:t>
            </a:fld>
            <a:endParaRPr lang="ro-RO"/>
          </a:p>
        </p:txBody>
      </p:sp>
      <p:sp>
        <p:nvSpPr>
          <p:cNvPr id="2" name="Substituent subsol 4">
            <a:extLst>
              <a:ext uri="{FF2B5EF4-FFF2-40B4-BE49-F238E27FC236}">
                <a16:creationId xmlns:a16="http://schemas.microsoft.com/office/drawing/2014/main" id="{49023EBC-7D05-C2DE-C96E-2806C02A376E}"/>
              </a:ext>
            </a:extLst>
          </p:cNvPr>
          <p:cNvSpPr>
            <a:spLocks noGrp="1"/>
          </p:cNvSpPr>
          <p:nvPr>
            <p:ph type="ftr" sz="quarter" idx="11"/>
          </p:nvPr>
        </p:nvSpPr>
        <p:spPr>
          <a:xfrm>
            <a:off x="1169960" y="5878720"/>
            <a:ext cx="2915733" cy="298800"/>
          </a:xfrm>
        </p:spPr>
        <p:txBody>
          <a:bodyPr rtlCol="0"/>
          <a:lstStyle/>
          <a:p>
            <a:pPr rtl="0"/>
            <a:r>
              <a:rPr lang="ro-RO"/>
              <a:t>Îmbinări prin lipire</a:t>
            </a:r>
          </a:p>
        </p:txBody>
      </p:sp>
      <p:sp>
        <p:nvSpPr>
          <p:cNvPr id="4" name="CasetăText 3">
            <a:extLst>
              <a:ext uri="{FF2B5EF4-FFF2-40B4-BE49-F238E27FC236}">
                <a16:creationId xmlns:a16="http://schemas.microsoft.com/office/drawing/2014/main" id="{1E630696-0D77-DE50-17B9-8E8035AE399B}"/>
              </a:ext>
            </a:extLst>
          </p:cNvPr>
          <p:cNvSpPr txBox="1"/>
          <p:nvPr/>
        </p:nvSpPr>
        <p:spPr>
          <a:xfrm>
            <a:off x="272038" y="190889"/>
            <a:ext cx="4368057" cy="5016758"/>
          </a:xfrm>
          <a:prstGeom prst="rect">
            <a:avLst/>
          </a:prstGeom>
          <a:noFill/>
        </p:spPr>
        <p:txBody>
          <a:bodyPr wrap="square">
            <a:spAutoFit/>
          </a:bodyPr>
          <a:lstStyle/>
          <a:p>
            <a:pPr algn="just"/>
            <a:r>
              <a:rPr lang="ro-RO" sz="2000" u="sng"/>
              <a:t>Aliaje pentru lipit: </a:t>
            </a:r>
          </a:p>
          <a:p>
            <a:pPr algn="just"/>
            <a:r>
              <a:rPr lang="ro-RO" sz="2000"/>
              <a:t>• Aliaje Pb-Sn: folosite pentru lipituri moi;</a:t>
            </a:r>
          </a:p>
          <a:p>
            <a:pPr algn="just"/>
            <a:r>
              <a:rPr lang="ro-RO" sz="2000"/>
              <a:t> </a:t>
            </a:r>
          </a:p>
          <a:p>
            <a:pPr algn="just"/>
            <a:r>
              <a:rPr lang="ro-RO" sz="2000"/>
              <a:t>• Aliaje Al-Si: folosite pentru lipirea aliajelor de Al; </a:t>
            </a:r>
          </a:p>
          <a:p>
            <a:pPr algn="just"/>
            <a:endParaRPr lang="ro-RO" sz="2000"/>
          </a:p>
          <a:p>
            <a:pPr algn="just"/>
            <a:r>
              <a:rPr lang="ro-RO" sz="2000"/>
              <a:t>• Aliaje Cu-</a:t>
            </a:r>
            <a:r>
              <a:rPr lang="ro-RO" sz="2000" err="1"/>
              <a:t>Ph</a:t>
            </a:r>
            <a:r>
              <a:rPr lang="ro-RO" sz="2000"/>
              <a:t>: folosite pentru lipirea aliajelor cu </a:t>
            </a:r>
            <a:r>
              <a:rPr lang="ro-RO" sz="2000" err="1"/>
              <a:t>Cu</a:t>
            </a:r>
            <a:r>
              <a:rPr lang="ro-RO" sz="2000"/>
              <a:t>; </a:t>
            </a:r>
          </a:p>
          <a:p>
            <a:pPr algn="just"/>
            <a:endParaRPr lang="ro-RO" sz="2000"/>
          </a:p>
          <a:p>
            <a:pPr algn="just"/>
            <a:r>
              <a:rPr lang="ro-RO" sz="2000"/>
              <a:t>• Aliaje Cu-Zn: SR EN 1044:2002 - folosite pentru lipirea oțelurilor, aliajelor de Ni, Cu-Ni și alamelor; </a:t>
            </a:r>
          </a:p>
          <a:p>
            <a:pPr algn="just"/>
            <a:endParaRPr lang="ro-RO" sz="2000"/>
          </a:p>
          <a:p>
            <a:pPr algn="just"/>
            <a:r>
              <a:rPr lang="ro-RO" sz="2000"/>
              <a:t>• Aliaje Ni-Cr: folosite pentru lipirea oțelurilor inoxidabile;</a:t>
            </a:r>
          </a:p>
        </p:txBody>
      </p:sp>
      <p:sp>
        <p:nvSpPr>
          <p:cNvPr id="10" name="CasetăText 9">
            <a:extLst>
              <a:ext uri="{FF2B5EF4-FFF2-40B4-BE49-F238E27FC236}">
                <a16:creationId xmlns:a16="http://schemas.microsoft.com/office/drawing/2014/main" id="{D0A7CDD5-A678-A22B-AD7E-12633B868D06}"/>
              </a:ext>
            </a:extLst>
          </p:cNvPr>
          <p:cNvSpPr txBox="1"/>
          <p:nvPr/>
        </p:nvSpPr>
        <p:spPr>
          <a:xfrm>
            <a:off x="4755130" y="190889"/>
            <a:ext cx="7164832" cy="5940088"/>
          </a:xfrm>
          <a:prstGeom prst="rect">
            <a:avLst/>
          </a:prstGeom>
          <a:noFill/>
        </p:spPr>
        <p:txBody>
          <a:bodyPr wrap="square">
            <a:spAutoFit/>
          </a:bodyPr>
          <a:lstStyle/>
          <a:p>
            <a:pPr algn="just"/>
            <a:r>
              <a:rPr lang="ro-RO" sz="2000" u="sng">
                <a:solidFill>
                  <a:schemeClr val="tx2"/>
                </a:solidFill>
              </a:rPr>
              <a:t>Operații tehnologice: </a:t>
            </a:r>
          </a:p>
          <a:p>
            <a:pPr marL="342900" indent="-342900" algn="just">
              <a:buAutoNum type="arabicPeriod"/>
            </a:pPr>
            <a:r>
              <a:rPr lang="ro-RO" sz="2000">
                <a:solidFill>
                  <a:schemeClr val="bg2"/>
                </a:solidFill>
              </a:rPr>
              <a:t>Curățirea suprafețelor </a:t>
            </a:r>
            <a:r>
              <a:rPr lang="ro-RO" sz="2000">
                <a:solidFill>
                  <a:schemeClr val="tx2"/>
                </a:solidFill>
              </a:rPr>
              <a:t>în contact de orice urme de oxizi, grăsimi sau murdării. </a:t>
            </a:r>
          </a:p>
          <a:p>
            <a:pPr marL="360363" algn="just"/>
            <a:r>
              <a:rPr lang="ro-RO" sz="2000">
                <a:solidFill>
                  <a:schemeClr val="tx2"/>
                </a:solidFill>
              </a:rPr>
              <a:t>Se poate executa: • mecanic prin, polizare, frecare cu peria de sârmă, bandă sau pastă abrazivă; • chimic cu silicat de sodiu sau acizi. </a:t>
            </a:r>
          </a:p>
          <a:p>
            <a:pPr marL="342900" indent="-342900" algn="just">
              <a:buAutoNum type="arabicPeriod"/>
            </a:pPr>
            <a:endParaRPr lang="ro-RO" sz="2000">
              <a:solidFill>
                <a:schemeClr val="tx2"/>
              </a:solidFill>
            </a:endParaRPr>
          </a:p>
          <a:p>
            <a:pPr marL="457200" indent="-457200" algn="just">
              <a:buFont typeface="+mj-lt"/>
              <a:buAutoNum type="arabicPeriod" startAt="2"/>
            </a:pPr>
            <a:r>
              <a:rPr lang="ro-RO" sz="2000">
                <a:solidFill>
                  <a:schemeClr val="bg2"/>
                </a:solidFill>
              </a:rPr>
              <a:t>Protejarea suprafețelor de lipit împotriva oxidării</a:t>
            </a:r>
            <a:r>
              <a:rPr lang="ro-RO" sz="2000">
                <a:solidFill>
                  <a:schemeClr val="tx2"/>
                </a:solidFill>
              </a:rPr>
              <a:t> cu ajutorul: • fluxurilor - colofoniu, acid clorhidric sau clorură de zinc pentru lipitură moale și azotat de amoniu sau compoziții speciale pentru lipitură tare (pentru lipiturile a căror încălzire se face deschis); • atmosferă controlată - amestec de gaze cu caracter ușor reducător; • atmosferă rarefiată – vid, (atmosferele controlate sau vidul se folosesc pentru lipituri ce se execută în cuptor). </a:t>
            </a:r>
          </a:p>
          <a:p>
            <a:pPr marL="342900" indent="-342900" algn="just">
              <a:buAutoNum type="arabicPeriod" startAt="2"/>
            </a:pPr>
            <a:endParaRPr lang="ro-RO" sz="2000">
              <a:solidFill>
                <a:schemeClr val="tx2"/>
              </a:solidFill>
            </a:endParaRPr>
          </a:p>
          <a:p>
            <a:pPr marL="342900" indent="-342900" algn="just">
              <a:buAutoNum type="arabicPeriod" startAt="2"/>
            </a:pPr>
            <a:r>
              <a:rPr lang="ro-RO" sz="2000">
                <a:solidFill>
                  <a:schemeClr val="bg2"/>
                </a:solidFill>
              </a:rPr>
              <a:t>Așezarea suprafețelor de contact în poziția de lipire</a:t>
            </a:r>
            <a:r>
              <a:rPr lang="ro-RO" sz="2000">
                <a:solidFill>
                  <a:schemeClr val="tx2"/>
                </a:solidFill>
              </a:rPr>
              <a:t>. Dimensiunile rosturilor depind de calitatea materialului de bază și aliajului de lipire</a:t>
            </a:r>
          </a:p>
        </p:txBody>
      </p:sp>
    </p:spTree>
    <p:extLst>
      <p:ext uri="{BB962C8B-B14F-4D97-AF65-F5344CB8AC3E}">
        <p14:creationId xmlns:p14="http://schemas.microsoft.com/office/powerpoint/2010/main" val="183164274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ubstituent dată 1">
            <a:extLst>
              <a:ext uri="{FF2B5EF4-FFF2-40B4-BE49-F238E27FC236}">
                <a16:creationId xmlns:a16="http://schemas.microsoft.com/office/drawing/2014/main" id="{41D22E01-E1E4-35B8-09FE-E4FA504050C5}"/>
              </a:ext>
            </a:extLst>
          </p:cNvPr>
          <p:cNvSpPr>
            <a:spLocks noGrp="1"/>
          </p:cNvSpPr>
          <p:nvPr>
            <p:ph type="dt" sz="half" idx="10"/>
          </p:nvPr>
        </p:nvSpPr>
        <p:spPr>
          <a:xfrm>
            <a:off x="10016836" y="5878720"/>
            <a:ext cx="1336964" cy="298800"/>
          </a:xfrm>
        </p:spPr>
        <p:txBody>
          <a:bodyPr rtlCol="0"/>
          <a:lstStyle/>
          <a:p>
            <a:pPr rtl="0"/>
            <a:r>
              <a:rPr lang="ro-RO"/>
              <a:t>08.10.2025</a:t>
            </a:r>
          </a:p>
        </p:txBody>
      </p:sp>
      <p:sp>
        <p:nvSpPr>
          <p:cNvPr id="6" name="Substituent număr diapozitiv 3">
            <a:extLst>
              <a:ext uri="{FF2B5EF4-FFF2-40B4-BE49-F238E27FC236}">
                <a16:creationId xmlns:a16="http://schemas.microsoft.com/office/drawing/2014/main" id="{89EBA417-213F-2598-87F2-6CD823215E53}"/>
              </a:ext>
            </a:extLst>
          </p:cNvPr>
          <p:cNvSpPr>
            <a:spLocks noGrp="1"/>
          </p:cNvSpPr>
          <p:nvPr>
            <p:ph type="sldNum" sz="quarter" idx="12"/>
          </p:nvPr>
        </p:nvSpPr>
        <p:spPr>
          <a:xfrm>
            <a:off x="778643" y="5879656"/>
            <a:ext cx="354492" cy="297307"/>
          </a:xfrm>
        </p:spPr>
        <p:txBody>
          <a:bodyPr rtlCol="0"/>
          <a:lstStyle/>
          <a:p>
            <a:pPr rtl="0"/>
            <a:fld id="{8D581BC7-E183-40DB-AC97-C19EA4EB8894}" type="slidenum">
              <a:rPr lang="ro-RO" smtClean="0"/>
              <a:pPr rtl="0"/>
              <a:t>21</a:t>
            </a:fld>
            <a:endParaRPr lang="ro-RO"/>
          </a:p>
        </p:txBody>
      </p:sp>
      <p:sp>
        <p:nvSpPr>
          <p:cNvPr id="9" name="Substituent număr diapozitiv 5">
            <a:extLst>
              <a:ext uri="{FF2B5EF4-FFF2-40B4-BE49-F238E27FC236}">
                <a16:creationId xmlns:a16="http://schemas.microsoft.com/office/drawing/2014/main" id="{A501E52A-2E2D-AB95-645F-A6D7EF9A053A}"/>
              </a:ext>
            </a:extLst>
          </p:cNvPr>
          <p:cNvSpPr txBox="1">
            <a:spLocks/>
          </p:cNvSpPr>
          <p:nvPr/>
        </p:nvSpPr>
        <p:spPr>
          <a:xfrm>
            <a:off x="777875" y="5880100"/>
            <a:ext cx="355600" cy="296863"/>
          </a:xfrm>
          <a:prstGeom prst="rect">
            <a:avLst/>
          </a:prstGeom>
        </p:spPr>
        <p:txBody>
          <a:bodyPr vert="horz" lIns="91440" tIns="45720" rIns="91440" bIns="45720" rtlCol="0" anchor="ctr"/>
          <a:lstStyle>
            <a:defPPr rtl="0">
              <a:defRPr lang="ro-ro"/>
            </a:defPPr>
            <a:lvl1pPr marL="0" algn="ctr" defTabSz="914400" rtl="0" eaLnBrk="1" latinLnBrk="0" hangingPunct="1">
              <a:defRPr sz="10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D581BC7-E183-40DB-AC97-C19EA4EB8894}" type="slidenum">
              <a:rPr lang="ro-RO" smtClean="0"/>
              <a:pPr/>
              <a:t>21</a:t>
            </a:fld>
            <a:endParaRPr lang="ro-RO"/>
          </a:p>
        </p:txBody>
      </p:sp>
      <p:sp>
        <p:nvSpPr>
          <p:cNvPr id="2" name="Substituent subsol 4">
            <a:extLst>
              <a:ext uri="{FF2B5EF4-FFF2-40B4-BE49-F238E27FC236}">
                <a16:creationId xmlns:a16="http://schemas.microsoft.com/office/drawing/2014/main" id="{49023EBC-7D05-C2DE-C96E-2806C02A376E}"/>
              </a:ext>
            </a:extLst>
          </p:cNvPr>
          <p:cNvSpPr>
            <a:spLocks noGrp="1"/>
          </p:cNvSpPr>
          <p:nvPr>
            <p:ph type="ftr" sz="quarter" idx="11"/>
          </p:nvPr>
        </p:nvSpPr>
        <p:spPr>
          <a:xfrm>
            <a:off x="1169960" y="5878720"/>
            <a:ext cx="2915733" cy="298800"/>
          </a:xfrm>
        </p:spPr>
        <p:txBody>
          <a:bodyPr rtlCol="0"/>
          <a:lstStyle/>
          <a:p>
            <a:pPr rtl="0"/>
            <a:r>
              <a:rPr lang="ro-RO"/>
              <a:t>Îmbinări prin lipire</a:t>
            </a:r>
          </a:p>
        </p:txBody>
      </p:sp>
      <p:pic>
        <p:nvPicPr>
          <p:cNvPr id="3" name="Media online 2" title="How To Braze Copper Pipe Like A Pro (HVAC Refrigerant Lines)">
            <a:hlinkClick r:id="" action="ppaction://media"/>
            <a:extLst>
              <a:ext uri="{FF2B5EF4-FFF2-40B4-BE49-F238E27FC236}">
                <a16:creationId xmlns:a16="http://schemas.microsoft.com/office/drawing/2014/main" id="{A7B340F1-E017-0ABF-17B4-3B4CB43C20DE}"/>
              </a:ext>
            </a:extLst>
          </p:cNvPr>
          <p:cNvPicPr>
            <a:picLocks noRot="1" noChangeAspect="1"/>
          </p:cNvPicPr>
          <p:nvPr>
            <a:videoFile r:link="rId1"/>
          </p:nvPr>
        </p:nvPicPr>
        <p:blipFill>
          <a:blip r:embed="rId4"/>
          <a:stretch>
            <a:fillRect/>
          </a:stretch>
        </p:blipFill>
        <p:spPr>
          <a:xfrm>
            <a:off x="2154610" y="683413"/>
            <a:ext cx="8018968" cy="4527175"/>
          </a:xfrm>
          <a:prstGeom prst="rect">
            <a:avLst/>
          </a:prstGeom>
        </p:spPr>
      </p:pic>
      <p:sp>
        <p:nvSpPr>
          <p:cNvPr id="5" name="CasetăText 4">
            <a:extLst>
              <a:ext uri="{FF2B5EF4-FFF2-40B4-BE49-F238E27FC236}">
                <a16:creationId xmlns:a16="http://schemas.microsoft.com/office/drawing/2014/main" id="{F9357054-2955-4706-0C15-3DE99B506ABC}"/>
              </a:ext>
            </a:extLst>
          </p:cNvPr>
          <p:cNvSpPr txBox="1"/>
          <p:nvPr/>
        </p:nvSpPr>
        <p:spPr>
          <a:xfrm>
            <a:off x="1858587" y="5359988"/>
            <a:ext cx="8611014" cy="369332"/>
          </a:xfrm>
          <a:prstGeom prst="rect">
            <a:avLst/>
          </a:prstGeom>
          <a:noFill/>
        </p:spPr>
        <p:txBody>
          <a:bodyPr wrap="square">
            <a:spAutoFit/>
          </a:bodyPr>
          <a:lstStyle/>
          <a:p>
            <a:pPr algn="ctr"/>
            <a:r>
              <a:rPr lang="ro-RO" b="1">
                <a:solidFill>
                  <a:schemeClr val="tx2"/>
                </a:solidFill>
                <a:ea typeface="Calibri" panose="020F0502020204030204" pitchFamily="34" charset="0"/>
                <a:cs typeface="Calibri" panose="020F0502020204030204" pitchFamily="34" charset="0"/>
              </a:rPr>
              <a:t>Video </a:t>
            </a:r>
            <a:r>
              <a:rPr lang="en-US" b="1">
                <a:solidFill>
                  <a:schemeClr val="tx2"/>
                </a:solidFill>
                <a:ea typeface="Calibri" panose="020F0502020204030204" pitchFamily="34" charset="0"/>
                <a:cs typeface="Calibri" panose="020F0502020204030204" pitchFamily="34" charset="0"/>
              </a:rPr>
              <a:t>6</a:t>
            </a:r>
            <a:r>
              <a:rPr lang="ro-RO" b="1">
                <a:solidFill>
                  <a:schemeClr val="tx2"/>
                </a:solidFill>
                <a:ea typeface="Calibri" panose="020F0502020204030204" pitchFamily="34" charset="0"/>
                <a:cs typeface="Calibri" panose="020F0502020204030204" pitchFamily="34" charset="0"/>
              </a:rPr>
              <a:t>  Îmbinarea conductelor din </a:t>
            </a:r>
            <a:r>
              <a:rPr lang="en-US" b="1">
                <a:solidFill>
                  <a:schemeClr val="tx2"/>
                </a:solidFill>
                <a:ea typeface="Calibri" panose="020F0502020204030204" pitchFamily="34" charset="0"/>
                <a:cs typeface="Calibri" panose="020F0502020204030204" pitchFamily="34" charset="0"/>
              </a:rPr>
              <a:t>Cu </a:t>
            </a:r>
            <a:r>
              <a:rPr lang="ro-RO" b="1">
                <a:solidFill>
                  <a:schemeClr val="tx2"/>
                </a:solidFill>
                <a:ea typeface="Calibri" panose="020F0502020204030204" pitchFamily="34" charset="0"/>
                <a:cs typeface="Calibri" panose="020F0502020204030204" pitchFamily="34" charset="0"/>
              </a:rPr>
              <a:t>prin lipitură tare (</a:t>
            </a:r>
            <a:r>
              <a:rPr lang="ro-RO" b="1" err="1">
                <a:solidFill>
                  <a:schemeClr val="tx2"/>
                </a:solidFill>
                <a:ea typeface="Calibri" panose="020F0502020204030204" pitchFamily="34" charset="0"/>
                <a:cs typeface="Calibri" panose="020F0502020204030204" pitchFamily="34" charset="0"/>
              </a:rPr>
              <a:t>brazare</a:t>
            </a:r>
            <a:r>
              <a:rPr lang="ro-RO" b="1">
                <a:solidFill>
                  <a:schemeClr val="tx2"/>
                </a:solidFill>
                <a:ea typeface="Calibri" panose="020F0502020204030204" pitchFamily="34" charset="0"/>
                <a:cs typeface="Calibri" panose="020F0502020204030204" pitchFamily="34" charset="0"/>
              </a:rPr>
              <a:t>) [</a:t>
            </a:r>
            <a:r>
              <a:rPr lang="ro-RO" b="1">
                <a:solidFill>
                  <a:schemeClr val="tx2"/>
                </a:solidFill>
                <a:ea typeface="Calibri" panose="020F0502020204030204" pitchFamily="34" charset="0"/>
                <a:cs typeface="Calibri" panose="020F0502020204030204" pitchFamily="34" charset="0"/>
                <a:hlinkClick r:id="rId5"/>
              </a:rPr>
              <a:t>www.youtube.com</a:t>
            </a:r>
            <a:r>
              <a:rPr lang="en-US" b="1">
                <a:solidFill>
                  <a:schemeClr val="tx2"/>
                </a:solidFill>
                <a:ea typeface="Calibri" panose="020F0502020204030204" pitchFamily="34" charset="0"/>
                <a:cs typeface="Calibri" panose="020F0502020204030204" pitchFamily="34" charset="0"/>
              </a:rPr>
              <a:t>]</a:t>
            </a:r>
            <a:endParaRPr lang="ro-RO"/>
          </a:p>
        </p:txBody>
      </p:sp>
    </p:spTree>
    <p:extLst>
      <p:ext uri="{BB962C8B-B14F-4D97-AF65-F5344CB8AC3E}">
        <p14:creationId xmlns:p14="http://schemas.microsoft.com/office/powerpoint/2010/main" val="190288050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ubstituent dată 1">
            <a:extLst>
              <a:ext uri="{FF2B5EF4-FFF2-40B4-BE49-F238E27FC236}">
                <a16:creationId xmlns:a16="http://schemas.microsoft.com/office/drawing/2014/main" id="{41D22E01-E1E4-35B8-09FE-E4FA504050C5}"/>
              </a:ext>
            </a:extLst>
          </p:cNvPr>
          <p:cNvSpPr>
            <a:spLocks noGrp="1"/>
          </p:cNvSpPr>
          <p:nvPr>
            <p:ph type="dt" sz="half" idx="10"/>
          </p:nvPr>
        </p:nvSpPr>
        <p:spPr>
          <a:xfrm>
            <a:off x="10016836" y="5878720"/>
            <a:ext cx="1336964" cy="298800"/>
          </a:xfrm>
        </p:spPr>
        <p:txBody>
          <a:bodyPr rtlCol="0"/>
          <a:lstStyle/>
          <a:p>
            <a:pPr rtl="0"/>
            <a:r>
              <a:rPr lang="ro-RO"/>
              <a:t>08.10.2025</a:t>
            </a:r>
          </a:p>
        </p:txBody>
      </p:sp>
      <p:sp>
        <p:nvSpPr>
          <p:cNvPr id="6" name="Substituent număr diapozitiv 3">
            <a:extLst>
              <a:ext uri="{FF2B5EF4-FFF2-40B4-BE49-F238E27FC236}">
                <a16:creationId xmlns:a16="http://schemas.microsoft.com/office/drawing/2014/main" id="{89EBA417-213F-2598-87F2-6CD823215E53}"/>
              </a:ext>
            </a:extLst>
          </p:cNvPr>
          <p:cNvSpPr>
            <a:spLocks noGrp="1"/>
          </p:cNvSpPr>
          <p:nvPr>
            <p:ph type="sldNum" sz="quarter" idx="12"/>
          </p:nvPr>
        </p:nvSpPr>
        <p:spPr>
          <a:xfrm>
            <a:off x="778643" y="5879656"/>
            <a:ext cx="354492" cy="297307"/>
          </a:xfrm>
        </p:spPr>
        <p:txBody>
          <a:bodyPr rtlCol="0"/>
          <a:lstStyle/>
          <a:p>
            <a:pPr rtl="0"/>
            <a:fld id="{8D581BC7-E183-40DB-AC97-C19EA4EB8894}" type="slidenum">
              <a:rPr lang="ro-RO" smtClean="0"/>
              <a:pPr rtl="0"/>
              <a:t>22</a:t>
            </a:fld>
            <a:endParaRPr lang="ro-RO"/>
          </a:p>
        </p:txBody>
      </p:sp>
      <p:sp>
        <p:nvSpPr>
          <p:cNvPr id="9" name="Substituent număr diapozitiv 5">
            <a:extLst>
              <a:ext uri="{FF2B5EF4-FFF2-40B4-BE49-F238E27FC236}">
                <a16:creationId xmlns:a16="http://schemas.microsoft.com/office/drawing/2014/main" id="{A501E52A-2E2D-AB95-645F-A6D7EF9A053A}"/>
              </a:ext>
            </a:extLst>
          </p:cNvPr>
          <p:cNvSpPr txBox="1">
            <a:spLocks/>
          </p:cNvSpPr>
          <p:nvPr/>
        </p:nvSpPr>
        <p:spPr>
          <a:xfrm>
            <a:off x="777875" y="5880100"/>
            <a:ext cx="355600" cy="296863"/>
          </a:xfrm>
          <a:prstGeom prst="rect">
            <a:avLst/>
          </a:prstGeom>
        </p:spPr>
        <p:txBody>
          <a:bodyPr vert="horz" lIns="91440" tIns="45720" rIns="91440" bIns="45720" rtlCol="0" anchor="ctr"/>
          <a:lstStyle>
            <a:defPPr rtl="0">
              <a:defRPr lang="ro-ro"/>
            </a:defPPr>
            <a:lvl1pPr marL="0" algn="ctr" defTabSz="914400" rtl="0" eaLnBrk="1" latinLnBrk="0" hangingPunct="1">
              <a:defRPr sz="10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D581BC7-E183-40DB-AC97-C19EA4EB8894}" type="slidenum">
              <a:rPr lang="ro-RO" smtClean="0"/>
              <a:pPr/>
              <a:t>22</a:t>
            </a:fld>
            <a:endParaRPr lang="ro-RO"/>
          </a:p>
        </p:txBody>
      </p:sp>
      <p:sp>
        <p:nvSpPr>
          <p:cNvPr id="2" name="Substituent subsol 4">
            <a:extLst>
              <a:ext uri="{FF2B5EF4-FFF2-40B4-BE49-F238E27FC236}">
                <a16:creationId xmlns:a16="http://schemas.microsoft.com/office/drawing/2014/main" id="{49023EBC-7D05-C2DE-C96E-2806C02A376E}"/>
              </a:ext>
            </a:extLst>
          </p:cNvPr>
          <p:cNvSpPr>
            <a:spLocks noGrp="1"/>
          </p:cNvSpPr>
          <p:nvPr>
            <p:ph type="ftr" sz="quarter" idx="11"/>
          </p:nvPr>
        </p:nvSpPr>
        <p:spPr>
          <a:xfrm>
            <a:off x="1169960" y="5878720"/>
            <a:ext cx="2915733" cy="298800"/>
          </a:xfrm>
        </p:spPr>
        <p:txBody>
          <a:bodyPr rtlCol="0"/>
          <a:lstStyle/>
          <a:p>
            <a:pPr rtl="0"/>
            <a:r>
              <a:rPr lang="ro-RO"/>
              <a:t>Îmbinări prin lipire</a:t>
            </a:r>
          </a:p>
        </p:txBody>
      </p:sp>
      <p:sp>
        <p:nvSpPr>
          <p:cNvPr id="7" name="CasetăText 6">
            <a:extLst>
              <a:ext uri="{FF2B5EF4-FFF2-40B4-BE49-F238E27FC236}">
                <a16:creationId xmlns:a16="http://schemas.microsoft.com/office/drawing/2014/main" id="{E2832F7E-E881-A8EB-85C0-EE1E173737AE}"/>
              </a:ext>
            </a:extLst>
          </p:cNvPr>
          <p:cNvSpPr txBox="1"/>
          <p:nvPr/>
        </p:nvSpPr>
        <p:spPr>
          <a:xfrm>
            <a:off x="614465" y="352126"/>
            <a:ext cx="10963072" cy="646331"/>
          </a:xfrm>
          <a:prstGeom prst="rect">
            <a:avLst/>
          </a:prstGeom>
          <a:noFill/>
        </p:spPr>
        <p:txBody>
          <a:bodyPr wrap="square">
            <a:spAutoFit/>
          </a:bodyPr>
          <a:lstStyle/>
          <a:p>
            <a:r>
              <a:rPr lang="ro-RO">
                <a:solidFill>
                  <a:schemeClr val="bg2"/>
                </a:solidFill>
              </a:rPr>
              <a:t>Țevile de cupru pot fi îmbinate fie prin lipitură moale, fie prin lipitură tare (</a:t>
            </a:r>
            <a:r>
              <a:rPr lang="ro-RO" err="1">
                <a:solidFill>
                  <a:schemeClr val="bg2"/>
                </a:solidFill>
              </a:rPr>
              <a:t>brazare</a:t>
            </a:r>
            <a:r>
              <a:rPr lang="ro-RO">
                <a:solidFill>
                  <a:schemeClr val="bg2"/>
                </a:solidFill>
              </a:rPr>
              <a:t>), iar diferențele dintre acestea afectează presiunea la care pot rezista îmbinările. </a:t>
            </a:r>
          </a:p>
        </p:txBody>
      </p:sp>
      <p:sp>
        <p:nvSpPr>
          <p:cNvPr id="11" name="CasetăText 10">
            <a:extLst>
              <a:ext uri="{FF2B5EF4-FFF2-40B4-BE49-F238E27FC236}">
                <a16:creationId xmlns:a16="http://schemas.microsoft.com/office/drawing/2014/main" id="{69C292B4-75B7-545C-EEFC-7C78BA063611}"/>
              </a:ext>
            </a:extLst>
          </p:cNvPr>
          <p:cNvSpPr txBox="1"/>
          <p:nvPr/>
        </p:nvSpPr>
        <p:spPr>
          <a:xfrm>
            <a:off x="614464" y="1209899"/>
            <a:ext cx="5335622" cy="4555093"/>
          </a:xfrm>
          <a:prstGeom prst="rect">
            <a:avLst/>
          </a:prstGeom>
          <a:noFill/>
        </p:spPr>
        <p:txBody>
          <a:bodyPr wrap="square">
            <a:spAutoFit/>
          </a:bodyPr>
          <a:lstStyle/>
          <a:p>
            <a:pPr algn="just"/>
            <a:r>
              <a:rPr lang="ro-RO" b="1" u="sng">
                <a:solidFill>
                  <a:schemeClr val="bg2"/>
                </a:solidFill>
              </a:rPr>
              <a:t>1.Lipitura moale</a:t>
            </a:r>
          </a:p>
          <a:p>
            <a:pPr algn="just">
              <a:spcAft>
                <a:spcPts val="1200"/>
              </a:spcAft>
            </a:pPr>
            <a:r>
              <a:rPr lang="ro-RO"/>
              <a:t>Temperatură de lucru: Sub 450°C. Se folosesc aliaje de lipit cu punct de topire scăzut (de exemplu, aliaje pe bază de cositor).</a:t>
            </a:r>
          </a:p>
          <a:p>
            <a:pPr algn="just"/>
            <a:r>
              <a:rPr lang="ro-RO" b="1"/>
              <a:t>Presiune maximă suportată: </a:t>
            </a:r>
          </a:p>
          <a:p>
            <a:pPr algn="just"/>
            <a:r>
              <a:rPr lang="ro-RO"/>
              <a:t>În general, lipitura moale este utilizată în sisteme cu presiuni relativ scăzute, cum ar fi instalațiile de apă potabilă sau sistemele de încălzire.</a:t>
            </a:r>
          </a:p>
          <a:p>
            <a:pPr algn="just">
              <a:spcAft>
                <a:spcPts val="1200"/>
              </a:spcAft>
            </a:pPr>
            <a:r>
              <a:rPr lang="ro-RO"/>
              <a:t>De obicei, îmbinările prin lipitură moale pot rezista la presiuni de până la 20-25 bari la temperaturi joase, în special în sisteme de apă rece.</a:t>
            </a:r>
          </a:p>
          <a:p>
            <a:pPr algn="just"/>
            <a:r>
              <a:rPr lang="ro-RO" b="1"/>
              <a:t>Aplicații tipice: </a:t>
            </a:r>
          </a:p>
          <a:p>
            <a:pPr algn="just"/>
            <a:r>
              <a:rPr lang="ro-RO"/>
              <a:t>Lipitura moale este folosită în instalații sanitare și de încălzire unde presiunile și temperaturile nu sunt foarte ridicate.</a:t>
            </a:r>
          </a:p>
        </p:txBody>
      </p:sp>
      <p:sp>
        <p:nvSpPr>
          <p:cNvPr id="13" name="CasetăText 12">
            <a:extLst>
              <a:ext uri="{FF2B5EF4-FFF2-40B4-BE49-F238E27FC236}">
                <a16:creationId xmlns:a16="http://schemas.microsoft.com/office/drawing/2014/main" id="{C3E18E45-1401-6EB3-B140-D9B63C611D28}"/>
              </a:ext>
            </a:extLst>
          </p:cNvPr>
          <p:cNvSpPr txBox="1"/>
          <p:nvPr/>
        </p:nvSpPr>
        <p:spPr>
          <a:xfrm>
            <a:off x="6096000" y="1209899"/>
            <a:ext cx="5481536" cy="4832092"/>
          </a:xfrm>
          <a:prstGeom prst="rect">
            <a:avLst/>
          </a:prstGeom>
          <a:noFill/>
        </p:spPr>
        <p:txBody>
          <a:bodyPr wrap="square">
            <a:spAutoFit/>
          </a:bodyPr>
          <a:lstStyle/>
          <a:p>
            <a:pPr algn="just"/>
            <a:r>
              <a:rPr lang="ro-RO" b="1" u="sng">
                <a:solidFill>
                  <a:schemeClr val="bg2"/>
                </a:solidFill>
              </a:rPr>
              <a:t>2.Lipitura tare (</a:t>
            </a:r>
            <a:r>
              <a:rPr lang="ro-RO" b="1" u="sng" err="1">
                <a:solidFill>
                  <a:schemeClr val="bg2"/>
                </a:solidFill>
              </a:rPr>
              <a:t>brazare</a:t>
            </a:r>
            <a:r>
              <a:rPr lang="ro-RO" b="1" u="sng">
                <a:solidFill>
                  <a:schemeClr val="bg2"/>
                </a:solidFill>
              </a:rPr>
              <a:t>)</a:t>
            </a:r>
          </a:p>
          <a:p>
            <a:pPr algn="just">
              <a:spcAft>
                <a:spcPts val="1200"/>
              </a:spcAft>
            </a:pPr>
            <a:r>
              <a:rPr lang="ro-RO">
                <a:solidFill>
                  <a:schemeClr val="tx2"/>
                </a:solidFill>
              </a:rPr>
              <a:t>Temperatură de lucru: Peste 450°C. Se folosesc aliaje cu punct de topire mai ridicat, cum ar fi aliaje de argint sau cupru-fosfor.</a:t>
            </a:r>
          </a:p>
          <a:p>
            <a:pPr algn="just"/>
            <a:r>
              <a:rPr lang="ro-RO" b="1">
                <a:solidFill>
                  <a:schemeClr val="tx2"/>
                </a:solidFill>
              </a:rPr>
              <a:t>Presiune maximă suportată: </a:t>
            </a:r>
          </a:p>
          <a:p>
            <a:pPr algn="just">
              <a:spcAft>
                <a:spcPts val="1200"/>
              </a:spcAft>
            </a:pPr>
            <a:r>
              <a:rPr lang="ro-RO">
                <a:solidFill>
                  <a:schemeClr val="tx2"/>
                </a:solidFill>
              </a:rPr>
              <a:t>Lipitura tare creează îmbinări mult mai rezistente, fiind capabile să reziste la presiuni mult mai mari. În funcție de grosimea pereților țevii și de calitatea îmbinării, îmbinările prin </a:t>
            </a:r>
            <a:r>
              <a:rPr lang="ro-RO" err="1">
                <a:solidFill>
                  <a:schemeClr val="tx2"/>
                </a:solidFill>
              </a:rPr>
              <a:t>brazare</a:t>
            </a:r>
            <a:r>
              <a:rPr lang="ro-RO">
                <a:solidFill>
                  <a:schemeClr val="tx2"/>
                </a:solidFill>
              </a:rPr>
              <a:t> pot rezista la presiuni de până la 100-150 bari sau chiar mai mult, în special în aplicații precum sistemele de refrigerare sau HVAC (</a:t>
            </a:r>
            <a:r>
              <a:rPr lang="ro-RO" err="1">
                <a:solidFill>
                  <a:schemeClr val="tx2"/>
                </a:solidFill>
              </a:rPr>
              <a:t>Heating</a:t>
            </a:r>
            <a:r>
              <a:rPr lang="ro-RO">
                <a:solidFill>
                  <a:schemeClr val="tx2"/>
                </a:solidFill>
              </a:rPr>
              <a:t>, Ventilation, </a:t>
            </a:r>
            <a:r>
              <a:rPr lang="ro-RO" err="1">
                <a:solidFill>
                  <a:schemeClr val="tx2"/>
                </a:solidFill>
              </a:rPr>
              <a:t>and</a:t>
            </a:r>
            <a:r>
              <a:rPr lang="ro-RO">
                <a:solidFill>
                  <a:schemeClr val="tx2"/>
                </a:solidFill>
              </a:rPr>
              <a:t> Air </a:t>
            </a:r>
            <a:r>
              <a:rPr lang="ro-RO" err="1">
                <a:solidFill>
                  <a:schemeClr val="tx2"/>
                </a:solidFill>
              </a:rPr>
              <a:t>Conditioning</a:t>
            </a:r>
            <a:r>
              <a:rPr lang="ro-RO">
                <a:solidFill>
                  <a:schemeClr val="tx2"/>
                </a:solidFill>
              </a:rPr>
              <a:t>).</a:t>
            </a:r>
          </a:p>
          <a:p>
            <a:pPr algn="just"/>
            <a:r>
              <a:rPr lang="ro-RO" b="1">
                <a:solidFill>
                  <a:schemeClr val="tx2"/>
                </a:solidFill>
              </a:rPr>
              <a:t>Aplicații tipice: </a:t>
            </a:r>
          </a:p>
          <a:p>
            <a:pPr algn="just"/>
            <a:r>
              <a:rPr lang="ro-RO">
                <a:solidFill>
                  <a:schemeClr val="tx2"/>
                </a:solidFill>
              </a:rPr>
              <a:t>Este utilizată în sisteme care operează la presiuni și temperaturi ridicate, cum ar fi cele de refrigerare, gaze tehnice, aer condiționat sau instalații industriale.</a:t>
            </a:r>
          </a:p>
        </p:txBody>
      </p:sp>
    </p:spTree>
    <p:extLst>
      <p:ext uri="{BB962C8B-B14F-4D97-AF65-F5344CB8AC3E}">
        <p14:creationId xmlns:p14="http://schemas.microsoft.com/office/powerpoint/2010/main" val="197761988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u 4">
            <a:extLst>
              <a:ext uri="{FF2B5EF4-FFF2-40B4-BE49-F238E27FC236}">
                <a16:creationId xmlns:a16="http://schemas.microsoft.com/office/drawing/2014/main" id="{CAA634A5-7FE6-42E8-939A-FEBD82600891}"/>
              </a:ext>
            </a:extLst>
          </p:cNvPr>
          <p:cNvSpPr>
            <a:spLocks noGrp="1"/>
          </p:cNvSpPr>
          <p:nvPr>
            <p:ph type="title"/>
          </p:nvPr>
        </p:nvSpPr>
        <p:spPr>
          <a:xfrm>
            <a:off x="6096000" y="349645"/>
            <a:ext cx="4137498" cy="882168"/>
          </a:xfrm>
        </p:spPr>
        <p:txBody>
          <a:bodyPr rtlCol="0">
            <a:noAutofit/>
          </a:bodyPr>
          <a:lstStyle/>
          <a:p>
            <a:pPr rtl="0"/>
            <a:r>
              <a:rPr lang="ro-RO" sz="3000"/>
              <a:t>TERMO</a:t>
            </a:r>
            <a:r>
              <a:rPr lang="en-US" sz="3000"/>
              <a:t>FUZIUNEA</a:t>
            </a:r>
            <a:endParaRPr lang="ro-RO" sz="3000"/>
          </a:p>
        </p:txBody>
      </p:sp>
      <p:sp>
        <p:nvSpPr>
          <p:cNvPr id="6" name="Substituent text 5">
            <a:extLst>
              <a:ext uri="{FF2B5EF4-FFF2-40B4-BE49-F238E27FC236}">
                <a16:creationId xmlns:a16="http://schemas.microsoft.com/office/drawing/2014/main" id="{F7F2EF20-4914-4F8B-9D4E-F7DF9977D6D1}"/>
              </a:ext>
            </a:extLst>
          </p:cNvPr>
          <p:cNvSpPr>
            <a:spLocks noGrp="1"/>
          </p:cNvSpPr>
          <p:nvPr>
            <p:ph type="body" idx="1"/>
          </p:nvPr>
        </p:nvSpPr>
        <p:spPr>
          <a:xfrm>
            <a:off x="6096000" y="1567456"/>
            <a:ext cx="5917660" cy="1117379"/>
          </a:xfrm>
        </p:spPr>
        <p:txBody>
          <a:bodyPr rtlCol="0">
            <a:noAutofit/>
          </a:bodyPr>
          <a:lstStyle/>
          <a:p>
            <a:pPr algn="just" rtl="0"/>
            <a:r>
              <a:rPr lang="ro-RO" sz="1700"/>
              <a:t>Termofuziunea este o metodă utilizată frecvent pentru îmbinarea conductelor din PPR (polipropilenă) și se bazează pe principiul încălzirii simultane a capetelor conductelor și a fitingurilor din PPR până când materialul devine plastic (maleabil), iar apoi se unesc sub presiune pentru a crea o legătură permanentă, solidă și etanșă.</a:t>
            </a:r>
          </a:p>
        </p:txBody>
      </p:sp>
      <p:sp>
        <p:nvSpPr>
          <p:cNvPr id="4" name="Substituent număr diapozitiv 3">
            <a:extLst>
              <a:ext uri="{FF2B5EF4-FFF2-40B4-BE49-F238E27FC236}">
                <a16:creationId xmlns:a16="http://schemas.microsoft.com/office/drawing/2014/main" id="{670F84A1-DCA9-4894-82EA-A83237ACA8B7}"/>
              </a:ext>
            </a:extLst>
          </p:cNvPr>
          <p:cNvSpPr>
            <a:spLocks noGrp="1"/>
          </p:cNvSpPr>
          <p:nvPr>
            <p:ph type="sldNum" sz="quarter" idx="12"/>
          </p:nvPr>
        </p:nvSpPr>
        <p:spPr/>
        <p:txBody>
          <a:bodyPr rtlCol="0"/>
          <a:lstStyle/>
          <a:p>
            <a:pPr rtl="0"/>
            <a:fld id="{8D581BC7-E183-40DB-AC97-C19EA4EB8894}" type="slidenum">
              <a:rPr lang="ro-RO" smtClean="0"/>
              <a:t>23</a:t>
            </a:fld>
            <a:endParaRPr lang="ro-RO"/>
          </a:p>
        </p:txBody>
      </p:sp>
      <p:sp>
        <p:nvSpPr>
          <p:cNvPr id="2" name="Substituent dată 1">
            <a:extLst>
              <a:ext uri="{FF2B5EF4-FFF2-40B4-BE49-F238E27FC236}">
                <a16:creationId xmlns:a16="http://schemas.microsoft.com/office/drawing/2014/main" id="{FC52B98C-5C1E-46B1-B54D-F830C622743A}"/>
              </a:ext>
            </a:extLst>
          </p:cNvPr>
          <p:cNvSpPr>
            <a:spLocks noGrp="1"/>
          </p:cNvSpPr>
          <p:nvPr>
            <p:ph type="dt" sz="half" idx="10"/>
          </p:nvPr>
        </p:nvSpPr>
        <p:spPr/>
        <p:txBody>
          <a:bodyPr rtlCol="0"/>
          <a:lstStyle/>
          <a:p>
            <a:pPr rtl="0"/>
            <a:r>
              <a:rPr lang="ro-RO"/>
              <a:t>08.10.2025</a:t>
            </a:r>
          </a:p>
        </p:txBody>
      </p:sp>
      <p:sp>
        <p:nvSpPr>
          <p:cNvPr id="23" name="CasetăText 22">
            <a:extLst>
              <a:ext uri="{FF2B5EF4-FFF2-40B4-BE49-F238E27FC236}">
                <a16:creationId xmlns:a16="http://schemas.microsoft.com/office/drawing/2014/main" id="{74084D36-799C-F22C-892D-34AB74E3D1F0}"/>
              </a:ext>
            </a:extLst>
          </p:cNvPr>
          <p:cNvSpPr txBox="1"/>
          <p:nvPr/>
        </p:nvSpPr>
        <p:spPr>
          <a:xfrm>
            <a:off x="665082" y="3246449"/>
            <a:ext cx="4507957" cy="646331"/>
          </a:xfrm>
          <a:prstGeom prst="rect">
            <a:avLst/>
          </a:prstGeom>
          <a:noFill/>
        </p:spPr>
        <p:txBody>
          <a:bodyPr wrap="square">
            <a:spAutoFit/>
          </a:bodyPr>
          <a:lstStyle/>
          <a:p>
            <a:pPr algn="ctr"/>
            <a:r>
              <a:rPr lang="ro-RO" b="1">
                <a:solidFill>
                  <a:schemeClr val="tx2"/>
                </a:solidFill>
                <a:ea typeface="Calibri" panose="020F0502020204030204" pitchFamily="34" charset="0"/>
                <a:cs typeface="Calibri" panose="020F0502020204030204" pitchFamily="34" charset="0"/>
              </a:rPr>
              <a:t>Video </a:t>
            </a:r>
            <a:r>
              <a:rPr lang="en-US" b="1">
                <a:solidFill>
                  <a:schemeClr val="tx2"/>
                </a:solidFill>
                <a:ea typeface="Calibri" panose="020F0502020204030204" pitchFamily="34" charset="0"/>
                <a:cs typeface="Calibri" panose="020F0502020204030204" pitchFamily="34" charset="0"/>
              </a:rPr>
              <a:t>7</a:t>
            </a:r>
            <a:r>
              <a:rPr lang="ro-RO" b="1">
                <a:solidFill>
                  <a:schemeClr val="tx2"/>
                </a:solidFill>
                <a:ea typeface="Calibri" panose="020F0502020204030204" pitchFamily="34" charset="0"/>
                <a:cs typeface="Calibri" panose="020F0502020204030204" pitchFamily="34" charset="0"/>
              </a:rPr>
              <a:t>  Termofuziunea conductelor din PPR [</a:t>
            </a:r>
            <a:r>
              <a:rPr lang="ro-RO" b="1">
                <a:solidFill>
                  <a:schemeClr val="tx2"/>
                </a:solidFill>
                <a:ea typeface="Calibri" panose="020F0502020204030204" pitchFamily="34" charset="0"/>
                <a:cs typeface="Calibri" panose="020F0502020204030204" pitchFamily="34" charset="0"/>
                <a:hlinkClick r:id="rId4"/>
              </a:rPr>
              <a:t>www.youtube.com</a:t>
            </a:r>
            <a:r>
              <a:rPr lang="en-US" b="1">
                <a:solidFill>
                  <a:schemeClr val="tx2"/>
                </a:solidFill>
                <a:ea typeface="Calibri" panose="020F0502020204030204" pitchFamily="34" charset="0"/>
                <a:cs typeface="Calibri" panose="020F0502020204030204" pitchFamily="34" charset="0"/>
              </a:rPr>
              <a:t>]</a:t>
            </a:r>
            <a:endParaRPr lang="ro-RO"/>
          </a:p>
        </p:txBody>
      </p:sp>
      <p:sp>
        <p:nvSpPr>
          <p:cNvPr id="7" name="Substituent subsol 4">
            <a:extLst>
              <a:ext uri="{FF2B5EF4-FFF2-40B4-BE49-F238E27FC236}">
                <a16:creationId xmlns:a16="http://schemas.microsoft.com/office/drawing/2014/main" id="{7AD0818A-E9F5-A116-9784-A0876305FC6D}"/>
              </a:ext>
            </a:extLst>
          </p:cNvPr>
          <p:cNvSpPr>
            <a:spLocks noGrp="1"/>
          </p:cNvSpPr>
          <p:nvPr>
            <p:ph type="ftr" sz="quarter" idx="11"/>
          </p:nvPr>
        </p:nvSpPr>
        <p:spPr>
          <a:xfrm>
            <a:off x="1169960" y="5878720"/>
            <a:ext cx="2915733" cy="298800"/>
          </a:xfrm>
        </p:spPr>
        <p:txBody>
          <a:bodyPr rtlCol="0"/>
          <a:lstStyle/>
          <a:p>
            <a:pPr rtl="0"/>
            <a:r>
              <a:rPr lang="ro-RO"/>
              <a:t>Îmbinări prin lipire</a:t>
            </a:r>
          </a:p>
        </p:txBody>
      </p:sp>
      <p:pic>
        <p:nvPicPr>
          <p:cNvPr id="13" name="Media online 12" title="Socket Fusion Machine -PPR welding machine">
            <a:hlinkClick r:id="" action="ppaction://media"/>
            <a:extLst>
              <a:ext uri="{FF2B5EF4-FFF2-40B4-BE49-F238E27FC236}">
                <a16:creationId xmlns:a16="http://schemas.microsoft.com/office/drawing/2014/main" id="{0D94A470-CAE8-F5C3-3010-993566C27342}"/>
              </a:ext>
            </a:extLst>
          </p:cNvPr>
          <p:cNvPicPr>
            <a:picLocks noRot="1" noChangeAspect="1"/>
          </p:cNvPicPr>
          <p:nvPr>
            <a:videoFile r:link="rId1"/>
          </p:nvPr>
        </p:nvPicPr>
        <p:blipFill>
          <a:blip r:embed="rId5"/>
          <a:stretch>
            <a:fillRect/>
          </a:stretch>
        </p:blipFill>
        <p:spPr>
          <a:xfrm>
            <a:off x="665083" y="464787"/>
            <a:ext cx="4775917" cy="2696284"/>
          </a:xfrm>
          <a:prstGeom prst="rect">
            <a:avLst/>
          </a:prstGeom>
        </p:spPr>
      </p:pic>
      <p:sp>
        <p:nvSpPr>
          <p:cNvPr id="15" name="CasetăText 14">
            <a:extLst>
              <a:ext uri="{FF2B5EF4-FFF2-40B4-BE49-F238E27FC236}">
                <a16:creationId xmlns:a16="http://schemas.microsoft.com/office/drawing/2014/main" id="{A9FB064F-1710-28E9-4C43-F8249D1A85A7}"/>
              </a:ext>
            </a:extLst>
          </p:cNvPr>
          <p:cNvSpPr txBox="1"/>
          <p:nvPr/>
        </p:nvSpPr>
        <p:spPr>
          <a:xfrm>
            <a:off x="665082" y="4008119"/>
            <a:ext cx="4775917" cy="1477328"/>
          </a:xfrm>
          <a:prstGeom prst="rect">
            <a:avLst/>
          </a:prstGeom>
          <a:noFill/>
        </p:spPr>
        <p:txBody>
          <a:bodyPr wrap="square">
            <a:spAutoFit/>
          </a:bodyPr>
          <a:lstStyle/>
          <a:p>
            <a:r>
              <a:rPr lang="ro-RO" u="sng"/>
              <a:t>Avantajele termofuziunii:</a:t>
            </a:r>
          </a:p>
          <a:p>
            <a:pPr marL="285750" indent="-285750">
              <a:buFont typeface="Arial" panose="020B0604020202020204" pitchFamily="34" charset="0"/>
              <a:buChar char="•"/>
            </a:pPr>
            <a:r>
              <a:rPr lang="ro-RO"/>
              <a:t>Îmbinări etanșe și rezistente</a:t>
            </a:r>
          </a:p>
          <a:p>
            <a:pPr marL="285750" indent="-285750">
              <a:buFont typeface="Arial" panose="020B0604020202020204" pitchFamily="34" charset="0"/>
              <a:buChar char="•"/>
            </a:pPr>
            <a:r>
              <a:rPr lang="ro-RO"/>
              <a:t>Durabilitate</a:t>
            </a:r>
          </a:p>
          <a:p>
            <a:pPr marL="285750" indent="-285750">
              <a:buFont typeface="Arial" panose="020B0604020202020204" pitchFamily="34" charset="0"/>
              <a:buChar char="•"/>
            </a:pPr>
            <a:r>
              <a:rPr lang="it-IT"/>
              <a:t>Costuri reduse și instalare simplă</a:t>
            </a:r>
            <a:endParaRPr lang="ro-RO"/>
          </a:p>
          <a:p>
            <a:pPr marL="285750" indent="-285750">
              <a:buFont typeface="Arial" panose="020B0604020202020204" pitchFamily="34" charset="0"/>
              <a:buChar char="•"/>
            </a:pPr>
            <a:r>
              <a:rPr lang="ro-RO"/>
              <a:t>Aplicații diverse</a:t>
            </a:r>
          </a:p>
        </p:txBody>
      </p:sp>
      <p:sp>
        <p:nvSpPr>
          <p:cNvPr id="17" name="CasetăText 16">
            <a:extLst>
              <a:ext uri="{FF2B5EF4-FFF2-40B4-BE49-F238E27FC236}">
                <a16:creationId xmlns:a16="http://schemas.microsoft.com/office/drawing/2014/main" id="{8D04BB5A-9575-ACE5-0431-58612F79F260}"/>
              </a:ext>
            </a:extLst>
          </p:cNvPr>
          <p:cNvSpPr txBox="1"/>
          <p:nvPr/>
        </p:nvSpPr>
        <p:spPr>
          <a:xfrm>
            <a:off x="6011619" y="3204949"/>
            <a:ext cx="5877042" cy="2862322"/>
          </a:xfrm>
          <a:prstGeom prst="rect">
            <a:avLst/>
          </a:prstGeom>
          <a:noFill/>
        </p:spPr>
        <p:txBody>
          <a:bodyPr wrap="square">
            <a:spAutoFit/>
          </a:bodyPr>
          <a:lstStyle/>
          <a:p>
            <a:r>
              <a:rPr lang="ro-RO" u="sng">
                <a:solidFill>
                  <a:schemeClr val="tx2"/>
                </a:solidFill>
              </a:rPr>
              <a:t>Dezavantajele termofuziunii</a:t>
            </a:r>
            <a:r>
              <a:rPr lang="ro-RO">
                <a:solidFill>
                  <a:schemeClr val="tx2"/>
                </a:solidFill>
              </a:rPr>
              <a:t>:</a:t>
            </a:r>
          </a:p>
          <a:p>
            <a:pPr marL="285750" indent="-285750">
              <a:buFont typeface="Courier New" panose="02070309020205020404" pitchFamily="49" charset="0"/>
              <a:buChar char="o"/>
            </a:pPr>
            <a:r>
              <a:rPr lang="ro-RO">
                <a:solidFill>
                  <a:schemeClr val="tx2"/>
                </a:solidFill>
              </a:rPr>
              <a:t>Dacă procesul de încălzire și îmbinare nu este realizat corect (de exemplu, nu se respectă timpii de încălzire sau presiunea de îmbinare), îmbinarea poate fi defectuoasă, ceea ce poate duce la scurgeri sau la probleme structurale în timp.</a:t>
            </a:r>
          </a:p>
          <a:p>
            <a:pPr marL="285750" indent="-285750">
              <a:buFont typeface="Courier New" panose="02070309020205020404" pitchFamily="49" charset="0"/>
              <a:buChar char="o"/>
            </a:pPr>
            <a:r>
              <a:rPr lang="ro-RO">
                <a:solidFill>
                  <a:schemeClr val="tx2"/>
                </a:solidFill>
              </a:rPr>
              <a:t>Spațiu necesar pentru instalare</a:t>
            </a:r>
          </a:p>
          <a:p>
            <a:pPr marL="285750" indent="-285750">
              <a:buFont typeface="Courier New" panose="02070309020205020404" pitchFamily="49" charset="0"/>
              <a:buChar char="o"/>
            </a:pPr>
            <a:r>
              <a:rPr lang="ro-RO">
                <a:solidFill>
                  <a:schemeClr val="tx2"/>
                </a:solidFill>
              </a:rPr>
              <a:t>Îmbinările trebuie să fie lăsate să se răcească complet înainte de utilizare, iar mișcarea prematură poate afecta calitatea sudurii.</a:t>
            </a:r>
          </a:p>
        </p:txBody>
      </p:sp>
    </p:spTree>
    <p:extLst>
      <p:ext uri="{BB962C8B-B14F-4D97-AF65-F5344CB8AC3E}">
        <p14:creationId xmlns:p14="http://schemas.microsoft.com/office/powerpoint/2010/main" val="26509803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3"/>
                </p:tgtEl>
              </p:cMediaNode>
            </p:video>
            <p:seq concurrent="1" nextAc="seek">
              <p:cTn id="8" restart="whenNotActive" fill="hold" evtFilter="cancelBubble" nodeType="interactiveSeq">
                <p:stCondLst>
                  <p:cond evt="onClick" delay="0">
                    <p:tgtEl>
                      <p:spTgt spid="1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3"/>
                                        </p:tgtEl>
                                      </p:cBhvr>
                                    </p:cmd>
                                  </p:childTnLst>
                                </p:cTn>
                              </p:par>
                            </p:childTnLst>
                          </p:cTn>
                        </p:par>
                      </p:childTnLst>
                    </p:cTn>
                  </p:par>
                </p:childTnLst>
              </p:cTn>
              <p:nextCondLst>
                <p:cond evt="onClick" delay="0">
                  <p:tgtEl>
                    <p:spTgt spid="13"/>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u 4">
            <a:extLst>
              <a:ext uri="{FF2B5EF4-FFF2-40B4-BE49-F238E27FC236}">
                <a16:creationId xmlns:a16="http://schemas.microsoft.com/office/drawing/2014/main" id="{CAA634A5-7FE6-42E8-939A-FEBD82600891}"/>
              </a:ext>
            </a:extLst>
          </p:cNvPr>
          <p:cNvSpPr>
            <a:spLocks noGrp="1"/>
          </p:cNvSpPr>
          <p:nvPr>
            <p:ph type="title"/>
          </p:nvPr>
        </p:nvSpPr>
        <p:spPr>
          <a:xfrm>
            <a:off x="6096000" y="381298"/>
            <a:ext cx="4589316" cy="882168"/>
          </a:xfrm>
        </p:spPr>
        <p:txBody>
          <a:bodyPr rtlCol="0">
            <a:noAutofit/>
          </a:bodyPr>
          <a:lstStyle/>
          <a:p>
            <a:pPr rtl="0"/>
            <a:r>
              <a:rPr lang="en-US" sz="3000"/>
              <a:t>ELECTROFUZIUNEA</a:t>
            </a:r>
            <a:endParaRPr lang="ro-RO" sz="3000"/>
          </a:p>
        </p:txBody>
      </p:sp>
      <p:sp>
        <p:nvSpPr>
          <p:cNvPr id="6" name="Substituent text 5">
            <a:extLst>
              <a:ext uri="{FF2B5EF4-FFF2-40B4-BE49-F238E27FC236}">
                <a16:creationId xmlns:a16="http://schemas.microsoft.com/office/drawing/2014/main" id="{F7F2EF20-4914-4F8B-9D4E-F7DF9977D6D1}"/>
              </a:ext>
            </a:extLst>
          </p:cNvPr>
          <p:cNvSpPr>
            <a:spLocks noGrp="1"/>
          </p:cNvSpPr>
          <p:nvPr>
            <p:ph type="body" idx="1"/>
          </p:nvPr>
        </p:nvSpPr>
        <p:spPr>
          <a:xfrm>
            <a:off x="6096000" y="1625821"/>
            <a:ext cx="5917660" cy="1117379"/>
          </a:xfrm>
        </p:spPr>
        <p:txBody>
          <a:bodyPr rtlCol="0">
            <a:noAutofit/>
          </a:bodyPr>
          <a:lstStyle/>
          <a:p>
            <a:pPr algn="just" rtl="0"/>
            <a:r>
              <a:rPr lang="ro-RO"/>
              <a:t>Electrofuziunea este o metodă de îmbinare a conductelor folosind fitinguri (coturi, mufe, teuri, etc.) care conțin elemente de încălzire integrate. Atunci când se aplică un curent electric, elementele de încălzire topesc atât interiorul fitingului, cât și suprafața exterioară a conductei, creând o legătură omogenă.</a:t>
            </a:r>
          </a:p>
        </p:txBody>
      </p:sp>
      <p:sp>
        <p:nvSpPr>
          <p:cNvPr id="4" name="Substituent număr diapozitiv 3">
            <a:extLst>
              <a:ext uri="{FF2B5EF4-FFF2-40B4-BE49-F238E27FC236}">
                <a16:creationId xmlns:a16="http://schemas.microsoft.com/office/drawing/2014/main" id="{670F84A1-DCA9-4894-82EA-A83237ACA8B7}"/>
              </a:ext>
            </a:extLst>
          </p:cNvPr>
          <p:cNvSpPr>
            <a:spLocks noGrp="1"/>
          </p:cNvSpPr>
          <p:nvPr>
            <p:ph type="sldNum" sz="quarter" idx="12"/>
          </p:nvPr>
        </p:nvSpPr>
        <p:spPr/>
        <p:txBody>
          <a:bodyPr rtlCol="0"/>
          <a:lstStyle/>
          <a:p>
            <a:pPr rtl="0"/>
            <a:fld id="{8D581BC7-E183-40DB-AC97-C19EA4EB8894}" type="slidenum">
              <a:rPr lang="ro-RO" smtClean="0"/>
              <a:t>24</a:t>
            </a:fld>
            <a:endParaRPr lang="ro-RO"/>
          </a:p>
        </p:txBody>
      </p:sp>
      <p:sp>
        <p:nvSpPr>
          <p:cNvPr id="2" name="Substituent dată 1">
            <a:extLst>
              <a:ext uri="{FF2B5EF4-FFF2-40B4-BE49-F238E27FC236}">
                <a16:creationId xmlns:a16="http://schemas.microsoft.com/office/drawing/2014/main" id="{FC52B98C-5C1E-46B1-B54D-F830C622743A}"/>
              </a:ext>
            </a:extLst>
          </p:cNvPr>
          <p:cNvSpPr>
            <a:spLocks noGrp="1"/>
          </p:cNvSpPr>
          <p:nvPr>
            <p:ph type="dt" sz="half" idx="10"/>
          </p:nvPr>
        </p:nvSpPr>
        <p:spPr/>
        <p:txBody>
          <a:bodyPr rtlCol="0"/>
          <a:lstStyle/>
          <a:p>
            <a:pPr rtl="0"/>
            <a:r>
              <a:rPr lang="ro-RO"/>
              <a:t>08.10.2025</a:t>
            </a:r>
          </a:p>
        </p:txBody>
      </p:sp>
      <p:sp>
        <p:nvSpPr>
          <p:cNvPr id="23" name="CasetăText 22">
            <a:extLst>
              <a:ext uri="{FF2B5EF4-FFF2-40B4-BE49-F238E27FC236}">
                <a16:creationId xmlns:a16="http://schemas.microsoft.com/office/drawing/2014/main" id="{74084D36-799C-F22C-892D-34AB74E3D1F0}"/>
              </a:ext>
            </a:extLst>
          </p:cNvPr>
          <p:cNvSpPr txBox="1"/>
          <p:nvPr/>
        </p:nvSpPr>
        <p:spPr>
          <a:xfrm>
            <a:off x="955888" y="3491195"/>
            <a:ext cx="4507957" cy="646331"/>
          </a:xfrm>
          <a:prstGeom prst="rect">
            <a:avLst/>
          </a:prstGeom>
          <a:noFill/>
        </p:spPr>
        <p:txBody>
          <a:bodyPr wrap="square">
            <a:spAutoFit/>
          </a:bodyPr>
          <a:lstStyle/>
          <a:p>
            <a:pPr algn="ctr"/>
            <a:r>
              <a:rPr lang="ro-RO" b="1">
                <a:solidFill>
                  <a:schemeClr val="tx2"/>
                </a:solidFill>
                <a:ea typeface="Calibri" panose="020F0502020204030204" pitchFamily="34" charset="0"/>
                <a:cs typeface="Calibri" panose="020F0502020204030204" pitchFamily="34" charset="0"/>
              </a:rPr>
              <a:t>Video </a:t>
            </a:r>
            <a:r>
              <a:rPr lang="en-US" b="1">
                <a:solidFill>
                  <a:schemeClr val="tx2"/>
                </a:solidFill>
                <a:ea typeface="Calibri" panose="020F0502020204030204" pitchFamily="34" charset="0"/>
                <a:cs typeface="Calibri" panose="020F0502020204030204" pitchFamily="34" charset="0"/>
              </a:rPr>
              <a:t>8</a:t>
            </a:r>
            <a:r>
              <a:rPr lang="ro-RO" b="1">
                <a:solidFill>
                  <a:schemeClr val="tx2"/>
                </a:solidFill>
                <a:ea typeface="Calibri" panose="020F0502020204030204" pitchFamily="34" charset="0"/>
                <a:cs typeface="Calibri" panose="020F0502020204030204" pitchFamily="34" charset="0"/>
              </a:rPr>
              <a:t>  Îmbinarea conductelor din PPR [</a:t>
            </a:r>
            <a:r>
              <a:rPr lang="ro-RO" b="1">
                <a:solidFill>
                  <a:schemeClr val="tx2"/>
                </a:solidFill>
                <a:ea typeface="Calibri" panose="020F0502020204030204" pitchFamily="34" charset="0"/>
                <a:cs typeface="Calibri" panose="020F0502020204030204" pitchFamily="34" charset="0"/>
                <a:hlinkClick r:id="rId5"/>
              </a:rPr>
              <a:t>www.youtube.com</a:t>
            </a:r>
            <a:r>
              <a:rPr lang="en-US" b="1">
                <a:solidFill>
                  <a:schemeClr val="tx2"/>
                </a:solidFill>
                <a:ea typeface="Calibri" panose="020F0502020204030204" pitchFamily="34" charset="0"/>
                <a:cs typeface="Calibri" panose="020F0502020204030204" pitchFamily="34" charset="0"/>
              </a:rPr>
              <a:t>]</a:t>
            </a:r>
            <a:endParaRPr lang="ro-RO"/>
          </a:p>
        </p:txBody>
      </p:sp>
      <p:sp>
        <p:nvSpPr>
          <p:cNvPr id="28" name="CasetăText 27">
            <a:extLst>
              <a:ext uri="{FF2B5EF4-FFF2-40B4-BE49-F238E27FC236}">
                <a16:creationId xmlns:a16="http://schemas.microsoft.com/office/drawing/2014/main" id="{E035CD1F-94D4-272D-B2E0-8C9C54B7BBD6}"/>
              </a:ext>
            </a:extLst>
          </p:cNvPr>
          <p:cNvSpPr txBox="1"/>
          <p:nvPr/>
        </p:nvSpPr>
        <p:spPr>
          <a:xfrm>
            <a:off x="6093552" y="5820279"/>
            <a:ext cx="4025513" cy="646331"/>
          </a:xfrm>
          <a:prstGeom prst="rect">
            <a:avLst/>
          </a:prstGeom>
          <a:noFill/>
        </p:spPr>
        <p:txBody>
          <a:bodyPr wrap="square">
            <a:spAutoFit/>
          </a:bodyPr>
          <a:lstStyle/>
          <a:p>
            <a:pPr algn="ctr"/>
            <a:r>
              <a:rPr lang="ro-RO" b="1">
                <a:solidFill>
                  <a:schemeClr val="tx2"/>
                </a:solidFill>
                <a:ea typeface="Calibri" panose="020F0502020204030204" pitchFamily="34" charset="0"/>
                <a:cs typeface="Calibri" panose="020F0502020204030204" pitchFamily="34" charset="0"/>
              </a:rPr>
              <a:t>Video </a:t>
            </a:r>
            <a:r>
              <a:rPr lang="en-US" b="1">
                <a:solidFill>
                  <a:schemeClr val="tx2"/>
                </a:solidFill>
                <a:ea typeface="Calibri" panose="020F0502020204030204" pitchFamily="34" charset="0"/>
                <a:cs typeface="Calibri" panose="020F0502020204030204" pitchFamily="34" charset="0"/>
              </a:rPr>
              <a:t>9</a:t>
            </a:r>
            <a:r>
              <a:rPr lang="ro-RO" b="1">
                <a:solidFill>
                  <a:schemeClr val="tx2"/>
                </a:solidFill>
                <a:ea typeface="Calibri" panose="020F0502020204030204" pitchFamily="34" charset="0"/>
                <a:cs typeface="Calibri" panose="020F0502020204030204" pitchFamily="34" charset="0"/>
              </a:rPr>
              <a:t>  Mufă pentru electrofuziune [</a:t>
            </a:r>
            <a:r>
              <a:rPr lang="ro-RO" b="1">
                <a:solidFill>
                  <a:schemeClr val="tx2"/>
                </a:solidFill>
                <a:ea typeface="Calibri" panose="020F0502020204030204" pitchFamily="34" charset="0"/>
                <a:cs typeface="Calibri" panose="020F0502020204030204" pitchFamily="34" charset="0"/>
                <a:hlinkClick r:id="rId6"/>
              </a:rPr>
              <a:t>www.youtube.com</a:t>
            </a:r>
            <a:r>
              <a:rPr lang="en-US" b="1">
                <a:solidFill>
                  <a:schemeClr val="tx2"/>
                </a:solidFill>
                <a:ea typeface="Calibri" panose="020F0502020204030204" pitchFamily="34" charset="0"/>
                <a:cs typeface="Calibri" panose="020F0502020204030204" pitchFamily="34" charset="0"/>
              </a:rPr>
              <a:t>]</a:t>
            </a:r>
            <a:endParaRPr lang="ro-RO"/>
          </a:p>
        </p:txBody>
      </p:sp>
      <p:sp>
        <p:nvSpPr>
          <p:cNvPr id="7" name="Substituent subsol 4">
            <a:extLst>
              <a:ext uri="{FF2B5EF4-FFF2-40B4-BE49-F238E27FC236}">
                <a16:creationId xmlns:a16="http://schemas.microsoft.com/office/drawing/2014/main" id="{7AD0818A-E9F5-A116-9784-A0876305FC6D}"/>
              </a:ext>
            </a:extLst>
          </p:cNvPr>
          <p:cNvSpPr>
            <a:spLocks noGrp="1"/>
          </p:cNvSpPr>
          <p:nvPr>
            <p:ph type="ftr" sz="quarter" idx="11"/>
          </p:nvPr>
        </p:nvSpPr>
        <p:spPr>
          <a:xfrm>
            <a:off x="1169960" y="5878720"/>
            <a:ext cx="2915733" cy="298800"/>
          </a:xfrm>
        </p:spPr>
        <p:txBody>
          <a:bodyPr rtlCol="0"/>
          <a:lstStyle/>
          <a:p>
            <a:pPr rtl="0"/>
            <a:r>
              <a:rPr lang="ro-RO"/>
              <a:t>Îmbinări prin lipire</a:t>
            </a:r>
          </a:p>
        </p:txBody>
      </p:sp>
      <p:pic>
        <p:nvPicPr>
          <p:cNvPr id="8" name="Media online 7" title="Electrofusion Machine Operation">
            <a:hlinkClick r:id="" action="ppaction://media"/>
            <a:extLst>
              <a:ext uri="{FF2B5EF4-FFF2-40B4-BE49-F238E27FC236}">
                <a16:creationId xmlns:a16="http://schemas.microsoft.com/office/drawing/2014/main" id="{BFD5A941-6DEA-FA79-B624-D2D417A6B342}"/>
              </a:ext>
            </a:extLst>
          </p:cNvPr>
          <p:cNvPicPr>
            <a:picLocks noRot="1" noChangeAspect="1"/>
          </p:cNvPicPr>
          <p:nvPr>
            <a:videoFile r:link="rId1"/>
          </p:nvPr>
        </p:nvPicPr>
        <p:blipFill>
          <a:blip r:embed="rId7"/>
          <a:stretch>
            <a:fillRect/>
          </a:stretch>
        </p:blipFill>
        <p:spPr>
          <a:xfrm>
            <a:off x="955889" y="912008"/>
            <a:ext cx="4507957" cy="2545004"/>
          </a:xfrm>
          <a:prstGeom prst="rect">
            <a:avLst/>
          </a:prstGeom>
        </p:spPr>
      </p:pic>
      <p:pic>
        <p:nvPicPr>
          <p:cNvPr id="9" name="Media online 8" title="Electrofusion welding animation">
            <a:hlinkClick r:id="" action="ppaction://media"/>
            <a:extLst>
              <a:ext uri="{FF2B5EF4-FFF2-40B4-BE49-F238E27FC236}">
                <a16:creationId xmlns:a16="http://schemas.microsoft.com/office/drawing/2014/main" id="{BA207836-B9B2-16D7-C08F-A18C53357469}"/>
              </a:ext>
            </a:extLst>
          </p:cNvPr>
          <p:cNvPicPr>
            <a:picLocks noRot="1" noChangeAspect="1"/>
          </p:cNvPicPr>
          <p:nvPr>
            <a:videoFile r:link="rId2"/>
          </p:nvPr>
        </p:nvPicPr>
        <p:blipFill>
          <a:blip r:embed="rId8"/>
          <a:stretch>
            <a:fillRect/>
          </a:stretch>
        </p:blipFill>
        <p:spPr>
          <a:xfrm>
            <a:off x="6096000" y="3491195"/>
            <a:ext cx="4025513" cy="2272637"/>
          </a:xfrm>
          <a:prstGeom prst="rect">
            <a:avLst/>
          </a:prstGeom>
        </p:spPr>
      </p:pic>
    </p:spTree>
    <p:extLst>
      <p:ext uri="{BB962C8B-B14F-4D97-AF65-F5344CB8AC3E}">
        <p14:creationId xmlns:p14="http://schemas.microsoft.com/office/powerpoint/2010/main" val="319374630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8"/>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8"/>
                </p:tgtEl>
              </p:cMediaNode>
            </p:video>
            <p:seq concurrent="1" nextAc="seek">
              <p:cTn id="12" restart="whenNotActive" fill="hold" evtFilter="cancelBubble" nodeType="interactiveSeq">
                <p:stCondLst>
                  <p:cond evt="onClick" delay="0">
                    <p:tgtEl>
                      <p:spTgt spid="8"/>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8"/>
                                        </p:tgtEl>
                                      </p:cBhvr>
                                    </p:cmd>
                                  </p:childTnLst>
                                </p:cTn>
                              </p:par>
                            </p:childTnLst>
                          </p:cTn>
                        </p:par>
                      </p:childTnLst>
                    </p:cTn>
                  </p:par>
                </p:childTnLst>
              </p:cTn>
              <p:nextCondLst>
                <p:cond evt="onClick" delay="0">
                  <p:tgtEl>
                    <p:spTgt spid="8"/>
                  </p:tgtEl>
                </p:cond>
              </p:nextCondLst>
            </p:seq>
            <p:video>
              <p:cMediaNode vol="80000">
                <p:cTn id="17" fill="hold" display="0">
                  <p:stCondLst>
                    <p:cond delay="indefinite"/>
                  </p:stCondLst>
                </p:cTn>
                <p:tgtEl>
                  <p:spTgt spid="9"/>
                </p:tgtEl>
              </p:cMediaNode>
            </p:video>
            <p:seq concurrent="1" nextAc="seek">
              <p:cTn id="18" restart="whenNotActive" fill="hold" evtFilter="cancelBubble" nodeType="interactiveSeq">
                <p:stCondLst>
                  <p:cond evt="onClick" delay="0">
                    <p:tgtEl>
                      <p:spTgt spid="9"/>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9"/>
                                        </p:tgtEl>
                                      </p:cBhvr>
                                    </p:cmd>
                                  </p:childTnLst>
                                </p:cTn>
                              </p:par>
                            </p:childTnLst>
                          </p:cTn>
                        </p:par>
                      </p:childTnLst>
                    </p:cTn>
                  </p:par>
                </p:childTnLst>
              </p:cTn>
              <p:nextCondLst>
                <p:cond evt="onClick" delay="0">
                  <p:tgtEl>
                    <p:spTgt spid="9"/>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u 4">
            <a:extLst>
              <a:ext uri="{FF2B5EF4-FFF2-40B4-BE49-F238E27FC236}">
                <a16:creationId xmlns:a16="http://schemas.microsoft.com/office/drawing/2014/main" id="{CAA634A5-7FE6-42E8-939A-FEBD82600891}"/>
              </a:ext>
            </a:extLst>
          </p:cNvPr>
          <p:cNvSpPr>
            <a:spLocks noGrp="1"/>
          </p:cNvSpPr>
          <p:nvPr>
            <p:ph type="title"/>
          </p:nvPr>
        </p:nvSpPr>
        <p:spPr>
          <a:xfrm>
            <a:off x="6096000" y="358907"/>
            <a:ext cx="4614153" cy="882168"/>
          </a:xfrm>
        </p:spPr>
        <p:txBody>
          <a:bodyPr rtlCol="0">
            <a:noAutofit/>
          </a:bodyPr>
          <a:lstStyle/>
          <a:p>
            <a:pPr rtl="0"/>
            <a:r>
              <a:rPr lang="en-US" sz="3000"/>
              <a:t>ELECTROFUZIUNEA</a:t>
            </a:r>
            <a:endParaRPr lang="ro-RO" sz="3000"/>
          </a:p>
        </p:txBody>
      </p:sp>
      <p:sp>
        <p:nvSpPr>
          <p:cNvPr id="10" name="Substituent text 9">
            <a:extLst>
              <a:ext uri="{FF2B5EF4-FFF2-40B4-BE49-F238E27FC236}">
                <a16:creationId xmlns:a16="http://schemas.microsoft.com/office/drawing/2014/main" id="{80D2D95B-77BF-49F5-AFBD-07FDD7C43B82}"/>
              </a:ext>
            </a:extLst>
          </p:cNvPr>
          <p:cNvSpPr>
            <a:spLocks noGrp="1"/>
          </p:cNvSpPr>
          <p:nvPr>
            <p:ph type="body" idx="30"/>
          </p:nvPr>
        </p:nvSpPr>
        <p:spPr>
          <a:xfrm>
            <a:off x="778643" y="799991"/>
            <a:ext cx="4542816" cy="4764229"/>
          </a:xfrm>
        </p:spPr>
        <p:txBody>
          <a:bodyPr rtlCol="0">
            <a:normAutofit/>
          </a:bodyPr>
          <a:lstStyle/>
          <a:p>
            <a:pPr marL="0" indent="0" rtl="0">
              <a:spcAft>
                <a:spcPts val="1200"/>
              </a:spcAft>
              <a:buNone/>
            </a:pPr>
            <a:r>
              <a:rPr lang="ro-RO" sz="2000" b="1" u="sng">
                <a:solidFill>
                  <a:schemeClr val="tx1"/>
                </a:solidFill>
              </a:rPr>
              <a:t>Avantaje</a:t>
            </a:r>
            <a:r>
              <a:rPr lang="ro-RO" sz="2000" b="1">
                <a:solidFill>
                  <a:schemeClr val="tx1"/>
                </a:solidFill>
              </a:rPr>
              <a:t> :</a:t>
            </a:r>
          </a:p>
          <a:p>
            <a:pPr algn="just" rtl="0"/>
            <a:r>
              <a:rPr lang="ro-RO" sz="2000">
                <a:solidFill>
                  <a:schemeClr val="tx1"/>
                </a:solidFill>
              </a:rPr>
              <a:t>Flexibilitate: Electrofuziunea poate fi utilizată în zone greu accesibile sau unde nu există spațiu pentru manevrarea conductelor mari.</a:t>
            </a:r>
          </a:p>
          <a:p>
            <a:pPr algn="just" rtl="0"/>
            <a:endParaRPr lang="ro-RO" sz="2000">
              <a:solidFill>
                <a:schemeClr val="tx1"/>
              </a:solidFill>
            </a:endParaRPr>
          </a:p>
          <a:p>
            <a:pPr algn="just" rtl="0"/>
            <a:r>
              <a:rPr lang="ro-RO" sz="2000">
                <a:solidFill>
                  <a:schemeClr val="tx1"/>
                </a:solidFill>
              </a:rPr>
              <a:t>Calitate ridicată a îmbinării: legătură omogenă și ermetică.</a:t>
            </a:r>
          </a:p>
          <a:p>
            <a:pPr algn="just" rtl="0"/>
            <a:endParaRPr lang="ro-RO" sz="2000">
              <a:solidFill>
                <a:schemeClr val="tx1"/>
              </a:solidFill>
            </a:endParaRPr>
          </a:p>
          <a:p>
            <a:pPr algn="just" rtl="0"/>
            <a:r>
              <a:rPr lang="ro-RO" sz="2000">
                <a:solidFill>
                  <a:schemeClr val="tx1"/>
                </a:solidFill>
              </a:rPr>
              <a:t>Compatibilitate cu diametre variate: Fitingurile electrofuzibile pot fi utilizate pentru o gamă largă de dimensiuni de conducte.</a:t>
            </a:r>
            <a:endParaRPr lang="ro-RO" sz="2000"/>
          </a:p>
        </p:txBody>
      </p:sp>
      <p:sp>
        <p:nvSpPr>
          <p:cNvPr id="4" name="Substituent număr diapozitiv 3">
            <a:extLst>
              <a:ext uri="{FF2B5EF4-FFF2-40B4-BE49-F238E27FC236}">
                <a16:creationId xmlns:a16="http://schemas.microsoft.com/office/drawing/2014/main" id="{670F84A1-DCA9-4894-82EA-A83237ACA8B7}"/>
              </a:ext>
            </a:extLst>
          </p:cNvPr>
          <p:cNvSpPr>
            <a:spLocks noGrp="1"/>
          </p:cNvSpPr>
          <p:nvPr>
            <p:ph type="sldNum" sz="quarter" idx="12"/>
          </p:nvPr>
        </p:nvSpPr>
        <p:spPr/>
        <p:txBody>
          <a:bodyPr rtlCol="0"/>
          <a:lstStyle/>
          <a:p>
            <a:pPr rtl="0"/>
            <a:fld id="{8D581BC7-E183-40DB-AC97-C19EA4EB8894}" type="slidenum">
              <a:rPr lang="ro-RO" smtClean="0"/>
              <a:t>25</a:t>
            </a:fld>
            <a:endParaRPr lang="ro-RO"/>
          </a:p>
        </p:txBody>
      </p:sp>
      <p:sp>
        <p:nvSpPr>
          <p:cNvPr id="2" name="Substituent dată 1">
            <a:extLst>
              <a:ext uri="{FF2B5EF4-FFF2-40B4-BE49-F238E27FC236}">
                <a16:creationId xmlns:a16="http://schemas.microsoft.com/office/drawing/2014/main" id="{FC52B98C-5C1E-46B1-B54D-F830C622743A}"/>
              </a:ext>
            </a:extLst>
          </p:cNvPr>
          <p:cNvSpPr>
            <a:spLocks noGrp="1"/>
          </p:cNvSpPr>
          <p:nvPr>
            <p:ph type="dt" sz="half" idx="10"/>
          </p:nvPr>
        </p:nvSpPr>
        <p:spPr/>
        <p:txBody>
          <a:bodyPr rtlCol="0"/>
          <a:lstStyle/>
          <a:p>
            <a:pPr rtl="0"/>
            <a:r>
              <a:rPr lang="ro-RO"/>
              <a:t>08.10.2025</a:t>
            </a:r>
          </a:p>
        </p:txBody>
      </p:sp>
      <p:sp>
        <p:nvSpPr>
          <p:cNvPr id="7" name="Substituent subsol 4">
            <a:extLst>
              <a:ext uri="{FF2B5EF4-FFF2-40B4-BE49-F238E27FC236}">
                <a16:creationId xmlns:a16="http://schemas.microsoft.com/office/drawing/2014/main" id="{7AD0818A-E9F5-A116-9784-A0876305FC6D}"/>
              </a:ext>
            </a:extLst>
          </p:cNvPr>
          <p:cNvSpPr>
            <a:spLocks noGrp="1"/>
          </p:cNvSpPr>
          <p:nvPr>
            <p:ph type="ftr" sz="quarter" idx="11"/>
          </p:nvPr>
        </p:nvSpPr>
        <p:spPr>
          <a:xfrm>
            <a:off x="1169960" y="5878720"/>
            <a:ext cx="2915733" cy="298800"/>
          </a:xfrm>
        </p:spPr>
        <p:txBody>
          <a:bodyPr rtlCol="0"/>
          <a:lstStyle/>
          <a:p>
            <a:pPr rtl="0"/>
            <a:r>
              <a:rPr lang="ro-RO"/>
              <a:t>Îmbinări prin lipire</a:t>
            </a:r>
          </a:p>
        </p:txBody>
      </p:sp>
      <p:sp>
        <p:nvSpPr>
          <p:cNvPr id="13" name="CasetăText 12">
            <a:extLst>
              <a:ext uri="{FF2B5EF4-FFF2-40B4-BE49-F238E27FC236}">
                <a16:creationId xmlns:a16="http://schemas.microsoft.com/office/drawing/2014/main" id="{B2DC5F5D-EAFB-D787-CE21-84E268E2A3B8}"/>
              </a:ext>
            </a:extLst>
          </p:cNvPr>
          <p:cNvSpPr txBox="1"/>
          <p:nvPr/>
        </p:nvSpPr>
        <p:spPr>
          <a:xfrm>
            <a:off x="6069249" y="2074783"/>
            <a:ext cx="5284551" cy="2708434"/>
          </a:xfrm>
          <a:prstGeom prst="rect">
            <a:avLst/>
          </a:prstGeom>
          <a:noFill/>
        </p:spPr>
        <p:txBody>
          <a:bodyPr wrap="square">
            <a:spAutoFit/>
          </a:bodyPr>
          <a:lstStyle/>
          <a:p>
            <a:pPr>
              <a:spcAft>
                <a:spcPts val="1200"/>
              </a:spcAft>
            </a:pPr>
            <a:r>
              <a:rPr lang="ro-RO" sz="2000" u="sng">
                <a:solidFill>
                  <a:schemeClr val="tx2"/>
                </a:solidFill>
              </a:rPr>
              <a:t>Dezavantaje:</a:t>
            </a:r>
          </a:p>
          <a:p>
            <a:pPr algn="just"/>
            <a:r>
              <a:rPr lang="ro-RO" sz="2000">
                <a:solidFill>
                  <a:schemeClr val="tx2"/>
                </a:solidFill>
              </a:rPr>
              <a:t>Costuri mai mari: Aparatul de electrofuziune și fitingurile electrofuzibile sunt mai scumpe decât alte metode.</a:t>
            </a:r>
          </a:p>
          <a:p>
            <a:pPr algn="just"/>
            <a:endParaRPr lang="ro-RO" sz="2000">
              <a:solidFill>
                <a:schemeClr val="tx2"/>
              </a:solidFill>
            </a:endParaRPr>
          </a:p>
          <a:p>
            <a:pPr algn="just"/>
            <a:r>
              <a:rPr lang="ro-RO" sz="2000">
                <a:solidFill>
                  <a:schemeClr val="tx2"/>
                </a:solidFill>
              </a:rPr>
              <a:t>Timp de instalare mai mare: Este nevoie de o pregătire riguroasă a suprafeței conductei și fitingului pentru a evita contaminarea.</a:t>
            </a:r>
          </a:p>
        </p:txBody>
      </p:sp>
    </p:spTree>
    <p:extLst>
      <p:ext uri="{BB962C8B-B14F-4D97-AF65-F5344CB8AC3E}">
        <p14:creationId xmlns:p14="http://schemas.microsoft.com/office/powerpoint/2010/main" val="48641151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u 4">
            <a:extLst>
              <a:ext uri="{FF2B5EF4-FFF2-40B4-BE49-F238E27FC236}">
                <a16:creationId xmlns:a16="http://schemas.microsoft.com/office/drawing/2014/main" id="{CAA634A5-7FE6-42E8-939A-FEBD82600891}"/>
              </a:ext>
            </a:extLst>
          </p:cNvPr>
          <p:cNvSpPr>
            <a:spLocks noGrp="1"/>
          </p:cNvSpPr>
          <p:nvPr>
            <p:ph type="title"/>
          </p:nvPr>
        </p:nvSpPr>
        <p:spPr>
          <a:xfrm>
            <a:off x="6108523" y="394447"/>
            <a:ext cx="4964349" cy="882168"/>
          </a:xfrm>
        </p:spPr>
        <p:txBody>
          <a:bodyPr rtlCol="0">
            <a:noAutofit/>
          </a:bodyPr>
          <a:lstStyle/>
          <a:p>
            <a:pPr rtl="0"/>
            <a:r>
              <a:rPr lang="en-US" sz="3000"/>
              <a:t>LIPIREA CAP LA CAP</a:t>
            </a:r>
            <a:endParaRPr lang="ro-RO" sz="3000"/>
          </a:p>
        </p:txBody>
      </p:sp>
      <p:sp>
        <p:nvSpPr>
          <p:cNvPr id="6" name="Substituent text 5">
            <a:extLst>
              <a:ext uri="{FF2B5EF4-FFF2-40B4-BE49-F238E27FC236}">
                <a16:creationId xmlns:a16="http://schemas.microsoft.com/office/drawing/2014/main" id="{F7F2EF20-4914-4F8B-9D4E-F7DF9977D6D1}"/>
              </a:ext>
            </a:extLst>
          </p:cNvPr>
          <p:cNvSpPr>
            <a:spLocks noGrp="1"/>
          </p:cNvSpPr>
          <p:nvPr>
            <p:ph type="body" idx="1"/>
          </p:nvPr>
        </p:nvSpPr>
        <p:spPr>
          <a:xfrm>
            <a:off x="6095999" y="1519517"/>
            <a:ext cx="5917660" cy="1117379"/>
          </a:xfrm>
        </p:spPr>
        <p:txBody>
          <a:bodyPr rtlCol="0">
            <a:noAutofit/>
          </a:bodyPr>
          <a:lstStyle/>
          <a:p>
            <a:pPr algn="just" rtl="0"/>
            <a:r>
              <a:rPr lang="ro-RO"/>
              <a:t>Denumită și sudare cap la cap, este o metodă de îmbinare a conductelor în care capetele acestora sunt încălzite direct și apoi presate unul împotriva celuilalt, fără utilizarea unor fitinguri suplimentare.</a:t>
            </a:r>
          </a:p>
        </p:txBody>
      </p:sp>
      <p:sp>
        <p:nvSpPr>
          <p:cNvPr id="4" name="Substituent număr diapozitiv 3">
            <a:extLst>
              <a:ext uri="{FF2B5EF4-FFF2-40B4-BE49-F238E27FC236}">
                <a16:creationId xmlns:a16="http://schemas.microsoft.com/office/drawing/2014/main" id="{670F84A1-DCA9-4894-82EA-A83237ACA8B7}"/>
              </a:ext>
            </a:extLst>
          </p:cNvPr>
          <p:cNvSpPr>
            <a:spLocks noGrp="1"/>
          </p:cNvSpPr>
          <p:nvPr>
            <p:ph type="sldNum" sz="quarter" idx="12"/>
          </p:nvPr>
        </p:nvSpPr>
        <p:spPr/>
        <p:txBody>
          <a:bodyPr rtlCol="0"/>
          <a:lstStyle/>
          <a:p>
            <a:pPr rtl="0"/>
            <a:fld id="{8D581BC7-E183-40DB-AC97-C19EA4EB8894}" type="slidenum">
              <a:rPr lang="ro-RO" smtClean="0"/>
              <a:t>26</a:t>
            </a:fld>
            <a:endParaRPr lang="ro-RO"/>
          </a:p>
        </p:txBody>
      </p:sp>
      <p:sp>
        <p:nvSpPr>
          <p:cNvPr id="2" name="Substituent dată 1">
            <a:extLst>
              <a:ext uri="{FF2B5EF4-FFF2-40B4-BE49-F238E27FC236}">
                <a16:creationId xmlns:a16="http://schemas.microsoft.com/office/drawing/2014/main" id="{FC52B98C-5C1E-46B1-B54D-F830C622743A}"/>
              </a:ext>
            </a:extLst>
          </p:cNvPr>
          <p:cNvSpPr>
            <a:spLocks noGrp="1"/>
          </p:cNvSpPr>
          <p:nvPr>
            <p:ph type="dt" sz="half" idx="10"/>
          </p:nvPr>
        </p:nvSpPr>
        <p:spPr/>
        <p:txBody>
          <a:bodyPr rtlCol="0"/>
          <a:lstStyle/>
          <a:p>
            <a:pPr rtl="0"/>
            <a:r>
              <a:rPr lang="ro-RO"/>
              <a:t>08.10.2025</a:t>
            </a:r>
          </a:p>
        </p:txBody>
      </p:sp>
      <p:sp>
        <p:nvSpPr>
          <p:cNvPr id="23" name="CasetăText 22">
            <a:extLst>
              <a:ext uri="{FF2B5EF4-FFF2-40B4-BE49-F238E27FC236}">
                <a16:creationId xmlns:a16="http://schemas.microsoft.com/office/drawing/2014/main" id="{74084D36-799C-F22C-892D-34AB74E3D1F0}"/>
              </a:ext>
            </a:extLst>
          </p:cNvPr>
          <p:cNvSpPr txBox="1"/>
          <p:nvPr/>
        </p:nvSpPr>
        <p:spPr>
          <a:xfrm>
            <a:off x="858162" y="2933836"/>
            <a:ext cx="4507957" cy="646331"/>
          </a:xfrm>
          <a:prstGeom prst="rect">
            <a:avLst/>
          </a:prstGeom>
          <a:noFill/>
        </p:spPr>
        <p:txBody>
          <a:bodyPr wrap="square">
            <a:spAutoFit/>
          </a:bodyPr>
          <a:lstStyle/>
          <a:p>
            <a:pPr algn="ctr"/>
            <a:r>
              <a:rPr lang="ro-RO" b="1">
                <a:solidFill>
                  <a:schemeClr val="tx2"/>
                </a:solidFill>
                <a:ea typeface="Calibri" panose="020F0502020204030204" pitchFamily="34" charset="0"/>
                <a:cs typeface="Calibri" panose="020F0502020204030204" pitchFamily="34" charset="0"/>
              </a:rPr>
              <a:t>Video </a:t>
            </a:r>
            <a:r>
              <a:rPr lang="en-US" b="1">
                <a:solidFill>
                  <a:schemeClr val="tx2"/>
                </a:solidFill>
                <a:ea typeface="Calibri" panose="020F0502020204030204" pitchFamily="34" charset="0"/>
                <a:cs typeface="Calibri" panose="020F0502020204030204" pitchFamily="34" charset="0"/>
              </a:rPr>
              <a:t>10</a:t>
            </a:r>
            <a:r>
              <a:rPr lang="ro-RO" b="1">
                <a:solidFill>
                  <a:schemeClr val="tx2"/>
                </a:solidFill>
                <a:ea typeface="Calibri" panose="020F0502020204030204" pitchFamily="34" charset="0"/>
                <a:cs typeface="Calibri" panose="020F0502020204030204" pitchFamily="34" charset="0"/>
              </a:rPr>
              <a:t> Lipire cap la cap conducte din PPR [</a:t>
            </a:r>
            <a:r>
              <a:rPr lang="ro-RO" b="1">
                <a:solidFill>
                  <a:schemeClr val="tx2"/>
                </a:solidFill>
                <a:ea typeface="Calibri" panose="020F0502020204030204" pitchFamily="34" charset="0"/>
                <a:cs typeface="Calibri" panose="020F0502020204030204" pitchFamily="34" charset="0"/>
                <a:hlinkClick r:id="rId5"/>
              </a:rPr>
              <a:t>www.youtube.com</a:t>
            </a:r>
            <a:r>
              <a:rPr lang="en-US" b="1">
                <a:solidFill>
                  <a:schemeClr val="tx2"/>
                </a:solidFill>
                <a:ea typeface="Calibri" panose="020F0502020204030204" pitchFamily="34" charset="0"/>
                <a:cs typeface="Calibri" panose="020F0502020204030204" pitchFamily="34" charset="0"/>
              </a:rPr>
              <a:t>]</a:t>
            </a:r>
            <a:endParaRPr lang="ro-RO"/>
          </a:p>
        </p:txBody>
      </p:sp>
      <p:sp>
        <p:nvSpPr>
          <p:cNvPr id="28" name="CasetăText 27">
            <a:extLst>
              <a:ext uri="{FF2B5EF4-FFF2-40B4-BE49-F238E27FC236}">
                <a16:creationId xmlns:a16="http://schemas.microsoft.com/office/drawing/2014/main" id="{E035CD1F-94D4-272D-B2E0-8C9C54B7BBD6}"/>
              </a:ext>
            </a:extLst>
          </p:cNvPr>
          <p:cNvSpPr txBox="1"/>
          <p:nvPr/>
        </p:nvSpPr>
        <p:spPr>
          <a:xfrm>
            <a:off x="6659803" y="5802128"/>
            <a:ext cx="4025513" cy="646331"/>
          </a:xfrm>
          <a:prstGeom prst="rect">
            <a:avLst/>
          </a:prstGeom>
          <a:noFill/>
        </p:spPr>
        <p:txBody>
          <a:bodyPr wrap="square">
            <a:spAutoFit/>
          </a:bodyPr>
          <a:lstStyle/>
          <a:p>
            <a:pPr algn="ctr"/>
            <a:r>
              <a:rPr lang="ro-RO" b="1">
                <a:solidFill>
                  <a:schemeClr val="tx2"/>
                </a:solidFill>
                <a:ea typeface="Calibri" panose="020F0502020204030204" pitchFamily="34" charset="0"/>
                <a:cs typeface="Calibri" panose="020F0502020204030204" pitchFamily="34" charset="0"/>
              </a:rPr>
              <a:t>Video 1</a:t>
            </a:r>
            <a:r>
              <a:rPr lang="en-US" b="1">
                <a:solidFill>
                  <a:schemeClr val="tx2"/>
                </a:solidFill>
                <a:ea typeface="Calibri" panose="020F0502020204030204" pitchFamily="34" charset="0"/>
                <a:cs typeface="Calibri" panose="020F0502020204030204" pitchFamily="34" charset="0"/>
              </a:rPr>
              <a:t>1</a:t>
            </a:r>
            <a:r>
              <a:rPr lang="ro-RO" b="1">
                <a:solidFill>
                  <a:schemeClr val="tx2"/>
                </a:solidFill>
                <a:ea typeface="Calibri" panose="020F0502020204030204" pitchFamily="34" charset="0"/>
                <a:cs typeface="Calibri" panose="020F0502020204030204" pitchFamily="34" charset="0"/>
              </a:rPr>
              <a:t>  Lipire cap la cap conducte HDPE  [</a:t>
            </a:r>
            <a:r>
              <a:rPr lang="ro-RO" b="1">
                <a:solidFill>
                  <a:schemeClr val="tx2"/>
                </a:solidFill>
                <a:ea typeface="Calibri" panose="020F0502020204030204" pitchFamily="34" charset="0"/>
                <a:cs typeface="Calibri" panose="020F0502020204030204" pitchFamily="34" charset="0"/>
                <a:hlinkClick r:id="rId6"/>
              </a:rPr>
              <a:t>www.youtube.com</a:t>
            </a:r>
            <a:r>
              <a:rPr lang="en-US" b="1">
                <a:solidFill>
                  <a:schemeClr val="tx2"/>
                </a:solidFill>
                <a:ea typeface="Calibri" panose="020F0502020204030204" pitchFamily="34" charset="0"/>
                <a:cs typeface="Calibri" panose="020F0502020204030204" pitchFamily="34" charset="0"/>
              </a:rPr>
              <a:t>]</a:t>
            </a:r>
            <a:endParaRPr lang="ro-RO"/>
          </a:p>
        </p:txBody>
      </p:sp>
      <p:sp>
        <p:nvSpPr>
          <p:cNvPr id="7" name="Substituent subsol 4">
            <a:extLst>
              <a:ext uri="{FF2B5EF4-FFF2-40B4-BE49-F238E27FC236}">
                <a16:creationId xmlns:a16="http://schemas.microsoft.com/office/drawing/2014/main" id="{7AD0818A-E9F5-A116-9784-A0876305FC6D}"/>
              </a:ext>
            </a:extLst>
          </p:cNvPr>
          <p:cNvSpPr>
            <a:spLocks noGrp="1"/>
          </p:cNvSpPr>
          <p:nvPr>
            <p:ph type="ftr" sz="quarter" idx="11"/>
          </p:nvPr>
        </p:nvSpPr>
        <p:spPr>
          <a:xfrm>
            <a:off x="1169960" y="5878720"/>
            <a:ext cx="2915733" cy="298800"/>
          </a:xfrm>
        </p:spPr>
        <p:txBody>
          <a:bodyPr rtlCol="0"/>
          <a:lstStyle/>
          <a:p>
            <a:pPr rtl="0"/>
            <a:r>
              <a:rPr lang="ro-RO"/>
              <a:t>Îmbinări prin lipire</a:t>
            </a:r>
          </a:p>
        </p:txBody>
      </p:sp>
      <p:sp>
        <p:nvSpPr>
          <p:cNvPr id="10" name="CasetăText 9">
            <a:extLst>
              <a:ext uri="{FF2B5EF4-FFF2-40B4-BE49-F238E27FC236}">
                <a16:creationId xmlns:a16="http://schemas.microsoft.com/office/drawing/2014/main" id="{2C3EE155-3193-FC67-451C-BCE27A868E27}"/>
              </a:ext>
            </a:extLst>
          </p:cNvPr>
          <p:cNvSpPr txBox="1"/>
          <p:nvPr/>
        </p:nvSpPr>
        <p:spPr>
          <a:xfrm>
            <a:off x="380250" y="3687877"/>
            <a:ext cx="5350809" cy="2031325"/>
          </a:xfrm>
          <a:prstGeom prst="rect">
            <a:avLst/>
          </a:prstGeom>
          <a:noFill/>
        </p:spPr>
        <p:txBody>
          <a:bodyPr wrap="square">
            <a:spAutoFit/>
          </a:bodyPr>
          <a:lstStyle/>
          <a:p>
            <a:r>
              <a:rPr lang="ro-RO"/>
              <a:t>Etape de bază:</a:t>
            </a:r>
          </a:p>
          <a:p>
            <a:pPr marL="342900" indent="-342900" algn="just">
              <a:buFont typeface="+mj-lt"/>
              <a:buAutoNum type="arabicPeriod"/>
            </a:pPr>
            <a:r>
              <a:rPr lang="ro-RO"/>
              <a:t>Capetele conductelor sunt tăiate drept și curățate.</a:t>
            </a:r>
          </a:p>
          <a:p>
            <a:pPr marL="342900" indent="-342900" algn="just">
              <a:buFont typeface="+mj-lt"/>
              <a:buAutoNum type="arabicPeriod"/>
            </a:pPr>
            <a:r>
              <a:rPr lang="ro-RO"/>
              <a:t>Conductele sunt încălzite simultan pe o placă de încălzire.</a:t>
            </a:r>
          </a:p>
          <a:p>
            <a:pPr marL="342900" indent="-342900" algn="just">
              <a:buFont typeface="+mj-lt"/>
              <a:buAutoNum type="arabicPeriod"/>
            </a:pPr>
            <a:r>
              <a:rPr lang="ro-RO"/>
              <a:t>După atingerea unei temperaturi optime, capetele conductelor sunt lipite între ele sub presiune.</a:t>
            </a:r>
          </a:p>
          <a:p>
            <a:pPr marL="342900" indent="-342900" algn="just">
              <a:buFont typeface="+mj-lt"/>
              <a:buAutoNum type="arabicPeriod"/>
            </a:pPr>
            <a:r>
              <a:rPr lang="ro-RO"/>
              <a:t>Se lasă să se răcească, formând o îmbinare solidă.</a:t>
            </a:r>
          </a:p>
        </p:txBody>
      </p:sp>
      <p:pic>
        <p:nvPicPr>
          <p:cNvPr id="11" name="Media online 10" title="63-160mm Manual Butt Fusion Welding Machine With 4 Rings">
            <a:hlinkClick r:id="" action="ppaction://media"/>
            <a:extLst>
              <a:ext uri="{FF2B5EF4-FFF2-40B4-BE49-F238E27FC236}">
                <a16:creationId xmlns:a16="http://schemas.microsoft.com/office/drawing/2014/main" id="{524FEA6B-2FD9-8AC9-36D7-6B9ABEEEA97C}"/>
              </a:ext>
            </a:extLst>
          </p:cNvPr>
          <p:cNvPicPr>
            <a:picLocks noRot="1" noChangeAspect="1"/>
          </p:cNvPicPr>
          <p:nvPr>
            <a:videoFile r:link="rId1"/>
          </p:nvPr>
        </p:nvPicPr>
        <p:blipFill>
          <a:blip r:embed="rId7"/>
          <a:stretch>
            <a:fillRect/>
          </a:stretch>
        </p:blipFill>
        <p:spPr>
          <a:xfrm>
            <a:off x="6095999" y="2879799"/>
            <a:ext cx="5070020" cy="2862322"/>
          </a:xfrm>
          <a:prstGeom prst="rect">
            <a:avLst/>
          </a:prstGeom>
        </p:spPr>
      </p:pic>
      <p:pic>
        <p:nvPicPr>
          <p:cNvPr id="12" name="Media online 11" title="Butt Fusion Machine Operation">
            <a:hlinkClick r:id="" action="ppaction://media"/>
            <a:extLst>
              <a:ext uri="{FF2B5EF4-FFF2-40B4-BE49-F238E27FC236}">
                <a16:creationId xmlns:a16="http://schemas.microsoft.com/office/drawing/2014/main" id="{097C6F55-0B11-8330-FFCC-DC02F8B57133}"/>
              </a:ext>
            </a:extLst>
          </p:cNvPr>
          <p:cNvPicPr>
            <a:picLocks noRot="1" noChangeAspect="1"/>
          </p:cNvPicPr>
          <p:nvPr>
            <a:videoFile r:link="rId2"/>
          </p:nvPr>
        </p:nvPicPr>
        <p:blipFill>
          <a:blip r:embed="rId8"/>
          <a:stretch>
            <a:fillRect/>
          </a:stretch>
        </p:blipFill>
        <p:spPr>
          <a:xfrm>
            <a:off x="955889" y="394447"/>
            <a:ext cx="4307223" cy="2431679"/>
          </a:xfrm>
          <a:prstGeom prst="rect">
            <a:avLst/>
          </a:prstGeom>
        </p:spPr>
      </p:pic>
    </p:spTree>
    <p:extLst>
      <p:ext uri="{BB962C8B-B14F-4D97-AF65-F5344CB8AC3E}">
        <p14:creationId xmlns:p14="http://schemas.microsoft.com/office/powerpoint/2010/main" val="150847891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11"/>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11"/>
                </p:tgtEl>
              </p:cMediaNode>
            </p:video>
            <p:seq concurrent="1" nextAc="seek">
              <p:cTn id="12" restart="whenNotActive" fill="hold" evtFilter="cancelBubble" nodeType="interactiveSeq">
                <p:stCondLst>
                  <p:cond evt="onClick" delay="0">
                    <p:tgtEl>
                      <p:spTgt spid="11"/>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11"/>
                                        </p:tgtEl>
                                      </p:cBhvr>
                                    </p:cmd>
                                  </p:childTnLst>
                                </p:cTn>
                              </p:par>
                            </p:childTnLst>
                          </p:cTn>
                        </p:par>
                      </p:childTnLst>
                    </p:cTn>
                  </p:par>
                </p:childTnLst>
              </p:cTn>
              <p:nextCondLst>
                <p:cond evt="onClick" delay="0">
                  <p:tgtEl>
                    <p:spTgt spid="11"/>
                  </p:tgtEl>
                </p:cond>
              </p:nextCondLst>
            </p:seq>
            <p:video>
              <p:cMediaNode vol="80000">
                <p:cTn id="17" fill="hold" display="0">
                  <p:stCondLst>
                    <p:cond delay="indefinite"/>
                  </p:stCondLst>
                </p:cTn>
                <p:tgtEl>
                  <p:spTgt spid="12"/>
                </p:tgtEl>
              </p:cMediaNode>
            </p:video>
            <p:seq concurrent="1" nextAc="seek">
              <p:cTn id="18" restart="whenNotActive" fill="hold" evtFilter="cancelBubble" nodeType="interactiveSeq">
                <p:stCondLst>
                  <p:cond evt="onClick" delay="0">
                    <p:tgtEl>
                      <p:spTgt spid="12"/>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12"/>
                                        </p:tgtEl>
                                      </p:cBhvr>
                                    </p:cmd>
                                  </p:childTnLst>
                                </p:cTn>
                              </p:par>
                            </p:childTnLst>
                          </p:cTn>
                        </p:par>
                      </p:childTnLst>
                    </p:cTn>
                  </p:par>
                </p:childTnLst>
              </p:cTn>
              <p:nextCondLst>
                <p:cond evt="onClick" delay="0">
                  <p:tgtEl>
                    <p:spTgt spid="12"/>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u 4">
            <a:extLst>
              <a:ext uri="{FF2B5EF4-FFF2-40B4-BE49-F238E27FC236}">
                <a16:creationId xmlns:a16="http://schemas.microsoft.com/office/drawing/2014/main" id="{CAA634A5-7FE6-42E8-939A-FEBD82600891}"/>
              </a:ext>
            </a:extLst>
          </p:cNvPr>
          <p:cNvSpPr>
            <a:spLocks noGrp="1"/>
          </p:cNvSpPr>
          <p:nvPr>
            <p:ph type="title"/>
          </p:nvPr>
        </p:nvSpPr>
        <p:spPr>
          <a:xfrm>
            <a:off x="6096000" y="404766"/>
            <a:ext cx="4824918" cy="882168"/>
          </a:xfrm>
        </p:spPr>
        <p:txBody>
          <a:bodyPr rtlCol="0">
            <a:noAutofit/>
          </a:bodyPr>
          <a:lstStyle/>
          <a:p>
            <a:pPr rtl="0"/>
            <a:r>
              <a:rPr lang="en-US" sz="3000"/>
              <a:t>LIPIREA CAP LA CAP</a:t>
            </a:r>
            <a:endParaRPr lang="ro-RO" sz="3000"/>
          </a:p>
        </p:txBody>
      </p:sp>
      <p:sp>
        <p:nvSpPr>
          <p:cNvPr id="10" name="Substituent text 9">
            <a:extLst>
              <a:ext uri="{FF2B5EF4-FFF2-40B4-BE49-F238E27FC236}">
                <a16:creationId xmlns:a16="http://schemas.microsoft.com/office/drawing/2014/main" id="{80D2D95B-77BF-49F5-AFBD-07FDD7C43B82}"/>
              </a:ext>
            </a:extLst>
          </p:cNvPr>
          <p:cNvSpPr>
            <a:spLocks noGrp="1"/>
          </p:cNvSpPr>
          <p:nvPr>
            <p:ph type="body" idx="30"/>
          </p:nvPr>
        </p:nvSpPr>
        <p:spPr>
          <a:xfrm>
            <a:off x="622571" y="680480"/>
            <a:ext cx="4824918" cy="4764229"/>
          </a:xfrm>
        </p:spPr>
        <p:txBody>
          <a:bodyPr rtlCol="0">
            <a:normAutofit/>
          </a:bodyPr>
          <a:lstStyle/>
          <a:p>
            <a:pPr marL="0" indent="0" rtl="0">
              <a:buNone/>
            </a:pPr>
            <a:r>
              <a:rPr lang="ro-RO" sz="2000" b="1" u="sng">
                <a:solidFill>
                  <a:schemeClr val="tx1"/>
                </a:solidFill>
              </a:rPr>
              <a:t>Avantaje</a:t>
            </a:r>
            <a:r>
              <a:rPr lang="ro-RO" sz="2000" b="1">
                <a:solidFill>
                  <a:schemeClr val="tx1"/>
                </a:solidFill>
              </a:rPr>
              <a:t> :</a:t>
            </a:r>
          </a:p>
          <a:p>
            <a:pPr algn="just" rtl="0"/>
            <a:r>
              <a:rPr lang="ro-RO" sz="2000">
                <a:solidFill>
                  <a:schemeClr val="tx1"/>
                </a:solidFill>
              </a:rPr>
              <a:t>Costuri mai mici: Nu necesită fitinguri electrofuzibile suplimentare. </a:t>
            </a:r>
          </a:p>
          <a:p>
            <a:pPr algn="just" rtl="0"/>
            <a:endParaRPr lang="ro-RO" sz="2000">
              <a:solidFill>
                <a:schemeClr val="tx1"/>
              </a:solidFill>
            </a:endParaRPr>
          </a:p>
          <a:p>
            <a:pPr algn="just" rtl="0"/>
            <a:r>
              <a:rPr lang="ro-RO" sz="2000">
                <a:solidFill>
                  <a:schemeClr val="tx1"/>
                </a:solidFill>
              </a:rPr>
              <a:t>Îmbinare continuă: Lipirea cap la cap creează o îmbinare foarte puternică, similară cu structura materialului conductei, fără puncte slabe.</a:t>
            </a:r>
          </a:p>
          <a:p>
            <a:pPr algn="just" rtl="0"/>
            <a:endParaRPr lang="ro-RO" sz="2000">
              <a:solidFill>
                <a:schemeClr val="tx1"/>
              </a:solidFill>
            </a:endParaRPr>
          </a:p>
          <a:p>
            <a:pPr algn="just" rtl="0"/>
            <a:r>
              <a:rPr lang="ro-RO" sz="2000">
                <a:solidFill>
                  <a:schemeClr val="tx1"/>
                </a:solidFill>
              </a:rPr>
              <a:t>Mai rapidă pe diametre mari: Este o metodă eficientă pentru diametre mari de țevi, deoarece elimină necesitatea unor fitinguri mari și costisitoare.</a:t>
            </a:r>
            <a:endParaRPr lang="ro-RO" sz="2000"/>
          </a:p>
        </p:txBody>
      </p:sp>
      <p:sp>
        <p:nvSpPr>
          <p:cNvPr id="4" name="Substituent număr diapozitiv 3">
            <a:extLst>
              <a:ext uri="{FF2B5EF4-FFF2-40B4-BE49-F238E27FC236}">
                <a16:creationId xmlns:a16="http://schemas.microsoft.com/office/drawing/2014/main" id="{670F84A1-DCA9-4894-82EA-A83237ACA8B7}"/>
              </a:ext>
            </a:extLst>
          </p:cNvPr>
          <p:cNvSpPr>
            <a:spLocks noGrp="1"/>
          </p:cNvSpPr>
          <p:nvPr>
            <p:ph type="sldNum" sz="quarter" idx="12"/>
          </p:nvPr>
        </p:nvSpPr>
        <p:spPr/>
        <p:txBody>
          <a:bodyPr rtlCol="0"/>
          <a:lstStyle/>
          <a:p>
            <a:pPr rtl="0"/>
            <a:fld id="{8D581BC7-E183-40DB-AC97-C19EA4EB8894}" type="slidenum">
              <a:rPr lang="ro-RO" smtClean="0"/>
              <a:t>27</a:t>
            </a:fld>
            <a:endParaRPr lang="ro-RO"/>
          </a:p>
        </p:txBody>
      </p:sp>
      <p:sp>
        <p:nvSpPr>
          <p:cNvPr id="2" name="Substituent dată 1">
            <a:extLst>
              <a:ext uri="{FF2B5EF4-FFF2-40B4-BE49-F238E27FC236}">
                <a16:creationId xmlns:a16="http://schemas.microsoft.com/office/drawing/2014/main" id="{FC52B98C-5C1E-46B1-B54D-F830C622743A}"/>
              </a:ext>
            </a:extLst>
          </p:cNvPr>
          <p:cNvSpPr>
            <a:spLocks noGrp="1"/>
          </p:cNvSpPr>
          <p:nvPr>
            <p:ph type="dt" sz="half" idx="10"/>
          </p:nvPr>
        </p:nvSpPr>
        <p:spPr/>
        <p:txBody>
          <a:bodyPr rtlCol="0"/>
          <a:lstStyle/>
          <a:p>
            <a:pPr rtl="0"/>
            <a:r>
              <a:rPr lang="ro-RO"/>
              <a:t>08.10.2025</a:t>
            </a:r>
          </a:p>
        </p:txBody>
      </p:sp>
      <p:sp>
        <p:nvSpPr>
          <p:cNvPr id="7" name="Substituent subsol 4">
            <a:extLst>
              <a:ext uri="{FF2B5EF4-FFF2-40B4-BE49-F238E27FC236}">
                <a16:creationId xmlns:a16="http://schemas.microsoft.com/office/drawing/2014/main" id="{7AD0818A-E9F5-A116-9784-A0876305FC6D}"/>
              </a:ext>
            </a:extLst>
          </p:cNvPr>
          <p:cNvSpPr>
            <a:spLocks noGrp="1"/>
          </p:cNvSpPr>
          <p:nvPr>
            <p:ph type="ftr" sz="quarter" idx="11"/>
          </p:nvPr>
        </p:nvSpPr>
        <p:spPr>
          <a:xfrm>
            <a:off x="1169960" y="5878720"/>
            <a:ext cx="2915733" cy="298800"/>
          </a:xfrm>
        </p:spPr>
        <p:txBody>
          <a:bodyPr rtlCol="0"/>
          <a:lstStyle/>
          <a:p>
            <a:pPr rtl="0"/>
            <a:r>
              <a:rPr lang="ro-RO"/>
              <a:t>Îmbinări prin lipire</a:t>
            </a:r>
          </a:p>
        </p:txBody>
      </p:sp>
      <p:sp>
        <p:nvSpPr>
          <p:cNvPr id="13" name="CasetăText 12">
            <a:extLst>
              <a:ext uri="{FF2B5EF4-FFF2-40B4-BE49-F238E27FC236}">
                <a16:creationId xmlns:a16="http://schemas.microsoft.com/office/drawing/2014/main" id="{B2DC5F5D-EAFB-D787-CE21-84E268E2A3B8}"/>
              </a:ext>
            </a:extLst>
          </p:cNvPr>
          <p:cNvSpPr txBox="1"/>
          <p:nvPr/>
        </p:nvSpPr>
        <p:spPr>
          <a:xfrm>
            <a:off x="6001155" y="1549971"/>
            <a:ext cx="5284551" cy="4478149"/>
          </a:xfrm>
          <a:prstGeom prst="rect">
            <a:avLst/>
          </a:prstGeom>
          <a:noFill/>
        </p:spPr>
        <p:txBody>
          <a:bodyPr wrap="square">
            <a:spAutoFit/>
          </a:bodyPr>
          <a:lstStyle/>
          <a:p>
            <a:pPr algn="just">
              <a:spcAft>
                <a:spcPts val="600"/>
              </a:spcAft>
            </a:pPr>
            <a:r>
              <a:rPr lang="ro-RO" sz="2000" b="1" u="sng">
                <a:solidFill>
                  <a:schemeClr val="tx2"/>
                </a:solidFill>
              </a:rPr>
              <a:t>Dezavantaje:</a:t>
            </a:r>
          </a:p>
          <a:p>
            <a:pPr algn="just"/>
            <a:r>
              <a:rPr lang="ro-RO" sz="2000">
                <a:solidFill>
                  <a:schemeClr val="tx2"/>
                </a:solidFill>
              </a:rPr>
              <a:t>Necesită echipament special: Este nevoie de o mașină de sudat cap la cap, și dimensiunea echipamentului crește proporțional cu diametrul conductelor.</a:t>
            </a:r>
          </a:p>
          <a:p>
            <a:pPr algn="just"/>
            <a:endParaRPr lang="ro-RO" sz="2000">
              <a:solidFill>
                <a:schemeClr val="tx2"/>
              </a:solidFill>
            </a:endParaRPr>
          </a:p>
          <a:p>
            <a:pPr algn="just"/>
            <a:r>
              <a:rPr lang="ro-RO" sz="2000">
                <a:solidFill>
                  <a:schemeClr val="tx2"/>
                </a:solidFill>
              </a:rPr>
              <a:t>Limitări de spațiu: Nu este adecvată pentru spații înguste sau locuri greu accesibile, unde manevrarea echipamentului și conductelor ar fi dificilă.</a:t>
            </a:r>
          </a:p>
          <a:p>
            <a:pPr algn="just"/>
            <a:endParaRPr lang="ro-RO" sz="2000">
              <a:solidFill>
                <a:schemeClr val="tx2"/>
              </a:solidFill>
            </a:endParaRPr>
          </a:p>
          <a:p>
            <a:pPr algn="just"/>
            <a:r>
              <a:rPr lang="ro-RO" sz="2000">
                <a:solidFill>
                  <a:schemeClr val="tx2"/>
                </a:solidFill>
              </a:rPr>
              <a:t>Pregătire precisă: Calitatea îmbinării depinde mult de precizia aliniamentului conductelor și a controlului temperaturii și presiunii.</a:t>
            </a:r>
          </a:p>
        </p:txBody>
      </p:sp>
    </p:spTree>
    <p:extLst>
      <p:ext uri="{BB962C8B-B14F-4D97-AF65-F5344CB8AC3E}">
        <p14:creationId xmlns:p14="http://schemas.microsoft.com/office/powerpoint/2010/main" val="249721725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691630-D84D-8112-3F4D-368B38BBC3D3}"/>
            </a:ext>
          </a:extLst>
        </p:cNvPr>
        <p:cNvGrpSpPr/>
        <p:nvPr/>
      </p:nvGrpSpPr>
      <p:grpSpPr>
        <a:xfrm>
          <a:off x="0" y="0"/>
          <a:ext cx="0" cy="0"/>
          <a:chOff x="0" y="0"/>
          <a:chExt cx="0" cy="0"/>
        </a:xfrm>
      </p:grpSpPr>
      <p:sp>
        <p:nvSpPr>
          <p:cNvPr id="7" name="Substituent subsol 2">
            <a:extLst>
              <a:ext uri="{FF2B5EF4-FFF2-40B4-BE49-F238E27FC236}">
                <a16:creationId xmlns:a16="http://schemas.microsoft.com/office/drawing/2014/main" id="{C22E339F-4F4E-C0C5-BB52-EF14F522BE0C}"/>
              </a:ext>
            </a:extLst>
          </p:cNvPr>
          <p:cNvSpPr>
            <a:spLocks noGrp="1"/>
          </p:cNvSpPr>
          <p:nvPr>
            <p:ph type="ftr" sz="quarter" idx="11"/>
          </p:nvPr>
        </p:nvSpPr>
        <p:spPr>
          <a:xfrm>
            <a:off x="1169960" y="5878720"/>
            <a:ext cx="2915733" cy="298800"/>
          </a:xfrm>
        </p:spPr>
        <p:txBody>
          <a:bodyPr rtlCol="0"/>
          <a:lstStyle/>
          <a:p>
            <a:pPr rtl="0"/>
            <a:r>
              <a:rPr lang="ro-RO"/>
              <a:t>Întrebări de sinteză</a:t>
            </a:r>
          </a:p>
        </p:txBody>
      </p:sp>
      <p:sp>
        <p:nvSpPr>
          <p:cNvPr id="8" name="Substituent dată 1">
            <a:extLst>
              <a:ext uri="{FF2B5EF4-FFF2-40B4-BE49-F238E27FC236}">
                <a16:creationId xmlns:a16="http://schemas.microsoft.com/office/drawing/2014/main" id="{F31251BA-2318-7B79-E386-B66F88254E42}"/>
              </a:ext>
            </a:extLst>
          </p:cNvPr>
          <p:cNvSpPr>
            <a:spLocks noGrp="1"/>
          </p:cNvSpPr>
          <p:nvPr>
            <p:ph type="dt" sz="half" idx="10"/>
          </p:nvPr>
        </p:nvSpPr>
        <p:spPr>
          <a:xfrm>
            <a:off x="10016836" y="5878720"/>
            <a:ext cx="1336964" cy="298800"/>
          </a:xfrm>
        </p:spPr>
        <p:txBody>
          <a:bodyPr rtlCol="0"/>
          <a:lstStyle/>
          <a:p>
            <a:pPr rtl="0"/>
            <a:r>
              <a:rPr lang="ro-RO"/>
              <a:t>08.10.2025</a:t>
            </a:r>
          </a:p>
        </p:txBody>
      </p:sp>
      <p:sp>
        <p:nvSpPr>
          <p:cNvPr id="6" name="Substituent număr diapozitiv 3">
            <a:extLst>
              <a:ext uri="{FF2B5EF4-FFF2-40B4-BE49-F238E27FC236}">
                <a16:creationId xmlns:a16="http://schemas.microsoft.com/office/drawing/2014/main" id="{4655A925-1AFB-0EDD-45D3-1EB0B3958B66}"/>
              </a:ext>
            </a:extLst>
          </p:cNvPr>
          <p:cNvSpPr>
            <a:spLocks noGrp="1"/>
          </p:cNvSpPr>
          <p:nvPr>
            <p:ph type="sldNum" sz="quarter" idx="12"/>
          </p:nvPr>
        </p:nvSpPr>
        <p:spPr>
          <a:xfrm>
            <a:off x="778643" y="5879656"/>
            <a:ext cx="354492" cy="297307"/>
          </a:xfrm>
        </p:spPr>
        <p:txBody>
          <a:bodyPr rtlCol="0"/>
          <a:lstStyle/>
          <a:p>
            <a:pPr rtl="0"/>
            <a:fld id="{8D581BC7-E183-40DB-AC97-C19EA4EB8894}" type="slidenum">
              <a:rPr lang="ro-RO" smtClean="0"/>
              <a:pPr rtl="0"/>
              <a:t>28</a:t>
            </a:fld>
            <a:endParaRPr lang="ro-RO"/>
          </a:p>
        </p:txBody>
      </p:sp>
      <p:sp>
        <p:nvSpPr>
          <p:cNvPr id="9" name="Substituent număr diapozitiv 5">
            <a:extLst>
              <a:ext uri="{FF2B5EF4-FFF2-40B4-BE49-F238E27FC236}">
                <a16:creationId xmlns:a16="http://schemas.microsoft.com/office/drawing/2014/main" id="{B5C432B9-7189-B991-30C1-C1833FF00087}"/>
              </a:ext>
            </a:extLst>
          </p:cNvPr>
          <p:cNvSpPr txBox="1">
            <a:spLocks/>
          </p:cNvSpPr>
          <p:nvPr/>
        </p:nvSpPr>
        <p:spPr>
          <a:xfrm>
            <a:off x="777875" y="5880100"/>
            <a:ext cx="355600" cy="296863"/>
          </a:xfrm>
          <a:prstGeom prst="rect">
            <a:avLst/>
          </a:prstGeom>
        </p:spPr>
        <p:txBody>
          <a:bodyPr vert="horz" lIns="91440" tIns="45720" rIns="91440" bIns="45720" rtlCol="0" anchor="ctr"/>
          <a:lstStyle>
            <a:defPPr rtl="0">
              <a:defRPr lang="ro-ro"/>
            </a:defPPr>
            <a:lvl1pPr marL="0" algn="ctr" defTabSz="914400" rtl="0" eaLnBrk="1" latinLnBrk="0" hangingPunct="1">
              <a:defRPr sz="10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D581BC7-E183-40DB-AC97-C19EA4EB8894}" type="slidenum">
              <a:rPr lang="ro-RO" smtClean="0"/>
              <a:pPr/>
              <a:t>28</a:t>
            </a:fld>
            <a:endParaRPr lang="ro-RO"/>
          </a:p>
        </p:txBody>
      </p:sp>
      <p:sp>
        <p:nvSpPr>
          <p:cNvPr id="4" name="CasetăText 3">
            <a:extLst>
              <a:ext uri="{FF2B5EF4-FFF2-40B4-BE49-F238E27FC236}">
                <a16:creationId xmlns:a16="http://schemas.microsoft.com/office/drawing/2014/main" id="{1CDCD4C9-7F8B-366A-A44A-A40025426C6B}"/>
              </a:ext>
            </a:extLst>
          </p:cNvPr>
          <p:cNvSpPr txBox="1"/>
          <p:nvPr/>
        </p:nvSpPr>
        <p:spPr>
          <a:xfrm>
            <a:off x="654185" y="685776"/>
            <a:ext cx="6099242" cy="2031325"/>
          </a:xfrm>
          <a:prstGeom prst="rect">
            <a:avLst/>
          </a:prstGeom>
          <a:noFill/>
        </p:spPr>
        <p:txBody>
          <a:bodyPr wrap="square">
            <a:spAutoFit/>
          </a:bodyPr>
          <a:lstStyle/>
          <a:p>
            <a:r>
              <a:rPr lang="en-US" b="1">
                <a:solidFill>
                  <a:schemeClr val="bg2"/>
                </a:solidFill>
              </a:rPr>
              <a:t>1. </a:t>
            </a:r>
            <a:r>
              <a:rPr lang="ro-RO" b="1">
                <a:solidFill>
                  <a:schemeClr val="bg2"/>
                </a:solidFill>
              </a:rPr>
              <a:t>Ce caracteristică definește asamblările nedemontabile?</a:t>
            </a:r>
          </a:p>
          <a:p>
            <a:r>
              <a:rPr lang="ro-RO">
                <a:solidFill>
                  <a:schemeClr val="bg2"/>
                </a:solidFill>
              </a:rPr>
              <a:t>a) Pot fi demontate ușor fără a afecta piesele componente</a:t>
            </a:r>
          </a:p>
          <a:p>
            <a:r>
              <a:rPr lang="ro-RO">
                <a:solidFill>
                  <a:schemeClr val="bg2"/>
                </a:solidFill>
              </a:rPr>
              <a:t>b) Nu pot fi demontate fără a distruge cel puțin una dintre piesele componente</a:t>
            </a:r>
          </a:p>
          <a:p>
            <a:r>
              <a:rPr lang="ro-RO">
                <a:solidFill>
                  <a:schemeClr val="bg2"/>
                </a:solidFill>
              </a:rPr>
              <a:t>c) Sunt realizate cu șuruburi și piulițe</a:t>
            </a:r>
          </a:p>
          <a:p>
            <a:r>
              <a:rPr lang="ro-RO">
                <a:solidFill>
                  <a:schemeClr val="bg2"/>
                </a:solidFill>
              </a:rPr>
              <a:t>d) Permite repararea pieselor fără a le deteriora</a:t>
            </a:r>
          </a:p>
          <a:p>
            <a:r>
              <a:rPr lang="ro-RO">
                <a:solidFill>
                  <a:schemeClr val="bg2"/>
                </a:solidFill>
              </a:rPr>
              <a:t>e) Toate piesele componente pot fi reutilizate ulterior</a:t>
            </a:r>
          </a:p>
        </p:txBody>
      </p:sp>
      <p:sp>
        <p:nvSpPr>
          <p:cNvPr id="5" name="Dreptunghi 4">
            <a:extLst>
              <a:ext uri="{FF2B5EF4-FFF2-40B4-BE49-F238E27FC236}">
                <a16:creationId xmlns:a16="http://schemas.microsoft.com/office/drawing/2014/main" id="{8B2713F9-46E8-D91B-8405-A3E4B041672D}"/>
              </a:ext>
            </a:extLst>
          </p:cNvPr>
          <p:cNvSpPr/>
          <p:nvPr/>
        </p:nvSpPr>
        <p:spPr>
          <a:xfrm>
            <a:off x="513133" y="725143"/>
            <a:ext cx="5885234" cy="296863"/>
          </a:xfrm>
          <a:prstGeom prst="rect">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ro-RO"/>
          </a:p>
        </p:txBody>
      </p:sp>
      <p:sp>
        <p:nvSpPr>
          <p:cNvPr id="10" name="Săgeată: dreapta 9">
            <a:extLst>
              <a:ext uri="{FF2B5EF4-FFF2-40B4-BE49-F238E27FC236}">
                <a16:creationId xmlns:a16="http://schemas.microsoft.com/office/drawing/2014/main" id="{1985F135-205D-B5D0-7FC3-B04044DF9D87}"/>
              </a:ext>
            </a:extLst>
          </p:cNvPr>
          <p:cNvSpPr/>
          <p:nvPr/>
        </p:nvSpPr>
        <p:spPr>
          <a:xfrm>
            <a:off x="318580" y="1317594"/>
            <a:ext cx="335605" cy="214008"/>
          </a:xfrm>
          <a:prstGeom prst="rightArrow">
            <a:avLst/>
          </a:prstGeom>
          <a:solidFill>
            <a:srgbClr val="00B050"/>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ro-RO"/>
          </a:p>
        </p:txBody>
      </p:sp>
      <p:sp>
        <p:nvSpPr>
          <p:cNvPr id="13" name="CasetăText 12">
            <a:extLst>
              <a:ext uri="{FF2B5EF4-FFF2-40B4-BE49-F238E27FC236}">
                <a16:creationId xmlns:a16="http://schemas.microsoft.com/office/drawing/2014/main" id="{99BDCAB8-8826-DD24-021C-71F63DDFCA10}"/>
              </a:ext>
            </a:extLst>
          </p:cNvPr>
          <p:cNvSpPr txBox="1"/>
          <p:nvPr/>
        </p:nvSpPr>
        <p:spPr>
          <a:xfrm>
            <a:off x="654185" y="3209939"/>
            <a:ext cx="6099242" cy="1754326"/>
          </a:xfrm>
          <a:prstGeom prst="rect">
            <a:avLst/>
          </a:prstGeom>
          <a:noFill/>
        </p:spPr>
        <p:txBody>
          <a:bodyPr wrap="square">
            <a:spAutoFit/>
          </a:bodyPr>
          <a:lstStyle/>
          <a:p>
            <a:r>
              <a:rPr lang="en-US" sz="1800" b="1" i="0" u="none" strike="noStrike">
                <a:solidFill>
                  <a:schemeClr val="bg2"/>
                </a:solidFill>
                <a:effectLst/>
              </a:rPr>
              <a:t>2. </a:t>
            </a:r>
            <a:r>
              <a:rPr lang="ro-RO" sz="1800" b="1" i="0" u="none" strike="noStrike">
                <a:solidFill>
                  <a:schemeClr val="bg2"/>
                </a:solidFill>
                <a:effectLst/>
              </a:rPr>
              <a:t>Care dintre următoarele sunt caracteristici ale nitului?</a:t>
            </a:r>
            <a:br>
              <a:rPr lang="ro-RO" sz="1800" b="0" i="0" u="none" strike="noStrike">
                <a:solidFill>
                  <a:schemeClr val="bg2"/>
                </a:solidFill>
                <a:effectLst/>
              </a:rPr>
            </a:br>
            <a:r>
              <a:rPr lang="ro-RO" sz="1800" b="0" i="0" u="none" strike="noStrike">
                <a:solidFill>
                  <a:schemeClr val="bg2"/>
                </a:solidFill>
                <a:effectLst/>
              </a:rPr>
              <a:t>a) Are o formă cilindrică</a:t>
            </a:r>
            <a:br>
              <a:rPr lang="ro-RO" sz="1800" b="0" i="0" u="none" strike="noStrike">
                <a:solidFill>
                  <a:schemeClr val="bg2"/>
                </a:solidFill>
                <a:effectLst/>
              </a:rPr>
            </a:br>
            <a:r>
              <a:rPr lang="ro-RO" sz="1800" b="0" i="0" u="none" strike="noStrike">
                <a:solidFill>
                  <a:schemeClr val="bg2"/>
                </a:solidFill>
                <a:effectLst/>
              </a:rPr>
              <a:t>b) Are două capete de diametru identic</a:t>
            </a:r>
            <a:br>
              <a:rPr lang="ro-RO" sz="1800" b="0" i="0" u="none" strike="noStrike">
                <a:solidFill>
                  <a:schemeClr val="bg2"/>
                </a:solidFill>
                <a:effectLst/>
              </a:rPr>
            </a:br>
            <a:r>
              <a:rPr lang="ro-RO" sz="1800" b="0" i="0" u="none" strike="noStrike">
                <a:solidFill>
                  <a:schemeClr val="bg2"/>
                </a:solidFill>
                <a:effectLst/>
              </a:rPr>
              <a:t>c) La unul din capete are un diametru mai mare decât corpul</a:t>
            </a:r>
            <a:br>
              <a:rPr lang="ro-RO" sz="1800" b="0" i="0" u="none" strike="noStrike">
                <a:solidFill>
                  <a:schemeClr val="bg2"/>
                </a:solidFill>
                <a:effectLst/>
              </a:rPr>
            </a:br>
            <a:r>
              <a:rPr lang="ro-RO" sz="1800" b="0" i="0" u="none" strike="noStrike">
                <a:solidFill>
                  <a:schemeClr val="bg2"/>
                </a:solidFill>
                <a:effectLst/>
              </a:rPr>
              <a:t>d) Se deformează plastic la cel de-al doilea capăt</a:t>
            </a:r>
            <a:br>
              <a:rPr lang="ro-RO" sz="1800" b="0" i="0" u="none" strike="noStrike">
                <a:solidFill>
                  <a:schemeClr val="bg2"/>
                </a:solidFill>
                <a:effectLst/>
              </a:rPr>
            </a:br>
            <a:r>
              <a:rPr lang="ro-RO" sz="1800" b="0" i="0" u="none" strike="noStrike">
                <a:solidFill>
                  <a:schemeClr val="bg2"/>
                </a:solidFill>
                <a:effectLst/>
              </a:rPr>
              <a:t>e) Este utilizat la realizarea îmbinărilor demontabile</a:t>
            </a:r>
            <a:endParaRPr lang="ro-RO">
              <a:solidFill>
                <a:schemeClr val="bg2"/>
              </a:solidFill>
            </a:endParaRPr>
          </a:p>
        </p:txBody>
      </p:sp>
      <p:sp>
        <p:nvSpPr>
          <p:cNvPr id="14" name="Dreptunghi 13">
            <a:extLst>
              <a:ext uri="{FF2B5EF4-FFF2-40B4-BE49-F238E27FC236}">
                <a16:creationId xmlns:a16="http://schemas.microsoft.com/office/drawing/2014/main" id="{EBB97FA6-E5A6-859F-097B-CE538A7DC033}"/>
              </a:ext>
            </a:extLst>
          </p:cNvPr>
          <p:cNvSpPr/>
          <p:nvPr/>
        </p:nvSpPr>
        <p:spPr>
          <a:xfrm>
            <a:off x="513133" y="3248851"/>
            <a:ext cx="5885234" cy="296863"/>
          </a:xfrm>
          <a:prstGeom prst="rect">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ro-RO"/>
          </a:p>
        </p:txBody>
      </p:sp>
      <p:sp>
        <p:nvSpPr>
          <p:cNvPr id="15" name="Săgeată: dreapta 14">
            <a:extLst>
              <a:ext uri="{FF2B5EF4-FFF2-40B4-BE49-F238E27FC236}">
                <a16:creationId xmlns:a16="http://schemas.microsoft.com/office/drawing/2014/main" id="{A37046ED-372D-C378-635E-C06C158FDF93}"/>
              </a:ext>
            </a:extLst>
          </p:cNvPr>
          <p:cNvSpPr/>
          <p:nvPr/>
        </p:nvSpPr>
        <p:spPr>
          <a:xfrm>
            <a:off x="318579" y="3584626"/>
            <a:ext cx="335605" cy="214008"/>
          </a:xfrm>
          <a:prstGeom prst="rightArrow">
            <a:avLst/>
          </a:prstGeom>
          <a:solidFill>
            <a:srgbClr val="00B050"/>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ro-RO"/>
          </a:p>
        </p:txBody>
      </p:sp>
      <p:sp>
        <p:nvSpPr>
          <p:cNvPr id="16" name="Săgeată: dreapta 15">
            <a:extLst>
              <a:ext uri="{FF2B5EF4-FFF2-40B4-BE49-F238E27FC236}">
                <a16:creationId xmlns:a16="http://schemas.microsoft.com/office/drawing/2014/main" id="{EC686F8F-B7DC-633B-06AF-3A64F72E3FC8}"/>
              </a:ext>
            </a:extLst>
          </p:cNvPr>
          <p:cNvSpPr/>
          <p:nvPr/>
        </p:nvSpPr>
        <p:spPr>
          <a:xfrm>
            <a:off x="313715" y="4131075"/>
            <a:ext cx="335605" cy="214008"/>
          </a:xfrm>
          <a:prstGeom prst="rightArrow">
            <a:avLst/>
          </a:prstGeom>
          <a:solidFill>
            <a:srgbClr val="00B050"/>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ro-RO"/>
          </a:p>
        </p:txBody>
      </p:sp>
      <p:sp>
        <p:nvSpPr>
          <p:cNvPr id="17" name="Săgeată: dreapta 16">
            <a:extLst>
              <a:ext uri="{FF2B5EF4-FFF2-40B4-BE49-F238E27FC236}">
                <a16:creationId xmlns:a16="http://schemas.microsoft.com/office/drawing/2014/main" id="{C2BB9791-F16B-1F19-CEE3-902C7B0F1D39}"/>
              </a:ext>
            </a:extLst>
          </p:cNvPr>
          <p:cNvSpPr/>
          <p:nvPr/>
        </p:nvSpPr>
        <p:spPr>
          <a:xfrm>
            <a:off x="313714" y="4395438"/>
            <a:ext cx="335605" cy="214008"/>
          </a:xfrm>
          <a:prstGeom prst="rightArrow">
            <a:avLst/>
          </a:prstGeom>
          <a:solidFill>
            <a:srgbClr val="00B050"/>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ro-RO"/>
          </a:p>
        </p:txBody>
      </p:sp>
      <p:sp>
        <p:nvSpPr>
          <p:cNvPr id="19" name="CasetăText 18">
            <a:extLst>
              <a:ext uri="{FF2B5EF4-FFF2-40B4-BE49-F238E27FC236}">
                <a16:creationId xmlns:a16="http://schemas.microsoft.com/office/drawing/2014/main" id="{50A5E49E-44C9-DC58-84B0-EC2E113E13E4}"/>
              </a:ext>
            </a:extLst>
          </p:cNvPr>
          <p:cNvSpPr txBox="1"/>
          <p:nvPr/>
        </p:nvSpPr>
        <p:spPr>
          <a:xfrm>
            <a:off x="7062283" y="3174408"/>
            <a:ext cx="4619013" cy="2862322"/>
          </a:xfrm>
          <a:prstGeom prst="rect">
            <a:avLst/>
          </a:prstGeom>
          <a:noFill/>
        </p:spPr>
        <p:txBody>
          <a:bodyPr wrap="square">
            <a:spAutoFit/>
          </a:bodyPr>
          <a:lstStyle/>
          <a:p>
            <a:r>
              <a:rPr lang="en-US" sz="1800" b="1" i="0" u="none" strike="noStrike">
                <a:solidFill>
                  <a:schemeClr val="bg2"/>
                </a:solidFill>
                <a:effectLst/>
              </a:rPr>
              <a:t>4. </a:t>
            </a:r>
            <a:r>
              <a:rPr lang="ro-RO" sz="1800" b="1" i="0" u="none" strike="noStrike">
                <a:solidFill>
                  <a:schemeClr val="bg2"/>
                </a:solidFill>
                <a:effectLst/>
              </a:rPr>
              <a:t>Care sunt dezavantajele metodei de </a:t>
            </a:r>
            <a:r>
              <a:rPr lang="ro-RO" sz="1800" b="1" i="0" u="none" strike="noStrike" err="1">
                <a:solidFill>
                  <a:schemeClr val="bg2"/>
                </a:solidFill>
                <a:effectLst/>
              </a:rPr>
              <a:t>electrofuziune</a:t>
            </a:r>
            <a:r>
              <a:rPr lang="ro-RO" sz="1800" b="1" i="0" u="none" strike="noStrike">
                <a:solidFill>
                  <a:schemeClr val="bg2"/>
                </a:solidFill>
                <a:effectLst/>
              </a:rPr>
              <a:t>?</a:t>
            </a:r>
            <a:br>
              <a:rPr lang="ro-RO" sz="1800" b="1" i="0" u="none" strike="noStrike">
                <a:solidFill>
                  <a:schemeClr val="bg2"/>
                </a:solidFill>
                <a:effectLst/>
              </a:rPr>
            </a:br>
            <a:r>
              <a:rPr lang="ro-RO" sz="1800" b="0" i="0" u="none" strike="noStrike">
                <a:solidFill>
                  <a:schemeClr val="bg2"/>
                </a:solidFill>
                <a:effectLst/>
              </a:rPr>
              <a:t>a) Costurile mai mari ale aparatelor și fitingurilor </a:t>
            </a:r>
            <a:r>
              <a:rPr lang="ro-RO" sz="1800" b="0" i="0" u="none" strike="noStrike" err="1">
                <a:solidFill>
                  <a:schemeClr val="bg2"/>
                </a:solidFill>
                <a:effectLst/>
              </a:rPr>
              <a:t>electrofuzibile</a:t>
            </a:r>
            <a:br>
              <a:rPr lang="ro-RO" sz="1800" b="0" i="0" u="none" strike="noStrike">
                <a:solidFill>
                  <a:schemeClr val="bg2"/>
                </a:solidFill>
                <a:effectLst/>
              </a:rPr>
            </a:br>
            <a:r>
              <a:rPr lang="ro-RO" sz="1800" b="0" i="0" u="none" strike="noStrike">
                <a:solidFill>
                  <a:schemeClr val="bg2"/>
                </a:solidFill>
                <a:effectLst/>
              </a:rPr>
              <a:t>b) Timp de instalare mai lung din cauza cerințelor de pregătire</a:t>
            </a:r>
            <a:br>
              <a:rPr lang="ro-RO" sz="1800" b="0" i="0" u="none" strike="noStrike">
                <a:solidFill>
                  <a:schemeClr val="bg2"/>
                </a:solidFill>
                <a:effectLst/>
              </a:rPr>
            </a:br>
            <a:r>
              <a:rPr lang="ro-RO" sz="1800" b="0" i="0" u="none" strike="noStrike">
                <a:solidFill>
                  <a:schemeClr val="bg2"/>
                </a:solidFill>
                <a:effectLst/>
              </a:rPr>
              <a:t>c) Avantaje considerabile în utilizarea pentru zone greu accesibile</a:t>
            </a:r>
            <a:br>
              <a:rPr lang="ro-RO" sz="1800" b="0" i="0" u="none" strike="noStrike">
                <a:solidFill>
                  <a:schemeClr val="bg2"/>
                </a:solidFill>
                <a:effectLst/>
              </a:rPr>
            </a:br>
            <a:r>
              <a:rPr lang="ro-RO" sz="1800" b="0" i="0" u="none" strike="noStrike">
                <a:solidFill>
                  <a:schemeClr val="bg2"/>
                </a:solidFill>
                <a:effectLst/>
              </a:rPr>
              <a:t>d) Risc de contaminare dacă suprafețele nu sunt pregătite corect</a:t>
            </a:r>
            <a:endParaRPr lang="ro-RO">
              <a:solidFill>
                <a:schemeClr val="bg2"/>
              </a:solidFill>
            </a:endParaRPr>
          </a:p>
        </p:txBody>
      </p:sp>
      <p:sp>
        <p:nvSpPr>
          <p:cNvPr id="20" name="Dreptunghi 19">
            <a:extLst>
              <a:ext uri="{FF2B5EF4-FFF2-40B4-BE49-F238E27FC236}">
                <a16:creationId xmlns:a16="http://schemas.microsoft.com/office/drawing/2014/main" id="{023612B7-CCD7-8C10-D02F-FB3366AFC9DD}"/>
              </a:ext>
            </a:extLst>
          </p:cNvPr>
          <p:cNvSpPr/>
          <p:nvPr/>
        </p:nvSpPr>
        <p:spPr>
          <a:xfrm>
            <a:off x="7079307" y="696249"/>
            <a:ext cx="4700889" cy="320461"/>
          </a:xfrm>
          <a:prstGeom prst="rect">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ro-RO"/>
          </a:p>
        </p:txBody>
      </p:sp>
      <p:sp>
        <p:nvSpPr>
          <p:cNvPr id="21" name="Săgeată: dreapta 20">
            <a:extLst>
              <a:ext uri="{FF2B5EF4-FFF2-40B4-BE49-F238E27FC236}">
                <a16:creationId xmlns:a16="http://schemas.microsoft.com/office/drawing/2014/main" id="{FF8AC527-88C5-8372-DB8C-9E4340E9DFC0}"/>
              </a:ext>
            </a:extLst>
          </p:cNvPr>
          <p:cNvSpPr/>
          <p:nvPr/>
        </p:nvSpPr>
        <p:spPr>
          <a:xfrm>
            <a:off x="6726677" y="1053415"/>
            <a:ext cx="335605" cy="214008"/>
          </a:xfrm>
          <a:prstGeom prst="rightArrow">
            <a:avLst/>
          </a:prstGeom>
          <a:solidFill>
            <a:srgbClr val="00B050"/>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ro-RO"/>
          </a:p>
        </p:txBody>
      </p:sp>
      <p:sp>
        <p:nvSpPr>
          <p:cNvPr id="22" name="Săgeată: dreapta 21">
            <a:extLst>
              <a:ext uri="{FF2B5EF4-FFF2-40B4-BE49-F238E27FC236}">
                <a16:creationId xmlns:a16="http://schemas.microsoft.com/office/drawing/2014/main" id="{046E9209-A71B-9A8A-AC4F-DB939EB29958}"/>
              </a:ext>
            </a:extLst>
          </p:cNvPr>
          <p:cNvSpPr/>
          <p:nvPr/>
        </p:nvSpPr>
        <p:spPr>
          <a:xfrm>
            <a:off x="6726677" y="1312301"/>
            <a:ext cx="335605" cy="214008"/>
          </a:xfrm>
          <a:prstGeom prst="rightArrow">
            <a:avLst/>
          </a:prstGeom>
          <a:solidFill>
            <a:srgbClr val="00B050"/>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ro-RO"/>
          </a:p>
        </p:txBody>
      </p:sp>
      <p:sp>
        <p:nvSpPr>
          <p:cNvPr id="23" name="Săgeată: dreapta 22">
            <a:extLst>
              <a:ext uri="{FF2B5EF4-FFF2-40B4-BE49-F238E27FC236}">
                <a16:creationId xmlns:a16="http://schemas.microsoft.com/office/drawing/2014/main" id="{85E667ED-B521-63FE-0415-A0D668E13D04}"/>
              </a:ext>
            </a:extLst>
          </p:cNvPr>
          <p:cNvSpPr/>
          <p:nvPr/>
        </p:nvSpPr>
        <p:spPr>
          <a:xfrm>
            <a:off x="6726677" y="2420445"/>
            <a:ext cx="335605" cy="214008"/>
          </a:xfrm>
          <a:prstGeom prst="rightArrow">
            <a:avLst/>
          </a:prstGeom>
          <a:solidFill>
            <a:srgbClr val="00B050"/>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ro-RO"/>
          </a:p>
        </p:txBody>
      </p:sp>
      <p:sp>
        <p:nvSpPr>
          <p:cNvPr id="25" name="CasetăText 24">
            <a:extLst>
              <a:ext uri="{FF2B5EF4-FFF2-40B4-BE49-F238E27FC236}">
                <a16:creationId xmlns:a16="http://schemas.microsoft.com/office/drawing/2014/main" id="{A2766C47-75AE-6FD6-9FF8-E26E36CDF852}"/>
              </a:ext>
            </a:extLst>
          </p:cNvPr>
          <p:cNvSpPr txBox="1"/>
          <p:nvPr/>
        </p:nvSpPr>
        <p:spPr>
          <a:xfrm>
            <a:off x="7089033" y="685121"/>
            <a:ext cx="4961917" cy="2308324"/>
          </a:xfrm>
          <a:prstGeom prst="rect">
            <a:avLst/>
          </a:prstGeom>
          <a:noFill/>
        </p:spPr>
        <p:txBody>
          <a:bodyPr wrap="square">
            <a:spAutoFit/>
          </a:bodyPr>
          <a:lstStyle/>
          <a:p>
            <a:r>
              <a:rPr lang="en-US" sz="1800" b="1" i="0" u="none" strike="noStrike">
                <a:solidFill>
                  <a:schemeClr val="bg2"/>
                </a:solidFill>
                <a:effectLst/>
              </a:rPr>
              <a:t>3. </a:t>
            </a:r>
            <a:r>
              <a:rPr lang="ro-RO" sz="1800" b="1" i="0" u="none" strike="noStrike">
                <a:solidFill>
                  <a:schemeClr val="bg2"/>
                </a:solidFill>
                <a:effectLst/>
              </a:rPr>
              <a:t>Care sunt avantajele utilizării niturilor o</a:t>
            </a:r>
            <a:r>
              <a:rPr lang="en-US" sz="1800" b="1" i="0" u="none" strike="noStrike">
                <a:solidFill>
                  <a:schemeClr val="bg2"/>
                </a:solidFill>
                <a:effectLst/>
              </a:rPr>
              <a:t>a</a:t>
            </a:r>
            <a:r>
              <a:rPr lang="ro-RO" sz="1800" b="1" i="0" u="none" strike="noStrike" err="1">
                <a:solidFill>
                  <a:schemeClr val="bg2"/>
                </a:solidFill>
                <a:effectLst/>
              </a:rPr>
              <a:t>rbe</a:t>
            </a:r>
            <a:r>
              <a:rPr lang="ro-RO" sz="1800" b="1" i="0" u="none" strike="noStrike">
                <a:solidFill>
                  <a:schemeClr val="bg2"/>
                </a:solidFill>
                <a:effectLst/>
              </a:rPr>
              <a:t>?</a:t>
            </a:r>
            <a:br>
              <a:rPr lang="ro-RO" sz="1800" b="1" i="0" u="none" strike="noStrike">
                <a:solidFill>
                  <a:schemeClr val="bg2"/>
                </a:solidFill>
                <a:effectLst/>
              </a:rPr>
            </a:br>
            <a:r>
              <a:rPr lang="ro-RO" sz="1800" b="0" i="0" u="none" strike="noStrike">
                <a:solidFill>
                  <a:schemeClr val="bg2"/>
                </a:solidFill>
                <a:effectLst/>
              </a:rPr>
              <a:t>a) Pot fi instalate dintr-o singură direcție</a:t>
            </a:r>
            <a:br>
              <a:rPr lang="ro-RO" sz="1800" b="0" i="0" u="none" strike="noStrike">
                <a:solidFill>
                  <a:schemeClr val="bg2"/>
                </a:solidFill>
                <a:effectLst/>
              </a:rPr>
            </a:br>
            <a:r>
              <a:rPr lang="ro-RO" sz="1800" b="0" i="0" u="none" strike="noStrike">
                <a:solidFill>
                  <a:schemeClr val="bg2"/>
                </a:solidFill>
                <a:effectLst/>
              </a:rPr>
              <a:t>b) Nu necesită un acces complet la ambele fețe ale pieselor</a:t>
            </a:r>
            <a:br>
              <a:rPr lang="ro-RO" sz="1800" b="0" i="0" u="none" strike="noStrike">
                <a:solidFill>
                  <a:schemeClr val="bg2"/>
                </a:solidFill>
                <a:effectLst/>
              </a:rPr>
            </a:br>
            <a:r>
              <a:rPr lang="ro-RO" sz="1800" b="0" i="0" u="none" strike="noStrike">
                <a:solidFill>
                  <a:schemeClr val="bg2"/>
                </a:solidFill>
                <a:effectLst/>
              </a:rPr>
              <a:t>c) Pot fi folosite doar în locuri unde există acces din ambele părți</a:t>
            </a:r>
            <a:br>
              <a:rPr lang="ro-RO" sz="1800" b="0" i="0" u="none" strike="noStrike">
                <a:solidFill>
                  <a:schemeClr val="bg2"/>
                </a:solidFill>
                <a:effectLst/>
              </a:rPr>
            </a:br>
            <a:r>
              <a:rPr lang="ro-RO" sz="1800" b="0" i="0" u="none" strike="noStrike">
                <a:solidFill>
                  <a:schemeClr val="bg2"/>
                </a:solidFill>
                <a:effectLst/>
              </a:rPr>
              <a:t>d) Permite o fixare solidă a pieselor metalice</a:t>
            </a:r>
            <a:br>
              <a:rPr lang="ro-RO" sz="1800" b="0" i="0" u="none" strike="noStrike">
                <a:solidFill>
                  <a:schemeClr val="bg2"/>
                </a:solidFill>
                <a:effectLst/>
              </a:rPr>
            </a:br>
            <a:r>
              <a:rPr lang="ro-RO" sz="1800" b="0" i="0" u="none" strike="noStrike">
                <a:solidFill>
                  <a:schemeClr val="bg2"/>
                </a:solidFill>
                <a:effectLst/>
              </a:rPr>
              <a:t>e) Pot fi demontate ușor după instalare</a:t>
            </a:r>
            <a:endParaRPr lang="ro-RO">
              <a:solidFill>
                <a:schemeClr val="bg2"/>
              </a:solidFill>
            </a:endParaRPr>
          </a:p>
        </p:txBody>
      </p:sp>
      <p:sp>
        <p:nvSpPr>
          <p:cNvPr id="26" name="Dreptunghi 25">
            <a:extLst>
              <a:ext uri="{FF2B5EF4-FFF2-40B4-BE49-F238E27FC236}">
                <a16:creationId xmlns:a16="http://schemas.microsoft.com/office/drawing/2014/main" id="{224FC190-A326-CF2B-A675-CBC0108479CF}"/>
              </a:ext>
            </a:extLst>
          </p:cNvPr>
          <p:cNvSpPr/>
          <p:nvPr/>
        </p:nvSpPr>
        <p:spPr>
          <a:xfrm>
            <a:off x="7062284" y="3229141"/>
            <a:ext cx="3867176" cy="572706"/>
          </a:xfrm>
          <a:prstGeom prst="rect">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ro-RO"/>
          </a:p>
        </p:txBody>
      </p:sp>
      <p:sp>
        <p:nvSpPr>
          <p:cNvPr id="27" name="Săgeată: dreapta 26">
            <a:extLst>
              <a:ext uri="{FF2B5EF4-FFF2-40B4-BE49-F238E27FC236}">
                <a16:creationId xmlns:a16="http://schemas.microsoft.com/office/drawing/2014/main" id="{2916DC0D-ACA9-B922-A701-0BE6612B5993}"/>
              </a:ext>
            </a:extLst>
          </p:cNvPr>
          <p:cNvSpPr/>
          <p:nvPr/>
        </p:nvSpPr>
        <p:spPr>
          <a:xfrm>
            <a:off x="6768834" y="3848307"/>
            <a:ext cx="335605" cy="214008"/>
          </a:xfrm>
          <a:prstGeom prst="rightArrow">
            <a:avLst/>
          </a:prstGeom>
          <a:solidFill>
            <a:srgbClr val="00B050"/>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ro-RO"/>
          </a:p>
        </p:txBody>
      </p:sp>
      <p:sp>
        <p:nvSpPr>
          <p:cNvPr id="28" name="Săgeată: dreapta 27">
            <a:extLst>
              <a:ext uri="{FF2B5EF4-FFF2-40B4-BE49-F238E27FC236}">
                <a16:creationId xmlns:a16="http://schemas.microsoft.com/office/drawing/2014/main" id="{44E080ED-1FE7-9004-2281-3D308B5975C5}"/>
              </a:ext>
            </a:extLst>
          </p:cNvPr>
          <p:cNvSpPr/>
          <p:nvPr/>
        </p:nvSpPr>
        <p:spPr>
          <a:xfrm>
            <a:off x="6753428" y="4368742"/>
            <a:ext cx="335605" cy="214008"/>
          </a:xfrm>
          <a:prstGeom prst="rightArrow">
            <a:avLst/>
          </a:prstGeom>
          <a:solidFill>
            <a:srgbClr val="00B050"/>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ro-RO"/>
          </a:p>
        </p:txBody>
      </p:sp>
      <p:sp>
        <p:nvSpPr>
          <p:cNvPr id="29" name="Săgeată: dreapta 28">
            <a:extLst>
              <a:ext uri="{FF2B5EF4-FFF2-40B4-BE49-F238E27FC236}">
                <a16:creationId xmlns:a16="http://schemas.microsoft.com/office/drawing/2014/main" id="{6AB69DC6-7AB0-2748-662F-D5B92D23B2E6}"/>
              </a:ext>
            </a:extLst>
          </p:cNvPr>
          <p:cNvSpPr/>
          <p:nvPr/>
        </p:nvSpPr>
        <p:spPr>
          <a:xfrm>
            <a:off x="6726677" y="5462400"/>
            <a:ext cx="335605" cy="214008"/>
          </a:xfrm>
          <a:prstGeom prst="rightArrow">
            <a:avLst/>
          </a:prstGeom>
          <a:solidFill>
            <a:srgbClr val="00B050"/>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ro-RO"/>
          </a:p>
        </p:txBody>
      </p:sp>
    </p:spTree>
    <p:extLst>
      <p:ext uri="{BB962C8B-B14F-4D97-AF65-F5344CB8AC3E}">
        <p14:creationId xmlns:p14="http://schemas.microsoft.com/office/powerpoint/2010/main" val="199903524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barn(inVertical)">
                                      <p:cBhvr>
                                        <p:cTn id="13" dur="50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4"/>
                                        </p:tgtEl>
                                        <p:attrNameLst>
                                          <p:attrName>style.visibility</p:attrName>
                                        </p:attrNameLst>
                                      </p:cBhvr>
                                      <p:to>
                                        <p:strVal val="visible"/>
                                      </p:to>
                                    </p:set>
                                    <p:anim calcmode="lin" valueType="num">
                                      <p:cBhvr additive="base">
                                        <p:cTn id="18" dur="500" fill="hold"/>
                                        <p:tgtEl>
                                          <p:spTgt spid="14"/>
                                        </p:tgtEl>
                                        <p:attrNameLst>
                                          <p:attrName>ppt_x</p:attrName>
                                        </p:attrNameLst>
                                      </p:cBhvr>
                                      <p:tavLst>
                                        <p:tav tm="0">
                                          <p:val>
                                            <p:strVal val="#ppt_x"/>
                                          </p:val>
                                        </p:tav>
                                        <p:tav tm="100000">
                                          <p:val>
                                            <p:strVal val="#ppt_x"/>
                                          </p:val>
                                        </p:tav>
                                      </p:tavLst>
                                    </p:anim>
                                    <p:anim calcmode="lin" valueType="num">
                                      <p:cBhvr additive="base">
                                        <p:cTn id="19"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grpId="0" nodeType="click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barn(inVertical)">
                                      <p:cBhvr>
                                        <p:cTn id="24" dur="500"/>
                                        <p:tgtEl>
                                          <p:spTgt spid="15"/>
                                        </p:tgtEl>
                                      </p:cBhvr>
                                    </p:animEffect>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grpId="0" nodeType="click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barn(inVertical)">
                                      <p:cBhvr>
                                        <p:cTn id="29" dur="500"/>
                                        <p:tgtEl>
                                          <p:spTgt spid="16"/>
                                        </p:tgtEl>
                                      </p:cBhvr>
                                    </p:animEffect>
                                  </p:childTnLst>
                                </p:cTn>
                              </p:par>
                            </p:childTnLst>
                          </p:cTn>
                        </p:par>
                      </p:childTnLst>
                    </p:cTn>
                  </p:par>
                  <p:par>
                    <p:cTn id="30" fill="hold">
                      <p:stCondLst>
                        <p:cond delay="indefinite"/>
                      </p:stCondLst>
                      <p:childTnLst>
                        <p:par>
                          <p:cTn id="31" fill="hold">
                            <p:stCondLst>
                              <p:cond delay="0"/>
                            </p:stCondLst>
                            <p:childTnLst>
                              <p:par>
                                <p:cTn id="32" presetID="16" presetClass="entr" presetSubtype="21" fill="hold" grpId="0" nodeType="click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barn(inVertical)">
                                      <p:cBhvr>
                                        <p:cTn id="34" dur="500"/>
                                        <p:tgtEl>
                                          <p:spTgt spid="17"/>
                                        </p:tgtEl>
                                      </p:cBhvr>
                                    </p:animEffect>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20"/>
                                        </p:tgtEl>
                                        <p:attrNameLst>
                                          <p:attrName>style.visibility</p:attrName>
                                        </p:attrNameLst>
                                      </p:cBhvr>
                                      <p:to>
                                        <p:strVal val="visible"/>
                                      </p:to>
                                    </p:set>
                                    <p:anim calcmode="lin" valueType="num">
                                      <p:cBhvr additive="base">
                                        <p:cTn id="39" dur="500" fill="hold"/>
                                        <p:tgtEl>
                                          <p:spTgt spid="20"/>
                                        </p:tgtEl>
                                        <p:attrNameLst>
                                          <p:attrName>ppt_x</p:attrName>
                                        </p:attrNameLst>
                                      </p:cBhvr>
                                      <p:tavLst>
                                        <p:tav tm="0">
                                          <p:val>
                                            <p:strVal val="#ppt_x"/>
                                          </p:val>
                                        </p:tav>
                                        <p:tav tm="100000">
                                          <p:val>
                                            <p:strVal val="#ppt_x"/>
                                          </p:val>
                                        </p:tav>
                                      </p:tavLst>
                                    </p:anim>
                                    <p:anim calcmode="lin" valueType="num">
                                      <p:cBhvr additive="base">
                                        <p:cTn id="40"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16" presetClass="entr" presetSubtype="21" fill="hold" grpId="0" nodeType="clickEffect">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barn(inVertical)">
                                      <p:cBhvr>
                                        <p:cTn id="45" dur="500"/>
                                        <p:tgtEl>
                                          <p:spTgt spid="21"/>
                                        </p:tgtEl>
                                      </p:cBhvr>
                                    </p:animEffect>
                                  </p:childTnLst>
                                </p:cTn>
                              </p:par>
                            </p:childTnLst>
                          </p:cTn>
                        </p:par>
                      </p:childTnLst>
                    </p:cTn>
                  </p:par>
                  <p:par>
                    <p:cTn id="46" fill="hold">
                      <p:stCondLst>
                        <p:cond delay="indefinite"/>
                      </p:stCondLst>
                      <p:childTnLst>
                        <p:par>
                          <p:cTn id="47" fill="hold">
                            <p:stCondLst>
                              <p:cond delay="0"/>
                            </p:stCondLst>
                            <p:childTnLst>
                              <p:par>
                                <p:cTn id="48" presetID="16" presetClass="entr" presetSubtype="21" fill="hold" grpId="0" nodeType="clickEffect">
                                  <p:stCondLst>
                                    <p:cond delay="0"/>
                                  </p:stCondLst>
                                  <p:childTnLst>
                                    <p:set>
                                      <p:cBhvr>
                                        <p:cTn id="49" dur="1" fill="hold">
                                          <p:stCondLst>
                                            <p:cond delay="0"/>
                                          </p:stCondLst>
                                        </p:cTn>
                                        <p:tgtEl>
                                          <p:spTgt spid="22"/>
                                        </p:tgtEl>
                                        <p:attrNameLst>
                                          <p:attrName>style.visibility</p:attrName>
                                        </p:attrNameLst>
                                      </p:cBhvr>
                                      <p:to>
                                        <p:strVal val="visible"/>
                                      </p:to>
                                    </p:set>
                                    <p:animEffect transition="in" filter="barn(inVertical)">
                                      <p:cBhvr>
                                        <p:cTn id="50" dur="500"/>
                                        <p:tgtEl>
                                          <p:spTgt spid="22"/>
                                        </p:tgtEl>
                                      </p:cBhvr>
                                    </p:animEffect>
                                  </p:childTnLst>
                                </p:cTn>
                              </p:par>
                            </p:childTnLst>
                          </p:cTn>
                        </p:par>
                      </p:childTnLst>
                    </p:cTn>
                  </p:par>
                  <p:par>
                    <p:cTn id="51" fill="hold">
                      <p:stCondLst>
                        <p:cond delay="indefinite"/>
                      </p:stCondLst>
                      <p:childTnLst>
                        <p:par>
                          <p:cTn id="52" fill="hold">
                            <p:stCondLst>
                              <p:cond delay="0"/>
                            </p:stCondLst>
                            <p:childTnLst>
                              <p:par>
                                <p:cTn id="53" presetID="16" presetClass="entr" presetSubtype="21" fill="hold" grpId="0" nodeType="click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barn(inVertical)">
                                      <p:cBhvr>
                                        <p:cTn id="55" dur="500"/>
                                        <p:tgtEl>
                                          <p:spTgt spid="23"/>
                                        </p:tgtEl>
                                      </p:cBhvr>
                                    </p:animEffect>
                                  </p:childTnLst>
                                </p:cTn>
                              </p:par>
                            </p:childTnLst>
                          </p:cTn>
                        </p:par>
                      </p:childTnLst>
                    </p:cTn>
                  </p:par>
                  <p:par>
                    <p:cTn id="56" fill="hold">
                      <p:stCondLst>
                        <p:cond delay="indefinite"/>
                      </p:stCondLst>
                      <p:childTnLst>
                        <p:par>
                          <p:cTn id="57" fill="hold">
                            <p:stCondLst>
                              <p:cond delay="0"/>
                            </p:stCondLst>
                            <p:childTnLst>
                              <p:par>
                                <p:cTn id="58" presetID="2" presetClass="entr" presetSubtype="4" fill="hold" grpId="0" nodeType="clickEffect">
                                  <p:stCondLst>
                                    <p:cond delay="0"/>
                                  </p:stCondLst>
                                  <p:childTnLst>
                                    <p:set>
                                      <p:cBhvr>
                                        <p:cTn id="59" dur="1" fill="hold">
                                          <p:stCondLst>
                                            <p:cond delay="0"/>
                                          </p:stCondLst>
                                        </p:cTn>
                                        <p:tgtEl>
                                          <p:spTgt spid="26"/>
                                        </p:tgtEl>
                                        <p:attrNameLst>
                                          <p:attrName>style.visibility</p:attrName>
                                        </p:attrNameLst>
                                      </p:cBhvr>
                                      <p:to>
                                        <p:strVal val="visible"/>
                                      </p:to>
                                    </p:set>
                                    <p:anim calcmode="lin" valueType="num">
                                      <p:cBhvr additive="base">
                                        <p:cTn id="60" dur="500" fill="hold"/>
                                        <p:tgtEl>
                                          <p:spTgt spid="26"/>
                                        </p:tgtEl>
                                        <p:attrNameLst>
                                          <p:attrName>ppt_x</p:attrName>
                                        </p:attrNameLst>
                                      </p:cBhvr>
                                      <p:tavLst>
                                        <p:tav tm="0">
                                          <p:val>
                                            <p:strVal val="#ppt_x"/>
                                          </p:val>
                                        </p:tav>
                                        <p:tav tm="100000">
                                          <p:val>
                                            <p:strVal val="#ppt_x"/>
                                          </p:val>
                                        </p:tav>
                                      </p:tavLst>
                                    </p:anim>
                                    <p:anim calcmode="lin" valueType="num">
                                      <p:cBhvr additive="base">
                                        <p:cTn id="61"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16" presetClass="entr" presetSubtype="21" fill="hold" grpId="0" nodeType="clickEffect">
                                  <p:stCondLst>
                                    <p:cond delay="0"/>
                                  </p:stCondLst>
                                  <p:childTnLst>
                                    <p:set>
                                      <p:cBhvr>
                                        <p:cTn id="65" dur="1" fill="hold">
                                          <p:stCondLst>
                                            <p:cond delay="0"/>
                                          </p:stCondLst>
                                        </p:cTn>
                                        <p:tgtEl>
                                          <p:spTgt spid="27"/>
                                        </p:tgtEl>
                                        <p:attrNameLst>
                                          <p:attrName>style.visibility</p:attrName>
                                        </p:attrNameLst>
                                      </p:cBhvr>
                                      <p:to>
                                        <p:strVal val="visible"/>
                                      </p:to>
                                    </p:set>
                                    <p:animEffect transition="in" filter="barn(inVertical)">
                                      <p:cBhvr>
                                        <p:cTn id="66" dur="500"/>
                                        <p:tgtEl>
                                          <p:spTgt spid="27"/>
                                        </p:tgtEl>
                                      </p:cBhvr>
                                    </p:animEffect>
                                  </p:childTnLst>
                                </p:cTn>
                              </p:par>
                            </p:childTnLst>
                          </p:cTn>
                        </p:par>
                      </p:childTnLst>
                    </p:cTn>
                  </p:par>
                  <p:par>
                    <p:cTn id="67" fill="hold">
                      <p:stCondLst>
                        <p:cond delay="indefinite"/>
                      </p:stCondLst>
                      <p:childTnLst>
                        <p:par>
                          <p:cTn id="68" fill="hold">
                            <p:stCondLst>
                              <p:cond delay="0"/>
                            </p:stCondLst>
                            <p:childTnLst>
                              <p:par>
                                <p:cTn id="69" presetID="16" presetClass="entr" presetSubtype="21" fill="hold" grpId="0" nodeType="clickEffect">
                                  <p:stCondLst>
                                    <p:cond delay="0"/>
                                  </p:stCondLst>
                                  <p:childTnLst>
                                    <p:set>
                                      <p:cBhvr>
                                        <p:cTn id="70" dur="1" fill="hold">
                                          <p:stCondLst>
                                            <p:cond delay="0"/>
                                          </p:stCondLst>
                                        </p:cTn>
                                        <p:tgtEl>
                                          <p:spTgt spid="28"/>
                                        </p:tgtEl>
                                        <p:attrNameLst>
                                          <p:attrName>style.visibility</p:attrName>
                                        </p:attrNameLst>
                                      </p:cBhvr>
                                      <p:to>
                                        <p:strVal val="visible"/>
                                      </p:to>
                                    </p:set>
                                    <p:animEffect transition="in" filter="barn(inVertical)">
                                      <p:cBhvr>
                                        <p:cTn id="71" dur="500"/>
                                        <p:tgtEl>
                                          <p:spTgt spid="28"/>
                                        </p:tgtEl>
                                      </p:cBhvr>
                                    </p:animEffect>
                                  </p:childTnLst>
                                </p:cTn>
                              </p:par>
                            </p:childTnLst>
                          </p:cTn>
                        </p:par>
                      </p:childTnLst>
                    </p:cTn>
                  </p:par>
                  <p:par>
                    <p:cTn id="72" fill="hold">
                      <p:stCondLst>
                        <p:cond delay="indefinite"/>
                      </p:stCondLst>
                      <p:childTnLst>
                        <p:par>
                          <p:cTn id="73" fill="hold">
                            <p:stCondLst>
                              <p:cond delay="0"/>
                            </p:stCondLst>
                            <p:childTnLst>
                              <p:par>
                                <p:cTn id="74" presetID="16" presetClass="entr" presetSubtype="21" fill="hold" grpId="0" nodeType="clickEffect">
                                  <p:stCondLst>
                                    <p:cond delay="0"/>
                                  </p:stCondLst>
                                  <p:childTnLst>
                                    <p:set>
                                      <p:cBhvr>
                                        <p:cTn id="75" dur="1" fill="hold">
                                          <p:stCondLst>
                                            <p:cond delay="0"/>
                                          </p:stCondLst>
                                        </p:cTn>
                                        <p:tgtEl>
                                          <p:spTgt spid="29"/>
                                        </p:tgtEl>
                                        <p:attrNameLst>
                                          <p:attrName>style.visibility</p:attrName>
                                        </p:attrNameLst>
                                      </p:cBhvr>
                                      <p:to>
                                        <p:strVal val="visible"/>
                                      </p:to>
                                    </p:set>
                                    <p:animEffect transition="in" filter="barn(inVertical)">
                                      <p:cBhvr>
                                        <p:cTn id="76"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0" grpId="0" animBg="1"/>
      <p:bldP spid="14" grpId="0" animBg="1"/>
      <p:bldP spid="15" grpId="0" animBg="1"/>
      <p:bldP spid="16" grpId="0" animBg="1"/>
      <p:bldP spid="17" grpId="0" animBg="1"/>
      <p:bldP spid="20" grpId="0" animBg="1"/>
      <p:bldP spid="21" grpId="0" animBg="1"/>
      <p:bldP spid="22" grpId="0" animBg="1"/>
      <p:bldP spid="23" grpId="0" animBg="1"/>
      <p:bldP spid="26" grpId="0" animBg="1"/>
      <p:bldP spid="27" grpId="0" animBg="1"/>
      <p:bldP spid="28" grpId="0" animBg="1"/>
      <p:bldP spid="29"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5DB65365-4521-4F81-B6BD-11364F3F1A43}"/>
              </a:ext>
            </a:extLst>
          </p:cNvPr>
          <p:cNvSpPr>
            <a:spLocks noGrp="1"/>
          </p:cNvSpPr>
          <p:nvPr>
            <p:ph type="title"/>
          </p:nvPr>
        </p:nvSpPr>
        <p:spPr>
          <a:xfrm>
            <a:off x="258527" y="2967697"/>
            <a:ext cx="2951601" cy="469477"/>
          </a:xfrm>
        </p:spPr>
        <p:txBody>
          <a:bodyPr rtlCol="0">
            <a:normAutofit/>
          </a:bodyPr>
          <a:lstStyle/>
          <a:p>
            <a:pPr rtl="0"/>
            <a:r>
              <a:rPr lang="en-US" sz="3000"/>
              <a:t>BIBLIOGRAFIE</a:t>
            </a:r>
            <a:endParaRPr lang="ro-RO" sz="3000"/>
          </a:p>
        </p:txBody>
      </p:sp>
      <p:sp>
        <p:nvSpPr>
          <p:cNvPr id="3" name="Substituent text 2">
            <a:extLst>
              <a:ext uri="{FF2B5EF4-FFF2-40B4-BE49-F238E27FC236}">
                <a16:creationId xmlns:a16="http://schemas.microsoft.com/office/drawing/2014/main" id="{85D5E241-5BDF-4E31-AEE3-F95545B01405}"/>
              </a:ext>
            </a:extLst>
          </p:cNvPr>
          <p:cNvSpPr>
            <a:spLocks noGrp="1"/>
          </p:cNvSpPr>
          <p:nvPr>
            <p:ph type="body" idx="1"/>
          </p:nvPr>
        </p:nvSpPr>
        <p:spPr>
          <a:xfrm>
            <a:off x="4404715" y="1693743"/>
            <a:ext cx="5023302" cy="3486861"/>
          </a:xfrm>
        </p:spPr>
        <p:txBody>
          <a:bodyPr rtlCol="0">
            <a:normAutofit/>
          </a:bodyPr>
          <a:lstStyle/>
          <a:p>
            <a:pPr marL="342900" indent="-342900" algn="just" rtl="0">
              <a:buClr>
                <a:schemeClr val="tx2"/>
              </a:buClr>
              <a:buAutoNum type="arabicPeriod"/>
            </a:pPr>
            <a:r>
              <a:rPr lang="ro-RO">
                <a:solidFill>
                  <a:schemeClr val="tx2"/>
                </a:solidFill>
              </a:rPr>
              <a:t>GELU IANUŞ, </a:t>
            </a:r>
            <a:r>
              <a:rPr lang="pt-BR">
                <a:solidFill>
                  <a:schemeClr val="tx2"/>
                </a:solidFill>
              </a:rPr>
              <a:t>ORGANE</a:t>
            </a:r>
            <a:r>
              <a:rPr lang="ro-RO">
                <a:solidFill>
                  <a:schemeClr val="tx2"/>
                </a:solidFill>
              </a:rPr>
              <a:t> </a:t>
            </a:r>
            <a:r>
              <a:rPr lang="pt-BR">
                <a:solidFill>
                  <a:schemeClr val="tx2"/>
                </a:solidFill>
              </a:rPr>
              <a:t>DE</a:t>
            </a:r>
            <a:r>
              <a:rPr lang="ro-RO">
                <a:solidFill>
                  <a:schemeClr val="tx2"/>
                </a:solidFill>
              </a:rPr>
              <a:t> </a:t>
            </a:r>
            <a:r>
              <a:rPr lang="pt-BR">
                <a:solidFill>
                  <a:schemeClr val="tx2"/>
                </a:solidFill>
              </a:rPr>
              <a:t>MAŞINI</a:t>
            </a:r>
            <a:r>
              <a:rPr lang="ro-RO">
                <a:solidFill>
                  <a:schemeClr val="tx2"/>
                </a:solidFill>
              </a:rPr>
              <a:t> </a:t>
            </a:r>
            <a:r>
              <a:rPr lang="pt-BR">
                <a:solidFill>
                  <a:schemeClr val="tx2"/>
                </a:solidFill>
              </a:rPr>
              <a:t>PARTEA I</a:t>
            </a:r>
            <a:r>
              <a:rPr lang="ro-RO">
                <a:solidFill>
                  <a:schemeClr val="tx2"/>
                </a:solidFill>
              </a:rPr>
              <a:t>, Editura POLITEHNIUM, IAŞI, 2010</a:t>
            </a:r>
          </a:p>
          <a:p>
            <a:pPr marL="342900" indent="-342900">
              <a:buClr>
                <a:schemeClr val="tx2"/>
              </a:buClr>
              <a:buFont typeface="Arial" panose="020B0604020202020204" pitchFamily="34" charset="0"/>
              <a:buAutoNum type="arabicPeriod"/>
            </a:pPr>
            <a:r>
              <a:rPr lang="ro-RO" b="1">
                <a:solidFill>
                  <a:schemeClr val="tx2"/>
                </a:solidFill>
                <a:ea typeface="Calibri" panose="020F0502020204030204" pitchFamily="34" charset="0"/>
                <a:cs typeface="Calibri" panose="020F0502020204030204" pitchFamily="34" charset="0"/>
                <a:hlinkClick r:id="rId3"/>
              </a:rPr>
              <a:t>www.gdgi.utcluj.ro</a:t>
            </a:r>
            <a:endParaRPr lang="ro-RO" b="1">
              <a:solidFill>
                <a:schemeClr val="tx2"/>
              </a:solidFill>
              <a:ea typeface="Calibri" panose="020F0502020204030204" pitchFamily="34" charset="0"/>
              <a:cs typeface="Calibri" panose="020F0502020204030204" pitchFamily="34" charset="0"/>
            </a:endParaRPr>
          </a:p>
          <a:p>
            <a:pPr marL="342900" indent="-342900">
              <a:buClr>
                <a:schemeClr val="tx2"/>
              </a:buClr>
              <a:buFont typeface="Arial" panose="020B0604020202020204" pitchFamily="34" charset="0"/>
              <a:buAutoNum type="arabicPeriod"/>
            </a:pPr>
            <a:r>
              <a:rPr lang="ro-RO" b="1">
                <a:solidFill>
                  <a:schemeClr val="tx2"/>
                </a:solidFill>
                <a:ea typeface="Calibri" panose="020F0502020204030204" pitchFamily="34" charset="0"/>
                <a:cs typeface="Calibri" panose="020F0502020204030204" pitchFamily="34" charset="0"/>
                <a:hlinkClick r:id="rId4"/>
              </a:rPr>
              <a:t>www.inc.com</a:t>
            </a:r>
            <a:endParaRPr lang="ro-RO">
              <a:solidFill>
                <a:schemeClr val="tx2"/>
              </a:solidFill>
            </a:endParaRPr>
          </a:p>
          <a:p>
            <a:pPr marL="342900" indent="-342900" rtl="0">
              <a:buClr>
                <a:schemeClr val="tx2"/>
              </a:buClr>
              <a:buAutoNum type="arabicPeriod"/>
            </a:pPr>
            <a:r>
              <a:rPr lang="ro-RO">
                <a:solidFill>
                  <a:schemeClr val="tx2"/>
                </a:solidFill>
                <a:hlinkClick r:id="rId5">
                  <a:extLst>
                    <a:ext uri="{A12FA001-AC4F-418D-AE19-62706E023703}">
                      <ahyp:hlinkClr xmlns:ahyp="http://schemas.microsoft.com/office/drawing/2018/hyperlinkcolor" val="tx"/>
                    </a:ext>
                  </a:extLst>
                </a:hlinkClick>
              </a:rPr>
              <a:t>www.youtube.com</a:t>
            </a:r>
            <a:endParaRPr lang="ro-RO">
              <a:solidFill>
                <a:schemeClr val="tx2"/>
              </a:solidFill>
            </a:endParaRPr>
          </a:p>
          <a:p>
            <a:pPr marL="342900" indent="-342900" rtl="0">
              <a:buClr>
                <a:schemeClr val="tx2"/>
              </a:buClr>
              <a:buAutoNum type="arabicPeriod"/>
            </a:pPr>
            <a:r>
              <a:rPr lang="ro-RO" b="1">
                <a:solidFill>
                  <a:schemeClr val="tx2"/>
                </a:solidFill>
                <a:ea typeface="Calibri" panose="020F0502020204030204" pitchFamily="34" charset="0"/>
                <a:cs typeface="Calibri" panose="020F0502020204030204" pitchFamily="34" charset="0"/>
                <a:hlinkClick r:id="rId6"/>
              </a:rPr>
              <a:t>www.springer.com</a:t>
            </a:r>
            <a:endParaRPr lang="ro-RO">
              <a:solidFill>
                <a:schemeClr val="tx2"/>
              </a:solidFill>
            </a:endParaRPr>
          </a:p>
          <a:p>
            <a:pPr marL="342900" indent="-342900" rtl="0">
              <a:buClr>
                <a:schemeClr val="tx2"/>
              </a:buClr>
              <a:buAutoNum type="arabicPeriod"/>
            </a:pPr>
            <a:r>
              <a:rPr lang="ro-RO" b="1">
                <a:solidFill>
                  <a:schemeClr val="tx2"/>
                </a:solidFill>
                <a:ea typeface="Calibri" panose="020F0502020204030204" pitchFamily="34" charset="0"/>
                <a:cs typeface="Calibri" panose="020F0502020204030204" pitchFamily="34" charset="0"/>
                <a:hlinkClick r:id="rId7"/>
              </a:rPr>
              <a:t>www.temko</a:t>
            </a:r>
            <a:r>
              <a:rPr lang="en-US" b="1">
                <a:solidFill>
                  <a:schemeClr val="tx2"/>
                </a:solidFill>
                <a:ea typeface="Calibri" panose="020F0502020204030204" pitchFamily="34" charset="0"/>
                <a:cs typeface="Calibri" panose="020F0502020204030204" pitchFamily="34" charset="0"/>
                <a:hlinkClick r:id="rId7"/>
              </a:rPr>
              <a:t>.</a:t>
            </a:r>
            <a:r>
              <a:rPr lang="en-US" b="1" err="1">
                <a:solidFill>
                  <a:schemeClr val="tx2"/>
                </a:solidFill>
                <a:ea typeface="Calibri" panose="020F0502020204030204" pitchFamily="34" charset="0"/>
                <a:cs typeface="Calibri" panose="020F0502020204030204" pitchFamily="34" charset="0"/>
                <a:hlinkClick r:id="rId7"/>
              </a:rPr>
              <a:t>ro</a:t>
            </a:r>
            <a:endParaRPr lang="ro-RO" b="1">
              <a:solidFill>
                <a:schemeClr val="tx2"/>
              </a:solidFill>
              <a:ea typeface="Calibri" panose="020F0502020204030204" pitchFamily="34" charset="0"/>
              <a:cs typeface="Calibri" panose="020F0502020204030204" pitchFamily="34" charset="0"/>
            </a:endParaRPr>
          </a:p>
          <a:p>
            <a:pPr marL="342900" indent="-342900" rtl="0">
              <a:buClr>
                <a:schemeClr val="tx2"/>
              </a:buClr>
              <a:buAutoNum type="arabicPeriod"/>
            </a:pPr>
            <a:r>
              <a:rPr lang="ro-RO" b="1">
                <a:solidFill>
                  <a:schemeClr val="tx2"/>
                </a:solidFill>
                <a:ea typeface="Calibri" panose="020F0502020204030204" pitchFamily="34" charset="0"/>
                <a:cs typeface="Calibri" panose="020F0502020204030204" pitchFamily="34" charset="0"/>
                <a:hlinkClick r:id="rId8"/>
              </a:rPr>
              <a:t>www.trada</a:t>
            </a:r>
            <a:r>
              <a:rPr lang="en-US" b="1">
                <a:solidFill>
                  <a:schemeClr val="tx2"/>
                </a:solidFill>
                <a:ea typeface="Calibri" panose="020F0502020204030204" pitchFamily="34" charset="0"/>
                <a:cs typeface="Calibri" panose="020F0502020204030204" pitchFamily="34" charset="0"/>
                <a:hlinkClick r:id="rId8"/>
              </a:rPr>
              <a:t>.</a:t>
            </a:r>
            <a:r>
              <a:rPr lang="en-US" b="1" err="1">
                <a:solidFill>
                  <a:schemeClr val="tx2"/>
                </a:solidFill>
                <a:ea typeface="Calibri" panose="020F0502020204030204" pitchFamily="34" charset="0"/>
                <a:cs typeface="Calibri" panose="020F0502020204030204" pitchFamily="34" charset="0"/>
                <a:hlinkClick r:id="rId8"/>
              </a:rPr>
              <a:t>ro</a:t>
            </a:r>
            <a:endParaRPr lang="ro-RO" b="1">
              <a:solidFill>
                <a:schemeClr val="tx2"/>
              </a:solidFill>
              <a:ea typeface="Calibri" panose="020F0502020204030204" pitchFamily="34" charset="0"/>
              <a:cs typeface="Calibri" panose="020F0502020204030204" pitchFamily="34" charset="0"/>
            </a:endParaRPr>
          </a:p>
          <a:p>
            <a:pPr marL="342900" indent="-342900" rtl="0">
              <a:buClr>
                <a:schemeClr val="tx2"/>
              </a:buClr>
              <a:buAutoNum type="arabicPeriod"/>
            </a:pPr>
            <a:endParaRPr lang="ro-RO">
              <a:solidFill>
                <a:schemeClr val="tx2"/>
              </a:solidFill>
            </a:endParaRPr>
          </a:p>
          <a:p>
            <a:pPr marL="342900" indent="-342900" rtl="0">
              <a:buAutoNum type="arabicPeriod"/>
            </a:pPr>
            <a:endParaRPr lang="ro-RO"/>
          </a:p>
          <a:p>
            <a:pPr marL="342900" indent="-342900" rtl="0">
              <a:buAutoNum type="arabicPeriod"/>
            </a:pPr>
            <a:endParaRPr lang="ro-RO"/>
          </a:p>
          <a:p>
            <a:pPr rtl="0"/>
            <a:endParaRPr lang="ro-RO"/>
          </a:p>
          <a:p>
            <a:pPr marL="342900" indent="-342900" rtl="0">
              <a:buAutoNum type="arabicPeriod"/>
            </a:pPr>
            <a:endParaRPr lang="ro-RO"/>
          </a:p>
          <a:p>
            <a:pPr marL="342900" indent="-342900" rtl="0">
              <a:buAutoNum type="arabicPeriod"/>
            </a:pPr>
            <a:endParaRPr lang="ro-RO"/>
          </a:p>
          <a:p>
            <a:pPr marL="342900" indent="-342900" rtl="0">
              <a:buAutoNum type="arabicPeriod"/>
            </a:pPr>
            <a:endParaRPr lang="ro-RO"/>
          </a:p>
        </p:txBody>
      </p:sp>
      <p:sp>
        <p:nvSpPr>
          <p:cNvPr id="6" name="Substituent număr diapozitiv 5">
            <a:extLst>
              <a:ext uri="{FF2B5EF4-FFF2-40B4-BE49-F238E27FC236}">
                <a16:creationId xmlns:a16="http://schemas.microsoft.com/office/drawing/2014/main" id="{30845F57-2399-46AA-85F3-D790CEA7EE1E}"/>
              </a:ext>
            </a:extLst>
          </p:cNvPr>
          <p:cNvSpPr>
            <a:spLocks noGrp="1"/>
          </p:cNvSpPr>
          <p:nvPr>
            <p:ph type="sldNum" sz="quarter" idx="12"/>
          </p:nvPr>
        </p:nvSpPr>
        <p:spPr/>
        <p:txBody>
          <a:bodyPr rtlCol="0"/>
          <a:lstStyle/>
          <a:p>
            <a:pPr rtl="0"/>
            <a:fld id="{8D581BC7-E183-40DB-AC97-C19EA4EB8894}" type="slidenum">
              <a:rPr lang="ro-RO" smtClean="0"/>
              <a:t>29</a:t>
            </a:fld>
            <a:endParaRPr lang="ro-RO"/>
          </a:p>
        </p:txBody>
      </p:sp>
      <p:sp>
        <p:nvSpPr>
          <p:cNvPr id="5" name="Substituent subsol 4">
            <a:extLst>
              <a:ext uri="{FF2B5EF4-FFF2-40B4-BE49-F238E27FC236}">
                <a16:creationId xmlns:a16="http://schemas.microsoft.com/office/drawing/2014/main" id="{9ECDF3C5-F687-4A1D-AFCF-1BADF8B9E327}"/>
              </a:ext>
            </a:extLst>
          </p:cNvPr>
          <p:cNvSpPr>
            <a:spLocks noGrp="1"/>
          </p:cNvSpPr>
          <p:nvPr>
            <p:ph type="ftr" sz="quarter" idx="11"/>
          </p:nvPr>
        </p:nvSpPr>
        <p:spPr/>
        <p:txBody>
          <a:bodyPr rtlCol="0"/>
          <a:lstStyle/>
          <a:p>
            <a:pPr rtl="0"/>
            <a:r>
              <a:rPr lang="ro-RO"/>
              <a:t>Bibliografie</a:t>
            </a:r>
          </a:p>
        </p:txBody>
      </p:sp>
      <p:sp>
        <p:nvSpPr>
          <p:cNvPr id="4" name="Substituent dată 3">
            <a:extLst>
              <a:ext uri="{FF2B5EF4-FFF2-40B4-BE49-F238E27FC236}">
                <a16:creationId xmlns:a16="http://schemas.microsoft.com/office/drawing/2014/main" id="{8BEA012A-C1D5-4E0A-AEFE-277577B1067F}"/>
              </a:ext>
            </a:extLst>
          </p:cNvPr>
          <p:cNvSpPr>
            <a:spLocks noGrp="1"/>
          </p:cNvSpPr>
          <p:nvPr>
            <p:ph type="dt" sz="half" idx="10"/>
          </p:nvPr>
        </p:nvSpPr>
        <p:spPr/>
        <p:txBody>
          <a:bodyPr rtlCol="0"/>
          <a:lstStyle/>
          <a:p>
            <a:pPr rtl="0"/>
            <a:r>
              <a:rPr lang="en-US"/>
              <a:t>08.10.2025</a:t>
            </a:r>
            <a:endParaRPr lang="ro-RO"/>
          </a:p>
        </p:txBody>
      </p:sp>
      <p:pic>
        <p:nvPicPr>
          <p:cNvPr id="13" name="Substituent imagine 19" descr="Fundal abstract">
            <a:extLst>
              <a:ext uri="{FF2B5EF4-FFF2-40B4-BE49-F238E27FC236}">
                <a16:creationId xmlns:a16="http://schemas.microsoft.com/office/drawing/2014/main" id="{D9B69383-22D8-7774-AF77-F5E2907E50F7}"/>
              </a:ext>
            </a:extLst>
          </p:cNvPr>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a:xfrm>
            <a:off x="0" y="4018498"/>
            <a:ext cx="2529191" cy="1549664"/>
          </a:xfrm>
          <a:prstGeom prst="rect">
            <a:avLst/>
          </a:prstGeom>
        </p:spPr>
      </p:pic>
    </p:spTree>
    <p:extLst>
      <p:ext uri="{BB962C8B-B14F-4D97-AF65-F5344CB8AC3E}">
        <p14:creationId xmlns:p14="http://schemas.microsoft.com/office/powerpoint/2010/main" val="350709097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ubstituent imagine 10" descr="Fundal abstract">
            <a:extLst>
              <a:ext uri="{FF2B5EF4-FFF2-40B4-BE49-F238E27FC236}">
                <a16:creationId xmlns:a16="http://schemas.microsoft.com/office/drawing/2014/main" id="{1AFB289C-7992-E904-3106-E3E6A45D4E5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a:xfrm>
            <a:off x="6032" y="1682496"/>
            <a:ext cx="12185968" cy="3493008"/>
          </a:xfrm>
          <a:prstGeom prst="rect">
            <a:avLst/>
          </a:prstGeom>
        </p:spPr>
      </p:pic>
      <p:sp>
        <p:nvSpPr>
          <p:cNvPr id="4" name="Titlu 3">
            <a:extLst>
              <a:ext uri="{FF2B5EF4-FFF2-40B4-BE49-F238E27FC236}">
                <a16:creationId xmlns:a16="http://schemas.microsoft.com/office/drawing/2014/main" id="{E98DCA46-603B-4178-8707-30E192CE6B8D}"/>
              </a:ext>
            </a:extLst>
          </p:cNvPr>
          <p:cNvSpPr>
            <a:spLocks noGrp="1"/>
          </p:cNvSpPr>
          <p:nvPr>
            <p:ph type="title"/>
          </p:nvPr>
        </p:nvSpPr>
        <p:spPr>
          <a:xfrm>
            <a:off x="1325393" y="2118367"/>
            <a:ext cx="9541213" cy="2621265"/>
          </a:xfrm>
        </p:spPr>
        <p:txBody>
          <a:bodyPr rtlCol="0">
            <a:noAutofit/>
          </a:bodyPr>
          <a:lstStyle/>
          <a:p>
            <a:pPr algn="ctr" rtl="0"/>
            <a:r>
              <a:rPr lang="ro-RO" sz="6000"/>
              <a:t>Vă mulțumesc </a:t>
            </a:r>
            <a:br>
              <a:rPr lang="ro-RO" sz="6000"/>
            </a:br>
            <a:r>
              <a:rPr lang="ro-RO" sz="6000"/>
              <a:t>pentru atenția acordată!</a:t>
            </a:r>
          </a:p>
        </p:txBody>
      </p:sp>
    </p:spTree>
    <p:extLst>
      <p:ext uri="{BB962C8B-B14F-4D97-AF65-F5344CB8AC3E}">
        <p14:creationId xmlns:p14="http://schemas.microsoft.com/office/powerpoint/2010/main" val="5958238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theme/theme1.xml><?xml version="1.0" encoding="utf-8"?>
<a:theme xmlns:a="http://schemas.openxmlformats.org/drawingml/2006/main" name="Temă Office">
  <a:themeElements>
    <a:clrScheme name="Custom 12">
      <a:dk1>
        <a:srgbClr val="00BBBB"/>
      </a:dk1>
      <a:lt1>
        <a:srgbClr val="000000"/>
      </a:lt1>
      <a:dk2>
        <a:srgbClr val="999999"/>
      </a:dk2>
      <a:lt2>
        <a:srgbClr val="FFFFFF"/>
      </a:lt2>
      <a:accent1>
        <a:srgbClr val="004448"/>
      </a:accent1>
      <a:accent2>
        <a:srgbClr val="482845"/>
      </a:accent2>
      <a:accent3>
        <a:srgbClr val="7A0000"/>
      </a:accent3>
      <a:accent4>
        <a:srgbClr val="969959"/>
      </a:accent4>
      <a:accent5>
        <a:srgbClr val="225B5F"/>
      </a:accent5>
      <a:accent6>
        <a:srgbClr val="3D8C41"/>
      </a:accent6>
      <a:hlink>
        <a:srgbClr val="7F7F7F"/>
      </a:hlink>
      <a:folHlink>
        <a:srgbClr val="7F7F7F"/>
      </a:folHlink>
    </a:clrScheme>
    <a:fontScheme name="Custom 13">
      <a:majorFont>
        <a:latin typeface="Gill Sans MT"/>
        <a:ea typeface=""/>
        <a:cs typeface=""/>
      </a:majorFont>
      <a:minorFont>
        <a:latin typeface="Segoe U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solidFill>
            <a:schemeClr val="tx2"/>
          </a:solid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_35055251_TF56488565" id="{99AE117C-5766-41E4-BBEA-BD27838E8496}" vid="{B43D1C15-DF83-40B2-8395-3FBA03A95F78}"/>
    </a:ext>
  </a:extLst>
</a:theme>
</file>

<file path=ppt/theme/theme2.xml><?xml version="1.0" encoding="utf-8"?>
<a:theme xmlns:a="http://schemas.openxmlformats.org/drawingml/2006/main" name="Temă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ă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E4DE2CC379442A4D8483D9D7B1BA3E35" ma:contentTypeVersion="3" ma:contentTypeDescription="Create a new document." ma:contentTypeScope="" ma:versionID="c805440cd6cf42c5ec03433d8c7f2033">
  <xsd:schema xmlns:xsd="http://www.w3.org/2001/XMLSchema" xmlns:xs="http://www.w3.org/2001/XMLSchema" xmlns:p="http://schemas.microsoft.com/office/2006/metadata/properties" xmlns:ns2="a1b380a0-b262-4a13-9203-497a21b8eee5" targetNamespace="http://schemas.microsoft.com/office/2006/metadata/properties" ma:root="true" ma:fieldsID="be49632d859e894b78667faeacf14f53" ns2:_="">
    <xsd:import namespace="a1b380a0-b262-4a13-9203-497a21b8eee5"/>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1b380a0-b262-4a13-9203-497a21b8eee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3D3645-3A7D-44DB-B9F2-E9CF2693DC13}">
  <ds:schemaRefs>
    <ds:schemaRef ds:uri="http://schemas.microsoft.com/office/2006/metadata/properties"/>
    <ds:schemaRef ds:uri="http://www.w3.org/2000/xmlns/"/>
    <ds:schemaRef ds:uri="http://schemas.microsoft.com/office/infopath/2007/PartnerControls"/>
  </ds:schemaRefs>
</ds:datastoreItem>
</file>

<file path=customXml/itemProps2.xml><?xml version="1.0" encoding="utf-8"?>
<ds:datastoreItem xmlns:ds="http://schemas.openxmlformats.org/officeDocument/2006/customXml" ds:itemID="{292099EC-7A48-404E-84B0-B7D7CF5A6089}"/>
</file>

<file path=customXml/itemProps3.xml><?xml version="1.0" encoding="utf-8"?>
<ds:datastoreItem xmlns:ds="http://schemas.openxmlformats.org/officeDocument/2006/customXml" ds:itemID="{A39A2268-6543-44D1-9CF7-3174AB4B914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Prezentare futuristă</Template>
  <Application>Microsoft Office PowerPoint</Application>
  <PresentationFormat>Widescreen</PresentationFormat>
  <Slides>30</Slides>
  <Notes>30</Notes>
  <HiddenSlides>0</HiddenSlides>
  <ScaleCrop>false</ScaleCrop>
  <HeadingPairs>
    <vt:vector size="4" baseType="variant">
      <vt:variant>
        <vt:lpstr>Theme</vt:lpstr>
      </vt:variant>
      <vt:variant>
        <vt:i4>1</vt:i4>
      </vt:variant>
      <vt:variant>
        <vt:lpstr>Slide Titles</vt:lpstr>
      </vt:variant>
      <vt:variant>
        <vt:i4>30</vt:i4>
      </vt:variant>
    </vt:vector>
  </HeadingPairs>
  <TitlesOfParts>
    <vt:vector size="31" baseType="lpstr">
      <vt:lpstr>Temă Office</vt:lpstr>
      <vt:lpstr>ORGANE DE MAȘINI ȘI TEHNOLOGIE MECANICĂ PENTRU INSTALAȚII</vt:lpstr>
      <vt:lpstr>Asamblări nedemontabile</vt:lpstr>
      <vt:lpstr>DEFINIȚIE</vt:lpstr>
      <vt:lpstr>Asamblări nituite [1]</vt:lpstr>
      <vt:lpstr>Procesul de instalare a unui nit orb implică inserarea unui cui în interiorul niturii, iar când acesta este tras, partea interioară a niturii se expandează, asigurând o fixare solidă între cele două suprafețe. Acest mecanism le permite să fie folosite în locuri în care nu se poate ajunge decât dintr-o singură direcție.</vt:lpstr>
      <vt:lpstr>Tipuri de nituri [8] </vt:lpstr>
      <vt:lpstr>Materiale pentru nituri și aspecte tehnologice [1] </vt:lpstr>
      <vt:lpstr>Nituirea la cald</vt:lpstr>
      <vt:lpstr>PowerPoint Presentation</vt:lpstr>
      <vt:lpstr>Asamblări sudate [1]</vt:lpstr>
      <vt:lpstr>PowerPoint Presentation</vt:lpstr>
      <vt:lpstr>Clasificarea asamblărilor sudate [1]</vt:lpstr>
      <vt:lpstr>PowerPoint Presentation</vt:lpstr>
      <vt:lpstr>PowerPoint Presentation</vt:lpstr>
      <vt:lpstr>PowerPoint Presentation</vt:lpstr>
      <vt:lpstr>PowerPoint Presentation</vt:lpstr>
      <vt:lpstr>PowerPoint Presentation</vt:lpstr>
      <vt:lpstr>Îmbinări prin lipire [1]</vt:lpstr>
      <vt:lpstr>Clasificarea îmbinărilor prin lipire [1]</vt:lpstr>
      <vt:lpstr>PowerPoint Presentation</vt:lpstr>
      <vt:lpstr>PowerPoint Presentation</vt:lpstr>
      <vt:lpstr>PowerPoint Presentation</vt:lpstr>
      <vt:lpstr>TERMOFUZIUNEA</vt:lpstr>
      <vt:lpstr>ELECTROFUZIUNEA</vt:lpstr>
      <vt:lpstr>ELECTROFUZIUNEA</vt:lpstr>
      <vt:lpstr>LIPIREA CAP LA CAP</vt:lpstr>
      <vt:lpstr>LIPIREA CAP LA CAP</vt:lpstr>
      <vt:lpstr>PowerPoint Presentation</vt:lpstr>
      <vt:lpstr>BIBLIOGRAFIE</vt:lpstr>
      <vt:lpstr>Vă mulțumesc  pentru atenția acordată!</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ORGANE DE MAȘINI ȘI TEHNOLOGIE MECANICĂ PENTRU INSTALAȚII</dc:title>
  <dc:creator>Constantin Cilibiu</dc:creator>
  <cp:revision>4</cp:revision>
  <dcterms:created xsi:type="dcterms:W3CDTF">2024-09-29T10:19:39Z</dcterms:created>
  <dcterms:modified xsi:type="dcterms:W3CDTF">2025-11-03T12:48:24Z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5b58b62f-6f94-46bd-8089-18e64b0a9abb_Enabled">
    <vt:lpwstr>true</vt:lpwstr>
  </property>
  <property fmtid="{D5CDD505-2E9C-101B-9397-08002B2CF9AE}" pid="3" name="MSIP_Label_5b58b62f-6f94-46bd-8089-18e64b0a9abb_SetDate">
    <vt:lpwstr>2024-09-29T10:21:23Z</vt:lpwstr>
  </property>
  <property fmtid="{D5CDD505-2E9C-101B-9397-08002B2CF9AE}" pid="4" name="MSIP_Label_5b58b62f-6f94-46bd-8089-18e64b0a9abb_Method">
    <vt:lpwstr>Standard</vt:lpwstr>
  </property>
  <property fmtid="{D5CDD505-2E9C-101B-9397-08002B2CF9AE}" pid="5" name="MSIP_Label_5b58b62f-6f94-46bd-8089-18e64b0a9abb_Name">
    <vt:lpwstr>defa4170-0d19-0005-0004-bc88714345d2</vt:lpwstr>
  </property>
  <property fmtid="{D5CDD505-2E9C-101B-9397-08002B2CF9AE}" pid="6" name="MSIP_Label_5b58b62f-6f94-46bd-8089-18e64b0a9abb_SiteId">
    <vt:lpwstr>a6eb79fa-c4a9-4cce-818d-b85274d15305</vt:lpwstr>
  </property>
  <property fmtid="{D5CDD505-2E9C-101B-9397-08002B2CF9AE}" pid="7" name="MSIP_Label_5b58b62f-6f94-46bd-8089-18e64b0a9abb_ActionId">
    <vt:lpwstr>35f8927b-c84f-4324-8e5c-3956ce67426c</vt:lpwstr>
  </property>
  <property fmtid="{D5CDD505-2E9C-101B-9397-08002B2CF9AE}" pid="8" name="MSIP_Label_5b58b62f-6f94-46bd-8089-18e64b0a9abb_ContentBits">
    <vt:lpwstr>0</vt:lpwstr>
  </property>
  <property fmtid="{D5CDD505-2E9C-101B-9397-08002B2CF9AE}" pid="9" name="ContentTypeId">
    <vt:lpwstr>0x010100E4DE2CC379442A4D8483D9D7B1BA3E35</vt:lpwstr>
  </property>
</Properties>
</file>