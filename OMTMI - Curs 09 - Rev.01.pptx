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3"/>
  </p:sldMasterIdLst>
  <p:notesMasterIdLst>
    <p:notesMasterId r:id="rId31"/>
  </p:notesMasterIdLst>
  <p:handoutMasterIdLst>
    <p:handoutMasterId r:id="rId32"/>
  </p:handoutMasterIdLst>
  <p:sldIdLst>
    <p:sldId id="256" r:id="rId4"/>
    <p:sldId id="257" r:id="rId5"/>
    <p:sldId id="258" r:id="rId6"/>
    <p:sldId id="409" r:id="rId7"/>
    <p:sldId id="433" r:id="rId8"/>
    <p:sldId id="434" r:id="rId9"/>
    <p:sldId id="435" r:id="rId10"/>
    <p:sldId id="436" r:id="rId11"/>
    <p:sldId id="439" r:id="rId12"/>
    <p:sldId id="440" r:id="rId13"/>
    <p:sldId id="437" r:id="rId14"/>
    <p:sldId id="438" r:id="rId15"/>
    <p:sldId id="441" r:id="rId16"/>
    <p:sldId id="442" r:id="rId17"/>
    <p:sldId id="443" r:id="rId18"/>
    <p:sldId id="444" r:id="rId19"/>
    <p:sldId id="445" r:id="rId20"/>
    <p:sldId id="446" r:id="rId21"/>
    <p:sldId id="447" r:id="rId22"/>
    <p:sldId id="448" r:id="rId23"/>
    <p:sldId id="449" r:id="rId24"/>
    <p:sldId id="450" r:id="rId25"/>
    <p:sldId id="451" r:id="rId26"/>
    <p:sldId id="452" r:id="rId27"/>
    <p:sldId id="453" r:id="rId28"/>
    <p:sldId id="454" r:id="rId29"/>
    <p:sldId id="282" r:id="rId30"/>
  </p:sldIdLst>
  <p:sldSz cx="12192000" cy="6858000"/>
  <p:notesSz cx="6858000" cy="9144000"/>
  <p:defaultTextStyle>
    <a:defPPr rtl="0"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1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3164"/>
    <a:srgbClr val="225B5F"/>
    <a:srgbClr val="E6E6E6"/>
    <a:srgbClr val="0F1722"/>
    <a:srgbClr val="348151"/>
    <a:srgbClr val="1B2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0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77" y="72"/>
      </p:cViewPr>
      <p:guideLst>
        <p:guide orient="horz" pos="2160"/>
        <p:guide pos="3840"/>
        <p:guide orient="horz" pos="31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handoutMaster" Target="handoutMasters/handoutMaster1.xml"/><Relationship Id="rId37" Type="http://schemas.openxmlformats.org/officeDocument/2006/relationships/customXml" Target="../customXml/item3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>
            <a:extLst>
              <a:ext uri="{FF2B5EF4-FFF2-40B4-BE49-F238E27FC236}">
                <a16:creationId xmlns:a16="http://schemas.microsoft.com/office/drawing/2014/main" id="{5E4FC509-A25D-4AC1-956B-244FAC61AF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F1EDCBDF-04F2-4646-A118-9A2CBABEDF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155A0F4-67A8-4DDF-B72F-F078B64BFF36}" type="datetime1">
              <a:rPr lang="ro-RO" smtClean="0"/>
              <a:t>02.12.2025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95BD4EF4-9023-4CAF-937E-F78CF009DB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C0300887-CA61-4CEF-BD28-E51D6F957D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A00C303-0EDA-42E1-9745-6C6A39A7B5C4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167664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73D40-B89D-443E-A396-B604801B68BE}" type="datetime1">
              <a:rPr lang="ro-RO" noProof="0" smtClean="0"/>
              <a:pPr/>
              <a:t>02.12.2025</a:t>
            </a:fld>
            <a:endParaRPr lang="ro-RO" noProof="0" dirty="0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o-RO" noProof="0" dirty="0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o-RO" noProof="0" dirty="0"/>
              <a:t>Editați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FC40A10-6036-4879-816D-55C01FC94846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76573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48339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01811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87154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C810B-9684-EC2A-752E-1F79C8F02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1E812551-17FF-CB12-AEC1-825FE4DE2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823289E9-6027-BE29-EC71-ADF3D4686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9763F33-D9C5-00CE-D939-EB9E68A48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2548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C810B-9684-EC2A-752E-1F79C8F02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1E812551-17FF-CB12-AEC1-825FE4DE2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823289E9-6027-BE29-EC71-ADF3D4686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9763F33-D9C5-00CE-D939-EB9E68A48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6641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C810B-9684-EC2A-752E-1F79C8F02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1E812551-17FF-CB12-AEC1-825FE4DE2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823289E9-6027-BE29-EC71-ADF3D4686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9763F33-D9C5-00CE-D939-EB9E68A48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417834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05A2E-50EC-E484-72F6-1DF6D7A4E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BFA1129C-2273-B643-DB7B-542CB1FEE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34AD94D8-1D4E-0B31-EE89-818E131E9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20AAAB4F-6973-4414-B19B-D10E76C9BE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93490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CFD21-C5A4-B0E7-1D55-06D3BCE0D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E5FB0D24-83D3-AD27-9367-C635CB779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60997FB5-9B26-628D-FC92-FB92E201C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CCE7B864-1895-581B-1381-7BDF71DFF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045700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A6B74-8F34-CBFC-3BED-2DA54DA4E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BDE85FF0-9A27-56D5-B681-4EA3DFB2C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B20C19BC-D97A-6A14-0D69-33D4D6B35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E843C49A-0E22-A0E3-E864-7CAFB96C38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83570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A6B74-8F34-CBFC-3BED-2DA54DA4E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BDE85FF0-9A27-56D5-B681-4EA3DFB2C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B20C19BC-D97A-6A14-0D69-33D4D6B35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E843C49A-0E22-A0E3-E864-7CAFB96C38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8800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42D51-DF33-3B2D-A1A5-CB0AB6726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BC7C6926-1E7B-5B9A-495E-76D844092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786206A1-14F1-C610-B3AC-647973AE0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D3681CCE-5DA1-1D1C-E310-81CAFB5C8C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553621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20E99-2FA0-DAEA-8ADA-D0D83C7C6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8CF7E2EA-DC16-EED2-8693-27D042BB4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9D585B7E-7EF5-CA15-B470-297991CA7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065DCD6C-9CB3-A009-F56B-D91531AD26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22884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20E99-2FA0-DAEA-8ADA-D0D83C7C6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8CF7E2EA-DC16-EED2-8693-27D042BB4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9D585B7E-7EF5-CA15-B470-297991CA7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065DCD6C-9CB3-A009-F56B-D91531AD26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787444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20E99-2FA0-DAEA-8ADA-D0D83C7C6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8CF7E2EA-DC16-EED2-8693-27D042BB4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9D585B7E-7EF5-CA15-B470-297991CA7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065DCD6C-9CB3-A009-F56B-D91531AD26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5692512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03C72-9304-213E-E39C-51D9648C5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5D9478C2-B401-495C-4A7A-8450D49FE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7D01FB52-4C1E-2EF2-D0E9-4A6667A56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A7153A37-6EA4-C333-F8B3-63A49FA295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366824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5DE88-7754-3A8C-34A2-814B61F22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3685FB68-2EEA-9913-D22A-D67EEB84E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161175B3-87DD-42C9-0035-12EC65FDE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F205277C-1994-6DD7-604C-F2FC243BC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5390043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44A3F-1AC6-6B5C-DA48-711157AF7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48408A3B-E254-426A-A122-710D3E6D7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F2C11798-C706-023F-4B1B-3EF2F4334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5CF187BC-5396-65F8-97A0-2427BBC13A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92496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44A3F-1AC6-6B5C-DA48-711157AF7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48408A3B-E254-426A-A122-710D3E6D7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F2C11798-C706-023F-4B1B-3EF2F4334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5CF187BC-5396-65F8-97A0-2427BBC13A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138558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49C07-F10F-066A-08BD-26AB766CC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09499DEA-45B1-598F-1553-CA3C157B2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61C1BE56-3305-D568-E921-036C9D973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B50C46AC-1A90-598A-43EF-1FEF2DFCF8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9036115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73E57-D282-A3CA-5BC1-B6D8227E3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C322E2D5-C918-A6B2-A535-4A91F2539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DAA036C2-504F-D795-DD40-5C3DAA387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7A261D26-2440-90B7-134E-D3CBE78E37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614328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58BD6-3B23-40BD-99D8-B4F100EC6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DCE48874-DECB-DD5F-4424-E36D246DA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3B43E6C3-C6C4-895C-04DA-6D924A842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D0D629E8-76E0-97FC-683C-49545AE6E3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379546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4368-306A-B9C3-CBAA-CD9CAAE8F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E6FF1067-7BCF-F169-9DF2-3718C2009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9BCC955D-25A9-AE83-DDED-F5981D8FE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F6684F57-018F-6B6C-B4FF-DB5F0B0E83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520626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4368-306A-B9C3-CBAA-CD9CAAE8F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E6FF1067-7BCF-F169-9DF2-3718C2009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9BCC955D-25A9-AE83-DDED-F5981D8FE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F6684F57-018F-6B6C-B4FF-DB5F0B0E83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705457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A6CC8-B1C4-1651-2A91-9AE968CF1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077FACA8-A179-C075-1C8D-293957A6C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76438998-A5F5-81CE-40CF-F62B17206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7217F8EF-63FE-8AEF-24DA-7ACC534C4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148685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4368-306A-B9C3-CBAA-CD9CAAE8F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E6FF1067-7BCF-F169-9DF2-3718C2009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9BCC955D-25A9-AE83-DDED-F5981D8FE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F6684F57-018F-6B6C-B4FF-DB5F0B0E83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866760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B87F0-D28C-A66D-12DC-683DFCA0A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7AC215E1-DA41-B791-9678-9B04AD8AB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7D323370-20A7-8442-AFAD-21C4183D3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DEFB3FF6-6356-683A-911B-98527CA3B1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189810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25286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zitiv titlu cu sigl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278196A9-689D-4410-BFC0-7ACB19755A0C}"/>
              </a:ext>
            </a:extLst>
          </p:cNvPr>
          <p:cNvSpPr/>
          <p:nvPr userDrawn="1"/>
        </p:nvSpPr>
        <p:spPr>
          <a:xfrm>
            <a:off x="0" y="0"/>
            <a:ext cx="12192000" cy="4416552"/>
          </a:xfrm>
          <a:prstGeom prst="rect">
            <a:avLst/>
          </a:prstGeom>
          <a:blipFill>
            <a:blip r:embed="rId2"/>
            <a:srcRect/>
            <a:stretch>
              <a:fillRect l="-842" r="-84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129BFEAD-57CF-438A-8084-C5AC7F47E5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2986"/>
            <a:ext cx="9144000" cy="1786094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ro-RO" noProof="0" dirty="0"/>
              <a:t>FACEȚI CLIC PENTRU A EDITA STILUL DE 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E17A3CB-B083-4E49-9123-A5E47559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A8C4102C-4609-416C-A808-0FFE0051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D7BCC5D-6F2C-472F-BD4C-4096793D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7BE854BB-FA44-4CAB-85DF-F5C412560348}"/>
              </a:ext>
            </a:extLst>
          </p:cNvPr>
          <p:cNvSpPr/>
          <p:nvPr userDrawn="1"/>
        </p:nvSpPr>
        <p:spPr>
          <a:xfrm>
            <a:off x="0" y="4416552"/>
            <a:ext cx="12192000" cy="244144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389BFFF1-5465-4317-B9DB-C23A5B1D7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4696"/>
            <a:ext cx="9144000" cy="45979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o-RO" noProof="0"/>
              <a:t>Faceți clic pentru a edita stilul de subtitlu coordonator</a:t>
            </a:r>
            <a:endParaRPr lang="ro-RO" noProof="0" dirty="0"/>
          </a:p>
        </p:txBody>
      </p:sp>
      <p:sp>
        <p:nvSpPr>
          <p:cNvPr id="10" name="Substituent imagine 9">
            <a:extLst>
              <a:ext uri="{FF2B5EF4-FFF2-40B4-BE49-F238E27FC236}">
                <a16:creationId xmlns:a16="http://schemas.microsoft.com/office/drawing/2014/main" id="{EA313B4B-5B98-4B33-885A-DF7669E72D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336" y="1172982"/>
            <a:ext cx="1481328" cy="7589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676B4374-8F24-43DE-860D-E5C6EA850AB4}"/>
              </a:ext>
            </a:extLst>
          </p:cNvPr>
          <p:cNvGrpSpPr/>
          <p:nvPr userDrawn="1"/>
        </p:nvGrpSpPr>
        <p:grpSpPr>
          <a:xfrm>
            <a:off x="3592857" y="2253996"/>
            <a:ext cx="5059349" cy="100584"/>
            <a:chOff x="3632179" y="2253996"/>
            <a:chExt cx="5059349" cy="10058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85C7755-9394-4129-AB48-1AC32DA80C75}"/>
                </a:ext>
              </a:extLst>
            </p:cNvPr>
            <p:cNvSpPr/>
            <p:nvPr userDrawn="1"/>
          </p:nvSpPr>
          <p:spPr>
            <a:xfrm>
              <a:off x="3632179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64C71ABE-575A-48CF-82B1-EDE8535F3993}"/>
                </a:ext>
              </a:extLst>
            </p:cNvPr>
            <p:cNvCxnSpPr/>
            <p:nvPr userDrawn="1"/>
          </p:nvCxnSpPr>
          <p:spPr>
            <a:xfrm>
              <a:off x="3663971" y="2307679"/>
              <a:ext cx="494270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3C1EA63-78B2-4715-B4DC-63D98AC7F354}"/>
                </a:ext>
              </a:extLst>
            </p:cNvPr>
            <p:cNvSpPr/>
            <p:nvPr userDrawn="1"/>
          </p:nvSpPr>
          <p:spPr>
            <a:xfrm>
              <a:off x="8590944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</p:grpSp>
      <p:grpSp>
        <p:nvGrpSpPr>
          <p:cNvPr id="16" name="Grup 15">
            <a:extLst>
              <a:ext uri="{FF2B5EF4-FFF2-40B4-BE49-F238E27FC236}">
                <a16:creationId xmlns:a16="http://schemas.microsoft.com/office/drawing/2014/main" id="{E9BB74A1-0BEA-4AD8-8138-0641A45D8B40}"/>
              </a:ext>
            </a:extLst>
          </p:cNvPr>
          <p:cNvGrpSpPr/>
          <p:nvPr userDrawn="1"/>
        </p:nvGrpSpPr>
        <p:grpSpPr>
          <a:xfrm>
            <a:off x="4509141" y="5305363"/>
            <a:ext cx="3254397" cy="100584"/>
            <a:chOff x="3506762" y="2253996"/>
            <a:chExt cx="5668705" cy="10058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3D0026E-5270-4C52-A1AF-5631E8192DCD}"/>
                </a:ext>
              </a:extLst>
            </p:cNvPr>
            <p:cNvSpPr/>
            <p:nvPr userDrawn="1"/>
          </p:nvSpPr>
          <p:spPr>
            <a:xfrm>
              <a:off x="3506762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  <p:cxnSp>
          <p:nvCxnSpPr>
            <p:cNvPr id="18" name="Conector drept 17">
              <a:extLst>
                <a:ext uri="{FF2B5EF4-FFF2-40B4-BE49-F238E27FC236}">
                  <a16:creationId xmlns:a16="http://schemas.microsoft.com/office/drawing/2014/main" id="{A6085D92-5F70-4097-A2FF-C15B13788D08}"/>
                </a:ext>
              </a:extLst>
            </p:cNvPr>
            <p:cNvCxnSpPr/>
            <p:nvPr userDrawn="1"/>
          </p:nvCxnSpPr>
          <p:spPr>
            <a:xfrm>
              <a:off x="3631690" y="2307679"/>
              <a:ext cx="5465515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E68EB6C-48D0-4EBF-8541-926D16790F52}"/>
                </a:ext>
              </a:extLst>
            </p:cNvPr>
            <p:cNvSpPr/>
            <p:nvPr userDrawn="1"/>
          </p:nvSpPr>
          <p:spPr>
            <a:xfrm>
              <a:off x="8999887" y="2253996"/>
              <a:ext cx="175580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42463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tet secțiune cu i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stituent imagine 7">
            <a:extLst>
              <a:ext uri="{FF2B5EF4-FFF2-40B4-BE49-F238E27FC236}">
                <a16:creationId xmlns:a16="http://schemas.microsoft.com/office/drawing/2014/main" id="{C799DC18-D353-427C-B849-0204F13D9B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83300" cy="68580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45015858-8549-49EA-BB83-070E0D9D4890}"/>
              </a:ext>
            </a:extLst>
          </p:cNvPr>
          <p:cNvSpPr/>
          <p:nvPr userDrawn="1"/>
        </p:nvSpPr>
        <p:spPr>
          <a:xfrm>
            <a:off x="6083808" y="0"/>
            <a:ext cx="6108192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2206FBAC-B8FD-4768-B682-E0B93BA33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9768" y="2133599"/>
            <a:ext cx="4618957" cy="2492461"/>
          </a:xfrm>
        </p:spPr>
        <p:txBody>
          <a:bodyPr lIns="0" tIns="0" rIns="0" bIns="0" rtlCol="0" anchor="b" anchorCtr="0">
            <a:noAutofit/>
          </a:bodyPr>
          <a:lstStyle>
            <a:lvl1pPr>
              <a:defRPr sz="6000"/>
            </a:lvl1pPr>
          </a:lstStyle>
          <a:p>
            <a:pPr rtl="0"/>
            <a:r>
              <a:rPr lang="ro-RO" noProof="0" dirty="0"/>
              <a:t>PREZENTARE</a:t>
            </a:r>
            <a:br>
              <a:rPr lang="ro-RO" noProof="0" dirty="0"/>
            </a:br>
            <a:r>
              <a:rPr lang="ro-RO" noProof="0" dirty="0"/>
              <a:t>TITLU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472534F-03A6-408A-9BF1-303D0A44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0A24E181-0C50-4F43-A5A7-6FDD1500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13A749CC-EB55-4FEF-AA4C-9A9C6E2A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6F3E26A6-6962-4A35-AA86-805537D45296}"/>
              </a:ext>
            </a:extLst>
          </p:cNvPr>
          <p:cNvGrpSpPr/>
          <p:nvPr userDrawn="1"/>
        </p:nvGrpSpPr>
        <p:grpSpPr>
          <a:xfrm>
            <a:off x="6769768" y="2386683"/>
            <a:ext cx="4698084" cy="102440"/>
            <a:chOff x="3631690" y="2252140"/>
            <a:chExt cx="8183399" cy="1024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1504C4-12AC-4251-8E47-0089784BDB9B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  <p:cxnSp>
          <p:nvCxnSpPr>
            <p:cNvPr id="11" name="Conector drept 10">
              <a:extLst>
                <a:ext uri="{FF2B5EF4-FFF2-40B4-BE49-F238E27FC236}">
                  <a16:creationId xmlns:a16="http://schemas.microsoft.com/office/drawing/2014/main" id="{192040D0-01C2-4643-8F84-3B8F334E545C}"/>
                </a:ext>
              </a:extLst>
            </p:cNvPr>
            <p:cNvCxnSpPr/>
            <p:nvPr userDrawn="1"/>
          </p:nvCxnSpPr>
          <p:spPr>
            <a:xfrm>
              <a:off x="3681983" y="2307679"/>
              <a:ext cx="799528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ED601E9-2BFC-460B-A2A8-69A787A4988E}"/>
                </a:ext>
              </a:extLst>
            </p:cNvPr>
            <p:cNvSpPr/>
            <p:nvPr userDrawn="1"/>
          </p:nvSpPr>
          <p:spPr>
            <a:xfrm>
              <a:off x="11639510" y="2252140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</p:grpSp>
      <p:grpSp>
        <p:nvGrpSpPr>
          <p:cNvPr id="13" name="Grup 12">
            <a:extLst>
              <a:ext uri="{FF2B5EF4-FFF2-40B4-BE49-F238E27FC236}">
                <a16:creationId xmlns:a16="http://schemas.microsoft.com/office/drawing/2014/main" id="{BB49A8A6-FEDB-4D20-B581-A84DB8EFE977}"/>
              </a:ext>
            </a:extLst>
          </p:cNvPr>
          <p:cNvGrpSpPr/>
          <p:nvPr userDrawn="1"/>
        </p:nvGrpSpPr>
        <p:grpSpPr>
          <a:xfrm>
            <a:off x="6769768" y="4295484"/>
            <a:ext cx="4698084" cy="100584"/>
            <a:chOff x="3631690" y="2253996"/>
            <a:chExt cx="8183393" cy="100584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F65998-5EC3-446A-8307-1CF81A348CE3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  <p:cxnSp>
          <p:nvCxnSpPr>
            <p:cNvPr id="15" name="Conector drept 14">
              <a:extLst>
                <a:ext uri="{FF2B5EF4-FFF2-40B4-BE49-F238E27FC236}">
                  <a16:creationId xmlns:a16="http://schemas.microsoft.com/office/drawing/2014/main" id="{7CC5D776-F60A-4A0C-AA7C-EFACDA2CEA88}"/>
                </a:ext>
              </a:extLst>
            </p:cNvPr>
            <p:cNvCxnSpPr/>
            <p:nvPr userDrawn="1"/>
          </p:nvCxnSpPr>
          <p:spPr>
            <a:xfrm>
              <a:off x="3681983" y="2307679"/>
              <a:ext cx="7995278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EAFE309-55C5-409C-92ED-748307C74318}"/>
                </a:ext>
              </a:extLst>
            </p:cNvPr>
            <p:cNvSpPr/>
            <p:nvPr userDrawn="1"/>
          </p:nvSpPr>
          <p:spPr>
            <a:xfrm>
              <a:off x="11639504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7" name="Subtitlu 2">
            <a:extLst>
              <a:ext uri="{FF2B5EF4-FFF2-40B4-BE49-F238E27FC236}">
                <a16:creationId xmlns:a16="http://schemas.microsoft.com/office/drawing/2014/main" id="{5B77B20B-76F5-4912-803D-5709F730D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767" y="4889444"/>
            <a:ext cx="4618957" cy="590626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o-RO" noProof="0"/>
              <a:t>Faceți clic pentru a edita stilul de subtitlu coordonator</a:t>
            </a:r>
            <a:endParaRPr lang="ro-RO" noProof="0" dirty="0"/>
          </a:p>
        </p:txBody>
      </p:sp>
      <p:sp>
        <p:nvSpPr>
          <p:cNvPr id="18" name="Substituent imagine 9">
            <a:extLst>
              <a:ext uri="{FF2B5EF4-FFF2-40B4-BE49-F238E27FC236}">
                <a16:creationId xmlns:a16="http://schemas.microsoft.com/office/drawing/2014/main" id="{4293BA4F-7776-4C41-BE4F-7247935D5C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6368" y="3079602"/>
            <a:ext cx="1481328" cy="7589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907692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u și conținut cu i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091023"/>
            <a:ext cx="5021940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244567"/>
            <a:ext cx="4205904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3251227" cy="100800"/>
            <a:chOff x="0" y="3240138"/>
            <a:chExt cx="3251227" cy="100800"/>
          </a:xfrm>
        </p:grpSpPr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3208093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150427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6" name="Substituent text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869349"/>
            <a:ext cx="4215201" cy="132833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stituent imagine 7">
            <a:extLst>
              <a:ext uri="{FF2B5EF4-FFF2-40B4-BE49-F238E27FC236}">
                <a16:creationId xmlns:a16="http://schemas.microsoft.com/office/drawing/2014/main" id="{DE71F7A0-F439-470D-A1B8-556C960D11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3003" y="2490534"/>
            <a:ext cx="6083300" cy="25877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539969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titlu, imagine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4591" y="1090118"/>
            <a:ext cx="4494133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9" name="Substituent text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4591" y="2243662"/>
            <a:ext cx="4473108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924675" y="1993043"/>
            <a:ext cx="5267325" cy="100800"/>
            <a:chOff x="0" y="3240138"/>
            <a:chExt cx="3434400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4" name="Substituent text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94591" y="2868443"/>
            <a:ext cx="4482996" cy="243260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2" name="Substituent imagine 7">
            <a:extLst>
              <a:ext uri="{FF2B5EF4-FFF2-40B4-BE49-F238E27FC236}">
                <a16:creationId xmlns:a16="http://schemas.microsoft.com/office/drawing/2014/main" id="{F0861AA2-8248-462C-B6D8-FFD829F41E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54411" y="1472184"/>
            <a:ext cx="3246204" cy="5385816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247638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titlu și conținut 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219359"/>
            <a:ext cx="5021940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122284"/>
            <a:ext cx="2555857" cy="100800"/>
            <a:chOff x="0" y="3240138"/>
            <a:chExt cx="2555857" cy="100800"/>
          </a:xfrm>
        </p:grpSpPr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2492188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455057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ubstituent text 2">
            <a:extLst>
              <a:ext uri="{FF2B5EF4-FFF2-40B4-BE49-F238E27FC236}">
                <a16:creationId xmlns:a16="http://schemas.microsoft.com/office/drawing/2014/main" id="{4C9D5785-B116-4BE7-AC26-5CD6481FFA6A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392200"/>
            <a:ext cx="5009495" cy="221017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23" name="Substituent imagine 7">
            <a:extLst>
              <a:ext uri="{FF2B5EF4-FFF2-40B4-BE49-F238E27FC236}">
                <a16:creationId xmlns:a16="http://schemas.microsoft.com/office/drawing/2014/main" id="{278C2B8F-0B29-449C-AFFD-42BB56FA15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8356" y="-20834"/>
            <a:ext cx="5245444" cy="5385816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310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de conținut pictog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317" y="707529"/>
            <a:ext cx="4494133" cy="569086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9" name="Substituent text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00317" y="1625821"/>
            <a:ext cx="4473108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430402" y="1375202"/>
            <a:ext cx="5761598" cy="100800"/>
            <a:chOff x="-322276" y="3240138"/>
            <a:chExt cx="3756676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22276" y="3290538"/>
              <a:ext cx="370627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4" name="Substituent text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920469" y="3291840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4" name="Substituent imagine 3">
            <a:extLst>
              <a:ext uri="{FF2B5EF4-FFF2-40B4-BE49-F238E27FC236}">
                <a16:creationId xmlns:a16="http://schemas.microsoft.com/office/drawing/2014/main" id="{1EDA47E0-9B2C-45BF-A34A-E7069690AE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90460" y="3273552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22" name="Substituent text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1850" y="3291840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Editare stiluri de text</a:t>
            </a:r>
          </a:p>
        </p:txBody>
      </p:sp>
      <p:sp>
        <p:nvSpPr>
          <p:cNvPr id="23" name="Substituent text 2">
            <a:extLst>
              <a:ext uri="{FF2B5EF4-FFF2-40B4-BE49-F238E27FC236}">
                <a16:creationId xmlns:a16="http://schemas.microsoft.com/office/drawing/2014/main" id="{C7A796C4-1255-4B26-B034-EFB1284B77E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2920469" y="4427608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24" name="Substituent imagine 3">
            <a:extLst>
              <a:ext uri="{FF2B5EF4-FFF2-40B4-BE49-F238E27FC236}">
                <a16:creationId xmlns:a16="http://schemas.microsoft.com/office/drawing/2014/main" id="{7F406E84-6EA1-4D34-8016-6A41F065FF7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090460" y="4409320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25" name="Substituent text 2">
            <a:extLst>
              <a:ext uri="{FF2B5EF4-FFF2-40B4-BE49-F238E27FC236}">
                <a16:creationId xmlns:a16="http://schemas.microsoft.com/office/drawing/2014/main" id="{7965133B-076D-4FAD-8D2A-C24FE2619C8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31850" y="4427608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Editare stiluri de text</a:t>
            </a:r>
          </a:p>
        </p:txBody>
      </p:sp>
      <p:sp>
        <p:nvSpPr>
          <p:cNvPr id="26" name="Substituent text 2">
            <a:extLst>
              <a:ext uri="{FF2B5EF4-FFF2-40B4-BE49-F238E27FC236}">
                <a16:creationId xmlns:a16="http://schemas.microsoft.com/office/drawing/2014/main" id="{CABE6307-1A20-419D-A352-17FF0286600B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549426" y="3291840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27" name="Substituent imagine 3">
            <a:extLst>
              <a:ext uri="{FF2B5EF4-FFF2-40B4-BE49-F238E27FC236}">
                <a16:creationId xmlns:a16="http://schemas.microsoft.com/office/drawing/2014/main" id="{D2C5C227-18EE-4D6A-AA31-30B8F7CD20A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719417" y="3273552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28" name="Substituent text 2">
            <a:extLst>
              <a:ext uri="{FF2B5EF4-FFF2-40B4-BE49-F238E27FC236}">
                <a16:creationId xmlns:a16="http://schemas.microsoft.com/office/drawing/2014/main" id="{6ABEA821-83E0-4C10-98A8-5F29E246F74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460807" y="3291840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Editare stiluri de text</a:t>
            </a:r>
          </a:p>
        </p:txBody>
      </p:sp>
      <p:sp>
        <p:nvSpPr>
          <p:cNvPr id="29" name="Substituent text 2">
            <a:extLst>
              <a:ext uri="{FF2B5EF4-FFF2-40B4-BE49-F238E27FC236}">
                <a16:creationId xmlns:a16="http://schemas.microsoft.com/office/drawing/2014/main" id="{CA1DC741-B44F-4275-A1D5-B8D26A3390B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549426" y="4427608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0" name="Substituent imagine 3">
            <a:extLst>
              <a:ext uri="{FF2B5EF4-FFF2-40B4-BE49-F238E27FC236}">
                <a16:creationId xmlns:a16="http://schemas.microsoft.com/office/drawing/2014/main" id="{C550F6C4-BE33-415F-B0BC-B47EDC1BDA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719417" y="4409320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31" name="Substituent text 2">
            <a:extLst>
              <a:ext uri="{FF2B5EF4-FFF2-40B4-BE49-F238E27FC236}">
                <a16:creationId xmlns:a16="http://schemas.microsoft.com/office/drawing/2014/main" id="{4C0830D2-D692-4161-8ECB-338703C9435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60807" y="4427608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Editare stiluri de text</a:t>
            </a:r>
          </a:p>
        </p:txBody>
      </p:sp>
    </p:spTree>
    <p:extLst>
      <p:ext uri="{BB962C8B-B14F-4D97-AF65-F5344CB8AC3E}">
        <p14:creationId xmlns:p14="http://schemas.microsoft.com/office/powerpoint/2010/main" val="331145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monitor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091023"/>
            <a:ext cx="4464049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244567"/>
            <a:ext cx="4443165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4ACF4ED1-C6C8-4C5C-8C14-4FF197588C03}"/>
              </a:ext>
            </a:extLst>
          </p:cNvPr>
          <p:cNvSpPr/>
          <p:nvPr userDrawn="1"/>
        </p:nvSpPr>
        <p:spPr>
          <a:xfrm>
            <a:off x="6192163" y="1435133"/>
            <a:ext cx="5175504" cy="4187952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1504" b="150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2313811" cy="100800"/>
            <a:chOff x="0" y="3240138"/>
            <a:chExt cx="2313811" cy="100800"/>
          </a:xfrm>
        </p:grpSpPr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2277035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213011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6" name="Substituent text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869349"/>
            <a:ext cx="4452987" cy="1328330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ubstituent imagine 9">
            <a:extLst>
              <a:ext uri="{FF2B5EF4-FFF2-40B4-BE49-F238E27FC236}">
                <a16:creationId xmlns:a16="http://schemas.microsoft.com/office/drawing/2014/main" id="{6B8B3AB3-C02D-418C-A9E2-AA65DE7835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62829" y="1673942"/>
            <a:ext cx="4853962" cy="3141406"/>
          </a:xfrm>
          <a:ln w="254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6988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de conținut titlu și sub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ubstituent imagine 7">
            <a:extLst>
              <a:ext uri="{FF2B5EF4-FFF2-40B4-BE49-F238E27FC236}">
                <a16:creationId xmlns:a16="http://schemas.microsoft.com/office/drawing/2014/main" id="{093DA11F-BC94-447C-B660-9C906BED01B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682496"/>
            <a:ext cx="12191999" cy="349300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3976" y="696584"/>
            <a:ext cx="4464049" cy="569086"/>
          </a:xfrm>
        </p:spPr>
        <p:txBody>
          <a:bodyPr lIns="0" tIns="0" rIns="0" bIns="0" rtlCol="0" anchor="b">
            <a:normAutofit/>
          </a:bodyPr>
          <a:lstStyle>
            <a:lvl1pPr algn="ctr"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84860" y="1983086"/>
            <a:ext cx="4443165" cy="569085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 8">
            <a:extLst>
              <a:ext uri="{FF2B5EF4-FFF2-40B4-BE49-F238E27FC236}">
                <a16:creationId xmlns:a16="http://schemas.microsoft.com/office/drawing/2014/main" id="{78842051-6173-4CC2-8C4A-8AE31FE7BA54}"/>
              </a:ext>
            </a:extLst>
          </p:cNvPr>
          <p:cNvGrpSpPr/>
          <p:nvPr userDrawn="1"/>
        </p:nvGrpSpPr>
        <p:grpSpPr>
          <a:xfrm>
            <a:off x="4886226" y="1373283"/>
            <a:ext cx="2423908" cy="100800"/>
            <a:chOff x="2929238" y="1373283"/>
            <a:chExt cx="2423908" cy="100800"/>
          </a:xfrm>
        </p:grpSpPr>
        <p:grpSp>
          <p:nvGrpSpPr>
            <p:cNvPr id="15" name="Grup 14">
              <a:extLst>
                <a:ext uri="{FF2B5EF4-FFF2-40B4-BE49-F238E27FC236}">
                  <a16:creationId xmlns:a16="http://schemas.microsoft.com/office/drawing/2014/main" id="{B7317392-EF87-4050-8BBE-32F74B0CF15A}"/>
                </a:ext>
              </a:extLst>
            </p:cNvPr>
            <p:cNvGrpSpPr/>
            <p:nvPr userDrawn="1"/>
          </p:nvGrpSpPr>
          <p:grpSpPr>
            <a:xfrm>
              <a:off x="2972372" y="1373283"/>
              <a:ext cx="2380774" cy="100800"/>
              <a:chOff x="-177106" y="3237441"/>
              <a:chExt cx="2380774" cy="100800"/>
            </a:xfrm>
          </p:grpSpPr>
          <p:cxnSp>
            <p:nvCxnSpPr>
              <p:cNvPr id="13" name="Conector drept 12">
                <a:extLst>
                  <a:ext uri="{FF2B5EF4-FFF2-40B4-BE49-F238E27FC236}">
                    <a16:creationId xmlns:a16="http://schemas.microsoft.com/office/drawing/2014/main" id="{785A4134-866D-4143-AC1E-8A2FFDB49855}"/>
                  </a:ext>
                </a:extLst>
              </p:cNvPr>
              <p:cNvCxnSpPr/>
              <p:nvPr userDrawn="1"/>
            </p:nvCxnSpPr>
            <p:spPr>
              <a:xfrm>
                <a:off x="-177106" y="3290538"/>
                <a:ext cx="2311699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BBC5D9C-B8FB-455B-9398-36DB21F2765E}"/>
                  </a:ext>
                </a:extLst>
              </p:cNvPr>
              <p:cNvSpPr/>
              <p:nvPr userDrawn="1"/>
            </p:nvSpPr>
            <p:spPr>
              <a:xfrm>
                <a:off x="2102868" y="3237441"/>
                <a:ext cx="100800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ro-RO" noProof="0" dirty="0"/>
              </a:p>
            </p:txBody>
          </p: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D1C3636-C306-4492-8D46-194288459CAF}"/>
                </a:ext>
              </a:extLst>
            </p:cNvPr>
            <p:cNvSpPr/>
            <p:nvPr userDrawn="1"/>
          </p:nvSpPr>
          <p:spPr>
            <a:xfrm>
              <a:off x="2929238" y="1373283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235028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trei conținutu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9" name="Substituent text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04263" y="1625821"/>
            <a:ext cx="6289862" cy="569085"/>
          </a:xfrm>
        </p:spPr>
        <p:txBody>
          <a:bodyPr lIns="0" tIns="0" rIns="0" bIns="0" rtlCol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7294605" y="1375202"/>
            <a:ext cx="4897395" cy="100800"/>
            <a:chOff x="304632" y="3240138"/>
            <a:chExt cx="3057763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632" y="3290538"/>
              <a:ext cx="3014044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296671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4" name="Substituent text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226927" y="4271296"/>
            <a:ext cx="2944368" cy="141982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2" name="Substituent text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226927" y="3858610"/>
            <a:ext cx="2944368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6" name="Substituent text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6927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1</a:t>
            </a:r>
          </a:p>
        </p:txBody>
      </p:sp>
      <p:sp>
        <p:nvSpPr>
          <p:cNvPr id="34" name="Substituent text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871314" y="4271296"/>
            <a:ext cx="2944368" cy="141982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5" name="Substituent text 15">
            <a:extLst>
              <a:ext uri="{FF2B5EF4-FFF2-40B4-BE49-F238E27FC236}">
                <a16:creationId xmlns:a16="http://schemas.microsoft.com/office/drawing/2014/main" id="{7A54608E-523B-47AC-B8A6-3E8FE9A158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1314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2</a:t>
            </a:r>
          </a:p>
        </p:txBody>
      </p:sp>
      <p:sp>
        <p:nvSpPr>
          <p:cNvPr id="36" name="Substituent text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871314" y="3858610"/>
            <a:ext cx="2944368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7" name="Substituent text 2">
            <a:extLst>
              <a:ext uri="{FF2B5EF4-FFF2-40B4-BE49-F238E27FC236}">
                <a16:creationId xmlns:a16="http://schemas.microsoft.com/office/drawing/2014/main" id="{E0D32F26-CEE2-4420-A43D-B008AE2D1DD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8515702" y="4271296"/>
            <a:ext cx="2944368" cy="141982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8" name="Substituent text 15">
            <a:extLst>
              <a:ext uri="{FF2B5EF4-FFF2-40B4-BE49-F238E27FC236}">
                <a16:creationId xmlns:a16="http://schemas.microsoft.com/office/drawing/2014/main" id="{DBC2890A-FFF7-4606-A262-6D464BA5D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15702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3</a:t>
            </a:r>
          </a:p>
        </p:txBody>
      </p:sp>
      <p:sp>
        <p:nvSpPr>
          <p:cNvPr id="39" name="Substituent text 2">
            <a:extLst>
              <a:ext uri="{FF2B5EF4-FFF2-40B4-BE49-F238E27FC236}">
                <a16:creationId xmlns:a16="http://schemas.microsoft.com/office/drawing/2014/main" id="{268E1254-8C59-4B9B-A775-45CA3D655514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515702" y="3858610"/>
            <a:ext cx="2944368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cxnSp>
        <p:nvCxnSpPr>
          <p:cNvPr id="21" name="Conector drept 20">
            <a:extLst>
              <a:ext uri="{FF2B5EF4-FFF2-40B4-BE49-F238E27FC236}">
                <a16:creationId xmlns:a16="http://schemas.microsoft.com/office/drawing/2014/main" id="{8E47DC43-D8A0-4F17-B897-D8B07A6F1B47}"/>
              </a:ext>
            </a:extLst>
          </p:cNvPr>
          <p:cNvCxnSpPr/>
          <p:nvPr userDrawn="1"/>
        </p:nvCxnSpPr>
        <p:spPr>
          <a:xfrm>
            <a:off x="2205335" y="3256107"/>
            <a:ext cx="266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rept 28">
            <a:extLst>
              <a:ext uri="{FF2B5EF4-FFF2-40B4-BE49-F238E27FC236}">
                <a16:creationId xmlns:a16="http://schemas.microsoft.com/office/drawing/2014/main" id="{D201F265-08ED-497A-BE5C-62220829348F}"/>
              </a:ext>
            </a:extLst>
          </p:cNvPr>
          <p:cNvCxnSpPr/>
          <p:nvPr userDrawn="1"/>
        </p:nvCxnSpPr>
        <p:spPr>
          <a:xfrm>
            <a:off x="5849839" y="3255785"/>
            <a:ext cx="266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344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ție între nume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16" y="707529"/>
            <a:ext cx="7118056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9" name="Substituent text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92016" y="1625821"/>
            <a:ext cx="7096709" cy="978407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4314481" y="1375202"/>
            <a:ext cx="7877519" cy="100800"/>
            <a:chOff x="245550" y="3240138"/>
            <a:chExt cx="4015976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  <a:endCxn id="13" idx="6"/>
            </p:cNvCxnSpPr>
            <p:nvPr userDrawn="1"/>
          </p:nvCxnSpPr>
          <p:spPr>
            <a:xfrm>
              <a:off x="245550" y="3290538"/>
              <a:ext cx="401597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4210138" y="324013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16" name="Substituent text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3723" y="3301941"/>
            <a:ext cx="3408243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l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12.345 lei</a:t>
            </a:r>
          </a:p>
        </p:txBody>
      </p:sp>
      <p:sp>
        <p:nvSpPr>
          <p:cNvPr id="34" name="Substituent text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716329" y="3394494"/>
            <a:ext cx="5678300" cy="978407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6" name="Substituent text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292016" y="3394494"/>
            <a:ext cx="1399099" cy="978407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26" name="Substituent text 15">
            <a:extLst>
              <a:ext uri="{FF2B5EF4-FFF2-40B4-BE49-F238E27FC236}">
                <a16:creationId xmlns:a16="http://schemas.microsoft.com/office/drawing/2014/main" id="{EA5D8D7D-F37C-49AD-98F0-641CE42B8A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723" y="4594663"/>
            <a:ext cx="3408243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l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6.789 lei</a:t>
            </a:r>
          </a:p>
        </p:txBody>
      </p:sp>
      <p:sp>
        <p:nvSpPr>
          <p:cNvPr id="27" name="Substituent text 2">
            <a:extLst>
              <a:ext uri="{FF2B5EF4-FFF2-40B4-BE49-F238E27FC236}">
                <a16:creationId xmlns:a16="http://schemas.microsoft.com/office/drawing/2014/main" id="{521FF93D-8384-4E22-8645-BDE6AB98348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716329" y="4687216"/>
            <a:ext cx="5678300" cy="978407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28" name="Substituent text 2">
            <a:extLst>
              <a:ext uri="{FF2B5EF4-FFF2-40B4-BE49-F238E27FC236}">
                <a16:creationId xmlns:a16="http://schemas.microsoft.com/office/drawing/2014/main" id="{BA358F36-EA77-462E-9158-AFDF1D449A1A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292016" y="4687216"/>
            <a:ext cx="1399099" cy="978407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</p:spTree>
    <p:extLst>
      <p:ext uri="{BB962C8B-B14F-4D97-AF65-F5344CB8AC3E}">
        <p14:creationId xmlns:p14="http://schemas.microsoft.com/office/powerpoint/2010/main" val="3404119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conținut cu cercu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3242645"/>
            <a:ext cx="4464049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4872948"/>
            <a:ext cx="4443165" cy="88206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4581382"/>
            <a:ext cx="3943482" cy="100800"/>
            <a:chOff x="-1228304" y="3240138"/>
            <a:chExt cx="3943482" cy="100800"/>
          </a:xfrm>
        </p:grpSpPr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927524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614378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6" name="Substituent text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33023" y="4551485"/>
            <a:ext cx="5855702" cy="1208079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DC059E4-36DE-4100-8F15-85A9F37E84FE}"/>
              </a:ext>
            </a:extLst>
          </p:cNvPr>
          <p:cNvSpPr/>
          <p:nvPr userDrawn="1"/>
        </p:nvSpPr>
        <p:spPr>
          <a:xfrm>
            <a:off x="3616960" y="859665"/>
            <a:ext cx="2121408" cy="212140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4E475F8-9B44-4A3E-9F99-CF0346C89B8E}"/>
              </a:ext>
            </a:extLst>
          </p:cNvPr>
          <p:cNvSpPr/>
          <p:nvPr userDrawn="1"/>
        </p:nvSpPr>
        <p:spPr>
          <a:xfrm>
            <a:off x="5522965" y="836613"/>
            <a:ext cx="2816352" cy="281635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F5FAF95-28E9-4D03-884C-A89CBC8B61DC}"/>
              </a:ext>
            </a:extLst>
          </p:cNvPr>
          <p:cNvSpPr/>
          <p:nvPr userDrawn="1"/>
        </p:nvSpPr>
        <p:spPr>
          <a:xfrm>
            <a:off x="8123915" y="859665"/>
            <a:ext cx="3273552" cy="327355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27" name="Substituent text 15">
            <a:extLst>
              <a:ext uri="{FF2B5EF4-FFF2-40B4-BE49-F238E27FC236}">
                <a16:creationId xmlns:a16="http://schemas.microsoft.com/office/drawing/2014/main" id="{5F221D05-AC12-4B7C-A00B-E28F93E23D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51931" y="1382322"/>
            <a:ext cx="168109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25 lei</a:t>
            </a:r>
          </a:p>
        </p:txBody>
      </p:sp>
      <p:sp>
        <p:nvSpPr>
          <p:cNvPr id="28" name="Substituent text 2">
            <a:extLst>
              <a:ext uri="{FF2B5EF4-FFF2-40B4-BE49-F238E27FC236}">
                <a16:creationId xmlns:a16="http://schemas.microsoft.com/office/drawing/2014/main" id="{A3904B01-A725-4CE3-9321-D42F3E296703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927524" y="2363691"/>
            <a:ext cx="1519848" cy="617093"/>
          </a:xfrm>
        </p:spPr>
        <p:txBody>
          <a:bodyPr lIns="0" tIns="0" rIns="0" bIns="0" rtlCol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Secțiunea 1</a:t>
            </a:r>
            <a:br>
              <a:rPr lang="ro-RO" noProof="0" dirty="0"/>
            </a:br>
            <a:r>
              <a:rPr lang="ro-RO" noProof="0" dirty="0"/>
              <a:t>Titlu</a:t>
            </a:r>
          </a:p>
        </p:txBody>
      </p:sp>
      <p:sp>
        <p:nvSpPr>
          <p:cNvPr id="29" name="Substituent text 2">
            <a:extLst>
              <a:ext uri="{FF2B5EF4-FFF2-40B4-BE49-F238E27FC236}">
                <a16:creationId xmlns:a16="http://schemas.microsoft.com/office/drawing/2014/main" id="{D9CE08AF-782B-4514-BE33-D3AED71A734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06132" y="1185842"/>
            <a:ext cx="1519848" cy="250619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MILIARDE</a:t>
            </a:r>
          </a:p>
        </p:txBody>
      </p:sp>
      <p:sp>
        <p:nvSpPr>
          <p:cNvPr id="30" name="Substituent text 15">
            <a:extLst>
              <a:ext uri="{FF2B5EF4-FFF2-40B4-BE49-F238E27FC236}">
                <a16:creationId xmlns:a16="http://schemas.microsoft.com/office/drawing/2014/main" id="{614098B4-704D-42A8-B776-2C93C30C3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13495" y="1767897"/>
            <a:ext cx="168109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50 lei</a:t>
            </a:r>
          </a:p>
        </p:txBody>
      </p:sp>
      <p:sp>
        <p:nvSpPr>
          <p:cNvPr id="31" name="Substituent text 2">
            <a:extLst>
              <a:ext uri="{FF2B5EF4-FFF2-40B4-BE49-F238E27FC236}">
                <a16:creationId xmlns:a16="http://schemas.microsoft.com/office/drawing/2014/main" id="{CE6465F4-0B4D-4B43-BE59-BC984FE8EF0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189088" y="2753338"/>
            <a:ext cx="1519848" cy="617093"/>
          </a:xfrm>
        </p:spPr>
        <p:txBody>
          <a:bodyPr lIns="0" tIns="0" rIns="0" bIns="0" rtlCol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Secțiunea 1</a:t>
            </a:r>
            <a:br>
              <a:rPr lang="ro-RO" noProof="0" dirty="0"/>
            </a:br>
            <a:r>
              <a:rPr lang="ro-RO" noProof="0" dirty="0"/>
              <a:t>Titlu</a:t>
            </a:r>
          </a:p>
        </p:txBody>
      </p:sp>
      <p:sp>
        <p:nvSpPr>
          <p:cNvPr id="32" name="Substituent text 2">
            <a:extLst>
              <a:ext uri="{FF2B5EF4-FFF2-40B4-BE49-F238E27FC236}">
                <a16:creationId xmlns:a16="http://schemas.microsoft.com/office/drawing/2014/main" id="{4DBC997E-F996-4F59-A610-3C8558F180C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067696" y="1537655"/>
            <a:ext cx="1519848" cy="250619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MILIARDE</a:t>
            </a:r>
          </a:p>
        </p:txBody>
      </p:sp>
      <p:sp>
        <p:nvSpPr>
          <p:cNvPr id="33" name="Substituent text 15">
            <a:extLst>
              <a:ext uri="{FF2B5EF4-FFF2-40B4-BE49-F238E27FC236}">
                <a16:creationId xmlns:a16="http://schemas.microsoft.com/office/drawing/2014/main" id="{D2098E46-8023-469E-86ED-39848BCA69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14444" y="2049128"/>
            <a:ext cx="2010420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100 lei</a:t>
            </a:r>
          </a:p>
        </p:txBody>
      </p:sp>
      <p:sp>
        <p:nvSpPr>
          <p:cNvPr id="34" name="Substituent text 2">
            <a:extLst>
              <a:ext uri="{FF2B5EF4-FFF2-40B4-BE49-F238E27FC236}">
                <a16:creationId xmlns:a16="http://schemas.microsoft.com/office/drawing/2014/main" id="{93715D94-9DBE-476D-B2A4-208BC6D40C3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981735" y="3034569"/>
            <a:ext cx="1519848" cy="617093"/>
          </a:xfrm>
        </p:spPr>
        <p:txBody>
          <a:bodyPr lIns="0" tIns="0" rIns="0" bIns="0" rtlCol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Secțiunea 1</a:t>
            </a:r>
            <a:br>
              <a:rPr lang="ro-RO" noProof="0" dirty="0"/>
            </a:br>
            <a:r>
              <a:rPr lang="ro-RO" noProof="0" dirty="0"/>
              <a:t>Titlu</a:t>
            </a:r>
          </a:p>
        </p:txBody>
      </p:sp>
      <p:sp>
        <p:nvSpPr>
          <p:cNvPr id="35" name="Substituent text 2">
            <a:extLst>
              <a:ext uri="{FF2B5EF4-FFF2-40B4-BE49-F238E27FC236}">
                <a16:creationId xmlns:a16="http://schemas.microsoft.com/office/drawing/2014/main" id="{C6E1A50B-8AFF-497B-8AEC-C61D95DC068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089050" y="1818886"/>
            <a:ext cx="1519848" cy="250619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MILIARDE</a:t>
            </a:r>
          </a:p>
        </p:txBody>
      </p:sp>
    </p:spTree>
    <p:extLst>
      <p:ext uri="{BB962C8B-B14F-4D97-AF65-F5344CB8AC3E}">
        <p14:creationId xmlns:p14="http://schemas.microsoft.com/office/powerpoint/2010/main" val="3942925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ă conținuturi cu subtitr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707529"/>
            <a:ext cx="5314072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ro-RO" noProof="0" dirty="0"/>
              <a:t>FACEȚI CLIC PENTRU A EDITA TITLUL</a:t>
            </a:r>
          </a:p>
        </p:txBody>
      </p:sp>
      <p:sp>
        <p:nvSpPr>
          <p:cNvPr id="9" name="Substituent text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1625821"/>
            <a:ext cx="5292725" cy="978407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383372"/>
            <a:ext cx="6096000" cy="100800"/>
            <a:chOff x="646015" y="3248308"/>
            <a:chExt cx="3107749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34" name="Substituent text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31851" y="3335524"/>
            <a:ext cx="4817836" cy="2248846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6" name="Substituent text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31850" y="2905291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23" name="Substituent text 2">
            <a:extLst>
              <a:ext uri="{FF2B5EF4-FFF2-40B4-BE49-F238E27FC236}">
                <a16:creationId xmlns:a16="http://schemas.microsoft.com/office/drawing/2014/main" id="{ABD2EF23-562D-4049-92E3-48371C9E83A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098826" y="3335524"/>
            <a:ext cx="5311245" cy="2248846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24" name="Substituent text 2">
            <a:extLst>
              <a:ext uri="{FF2B5EF4-FFF2-40B4-BE49-F238E27FC236}">
                <a16:creationId xmlns:a16="http://schemas.microsoft.com/office/drawing/2014/main" id="{FB2A0B34-417C-46AC-95C0-9B2A2FCC8BF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98826" y="2905291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</p:spTree>
    <p:extLst>
      <p:ext uri="{BB962C8B-B14F-4D97-AF65-F5344CB8AC3E}">
        <p14:creationId xmlns:p14="http://schemas.microsoft.com/office/powerpoint/2010/main" val="778086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diagram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105" y="707529"/>
            <a:ext cx="3704150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>
            <a:off x="-6" y="1375202"/>
            <a:ext cx="3590826" cy="100800"/>
            <a:chOff x="646012" y="3240138"/>
            <a:chExt cx="1830609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2" y="3290538"/>
              <a:ext cx="1800358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2425233" y="324013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1" name="Substituent imagine 11" descr="Cadran cu siglele concurenței">
            <a:extLst>
              <a:ext uri="{FF2B5EF4-FFF2-40B4-BE49-F238E27FC236}">
                <a16:creationId xmlns:a16="http://schemas.microsoft.com/office/drawing/2014/main" id="{58A093A6-410B-4E4B-BA54-D31E8313D9B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928670" y="2872719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 dirty="0"/>
              <a:t>Concurent 2</a:t>
            </a:r>
          </a:p>
          <a:p>
            <a:pPr rtl="0"/>
            <a:r>
              <a:rPr lang="ro-RO" noProof="0" dirty="0"/>
              <a:t>Siglă</a:t>
            </a:r>
          </a:p>
        </p:txBody>
      </p:sp>
      <p:sp>
        <p:nvSpPr>
          <p:cNvPr id="22" name="Substituent imagine 11" descr="Cadran cu siglele concurenței">
            <a:extLst>
              <a:ext uri="{FF2B5EF4-FFF2-40B4-BE49-F238E27FC236}">
                <a16:creationId xmlns:a16="http://schemas.microsoft.com/office/drawing/2014/main" id="{C852F764-614E-4E0D-B231-E5EF9B5D3AFE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06105" y="2171148"/>
            <a:ext cx="1655064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 dirty="0"/>
              <a:t>Concurent 1</a:t>
            </a:r>
          </a:p>
          <a:p>
            <a:pPr rtl="0"/>
            <a:r>
              <a:rPr lang="ro-RO" noProof="0" dirty="0"/>
              <a:t>Siglă</a:t>
            </a:r>
          </a:p>
        </p:txBody>
      </p:sp>
      <p:sp>
        <p:nvSpPr>
          <p:cNvPr id="25" name="Substituent imagine 11" descr="Cadran cu siglele concurenței">
            <a:extLst>
              <a:ext uri="{FF2B5EF4-FFF2-40B4-BE49-F238E27FC236}">
                <a16:creationId xmlns:a16="http://schemas.microsoft.com/office/drawing/2014/main" id="{0349F007-C349-4EF3-A61F-86C43BEB5478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729582" y="4456262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 dirty="0"/>
              <a:t>Concurent 3</a:t>
            </a:r>
          </a:p>
          <a:p>
            <a:pPr rtl="0"/>
            <a:r>
              <a:rPr lang="ro-RO" noProof="0" dirty="0"/>
              <a:t>Siglă</a:t>
            </a:r>
          </a:p>
        </p:txBody>
      </p:sp>
      <p:sp>
        <p:nvSpPr>
          <p:cNvPr id="26" name="Substituent imagine 11" descr="Cadran cu siglele concurenței">
            <a:extLst>
              <a:ext uri="{FF2B5EF4-FFF2-40B4-BE49-F238E27FC236}">
                <a16:creationId xmlns:a16="http://schemas.microsoft.com/office/drawing/2014/main" id="{FEA8BDDC-623F-4C67-AD04-E7801B53701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829546" y="2770168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 dirty="0"/>
              <a:t>Concurent 4</a:t>
            </a:r>
          </a:p>
          <a:p>
            <a:pPr rtl="0"/>
            <a:r>
              <a:rPr lang="ro-RO" noProof="0" dirty="0" err="1"/>
              <a:t>Siglăя</a:t>
            </a:r>
            <a:endParaRPr lang="ro-RO" noProof="0" dirty="0"/>
          </a:p>
        </p:txBody>
      </p:sp>
      <p:sp>
        <p:nvSpPr>
          <p:cNvPr id="27" name="Substituent imagine 11" descr="Cadran cu siglele concurenței">
            <a:extLst>
              <a:ext uri="{FF2B5EF4-FFF2-40B4-BE49-F238E27FC236}">
                <a16:creationId xmlns:a16="http://schemas.microsoft.com/office/drawing/2014/main" id="{28B0D00B-97E7-4133-B35A-AC2EF334CD2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610067" y="4588832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 dirty="0"/>
              <a:t>Concurent 5</a:t>
            </a:r>
          </a:p>
          <a:p>
            <a:pPr rtl="0"/>
            <a:r>
              <a:rPr lang="ro-RO" noProof="0" dirty="0"/>
              <a:t>Siglă</a:t>
            </a:r>
          </a:p>
        </p:txBody>
      </p:sp>
      <p:sp>
        <p:nvSpPr>
          <p:cNvPr id="28" name="Substituent imagine 11" descr="Cadran cu siglele concurenței">
            <a:extLst>
              <a:ext uri="{FF2B5EF4-FFF2-40B4-BE49-F238E27FC236}">
                <a16:creationId xmlns:a16="http://schemas.microsoft.com/office/drawing/2014/main" id="{8D1A7417-EFAD-46F6-ADA5-117D4C7B1A9D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571158" y="4977452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 dirty="0"/>
              <a:t>Concurent 6</a:t>
            </a:r>
          </a:p>
          <a:p>
            <a:pPr rtl="0"/>
            <a:r>
              <a:rPr lang="ro-RO" noProof="0" dirty="0"/>
              <a:t>Siglă</a:t>
            </a:r>
          </a:p>
        </p:txBody>
      </p:sp>
      <p:sp>
        <p:nvSpPr>
          <p:cNvPr id="29" name="Substituent text 7">
            <a:extLst>
              <a:ext uri="{FF2B5EF4-FFF2-40B4-BE49-F238E27FC236}">
                <a16:creationId xmlns:a16="http://schemas.microsoft.com/office/drawing/2014/main" id="{D4B80E14-BBC8-42CC-8777-FFF50D168A0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89869" y="3642757"/>
            <a:ext cx="2741612" cy="248888"/>
          </a:xfrm>
        </p:spPr>
        <p:txBody>
          <a:bodyPr wrap="square" lIns="0" tIns="0" rIns="0" bIns="0" rtlCol="0">
            <a:no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ro-RO" noProof="0" dirty="0"/>
              <a:t>Mai scump</a:t>
            </a:r>
          </a:p>
        </p:txBody>
      </p:sp>
      <p:sp>
        <p:nvSpPr>
          <p:cNvPr id="30" name="Substituent text 7">
            <a:extLst>
              <a:ext uri="{FF2B5EF4-FFF2-40B4-BE49-F238E27FC236}">
                <a16:creationId xmlns:a16="http://schemas.microsoft.com/office/drawing/2014/main" id="{95033551-3DD0-4EBE-8DFD-9335F8BA926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15481" y="5884080"/>
            <a:ext cx="2741612" cy="248888"/>
          </a:xfrm>
        </p:spPr>
        <p:txBody>
          <a:bodyPr wrap="square" lIns="0" tIns="0" rIns="0" bIns="0" rtlCol="0">
            <a:no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ro-RO" noProof="0" dirty="0"/>
              <a:t>Mai puțin accesibil</a:t>
            </a:r>
          </a:p>
        </p:txBody>
      </p:sp>
      <p:sp>
        <p:nvSpPr>
          <p:cNvPr id="31" name="Substituent text 7">
            <a:extLst>
              <a:ext uri="{FF2B5EF4-FFF2-40B4-BE49-F238E27FC236}">
                <a16:creationId xmlns:a16="http://schemas.microsoft.com/office/drawing/2014/main" id="{CC507E62-D7F3-4E81-8DE2-5A7084588A3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5481" y="1343118"/>
            <a:ext cx="2741612" cy="248888"/>
          </a:xfrm>
        </p:spPr>
        <p:txBody>
          <a:bodyPr wrap="square" lIns="0" tIns="0" rIns="0" bIns="0" rtlCol="0">
            <a:no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ro-RO" noProof="0" dirty="0"/>
              <a:t>Mai accesibil</a:t>
            </a:r>
          </a:p>
        </p:txBody>
      </p:sp>
      <p:sp>
        <p:nvSpPr>
          <p:cNvPr id="32" name="Substituent imagine 13">
            <a:extLst>
              <a:ext uri="{FF2B5EF4-FFF2-40B4-BE49-F238E27FC236}">
                <a16:creationId xmlns:a16="http://schemas.microsoft.com/office/drawing/2014/main" id="{61EF622D-8E08-41C3-BEBA-2274C2AB48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17999" y="1977257"/>
            <a:ext cx="1481328" cy="758952"/>
          </a:xfrm>
          <a:noFill/>
          <a:ln>
            <a:noFill/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33" name="Substituent text 7">
            <a:extLst>
              <a:ext uri="{FF2B5EF4-FFF2-40B4-BE49-F238E27FC236}">
                <a16:creationId xmlns:a16="http://schemas.microsoft.com/office/drawing/2014/main" id="{690ADA54-0156-49A9-AEF7-A4972EEB15A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651686" y="3642757"/>
            <a:ext cx="2741612" cy="24888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2000" b="0">
                <a:solidFill>
                  <a:schemeClr val="tx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ro-RO" noProof="0" dirty="0"/>
              <a:t>Mai ieftin</a:t>
            </a:r>
          </a:p>
        </p:txBody>
      </p:sp>
      <p:grpSp>
        <p:nvGrpSpPr>
          <p:cNvPr id="4" name="Grup 3">
            <a:extLst>
              <a:ext uri="{FF2B5EF4-FFF2-40B4-BE49-F238E27FC236}">
                <a16:creationId xmlns:a16="http://schemas.microsoft.com/office/drawing/2014/main" id="{32193FB7-0142-40DD-9186-F3156B0AE4B0}"/>
              </a:ext>
            </a:extLst>
          </p:cNvPr>
          <p:cNvGrpSpPr/>
          <p:nvPr userDrawn="1"/>
        </p:nvGrpSpPr>
        <p:grpSpPr>
          <a:xfrm>
            <a:off x="6045600" y="1376748"/>
            <a:ext cx="100800" cy="5481252"/>
            <a:chOff x="6045600" y="1376748"/>
            <a:chExt cx="100800" cy="5481252"/>
          </a:xfrm>
        </p:grpSpPr>
        <p:cxnSp>
          <p:nvCxnSpPr>
            <p:cNvPr id="3" name="Conector drept 2">
              <a:extLst>
                <a:ext uri="{FF2B5EF4-FFF2-40B4-BE49-F238E27FC236}">
                  <a16:creationId xmlns:a16="http://schemas.microsoft.com/office/drawing/2014/main" id="{CD1389D4-2EB7-40E2-B21B-4EE70FCA2236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3389377" y="4151376"/>
              <a:ext cx="541324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A48E795-AD00-4819-94E4-A5211D331715}"/>
                </a:ext>
              </a:extLst>
            </p:cNvPr>
            <p:cNvSpPr/>
            <p:nvPr userDrawn="1"/>
          </p:nvSpPr>
          <p:spPr>
            <a:xfrm>
              <a:off x="6045600" y="1376748"/>
              <a:ext cx="100800" cy="10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41BD97BD-35F4-4534-8B74-24D44A99BC58}"/>
              </a:ext>
            </a:extLst>
          </p:cNvPr>
          <p:cNvGrpSpPr/>
          <p:nvPr userDrawn="1"/>
        </p:nvGrpSpPr>
        <p:grpSpPr>
          <a:xfrm rot="5400000">
            <a:off x="5669857" y="-1673474"/>
            <a:ext cx="100800" cy="11440514"/>
            <a:chOff x="6045600" y="1329588"/>
            <a:chExt cx="100800" cy="11440514"/>
          </a:xfrm>
        </p:grpSpPr>
        <p:cxnSp>
          <p:nvCxnSpPr>
            <p:cNvPr id="38" name="Conector drept 37">
              <a:extLst>
                <a:ext uri="{FF2B5EF4-FFF2-40B4-BE49-F238E27FC236}">
                  <a16:creationId xmlns:a16="http://schemas.microsoft.com/office/drawing/2014/main" id="{D8351F13-467F-49F8-8279-C5B29A51798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08032" y="7082102"/>
              <a:ext cx="1137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9AA12FA-7959-4581-B344-DF9E7B0AD37A}"/>
                </a:ext>
              </a:extLst>
            </p:cNvPr>
            <p:cNvSpPr/>
            <p:nvPr userDrawn="1"/>
          </p:nvSpPr>
          <p:spPr>
            <a:xfrm>
              <a:off x="6045600" y="1329588"/>
              <a:ext cx="100800" cy="10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939558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de conținut cu trei secțiu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7" y="1512271"/>
            <a:ext cx="2828198" cy="12868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1" y="3148315"/>
            <a:ext cx="2216876" cy="2098138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897696"/>
            <a:ext cx="3455460" cy="100800"/>
            <a:chOff x="0" y="3240138"/>
            <a:chExt cx="3455460" cy="100800"/>
          </a:xfrm>
        </p:grpSpPr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341232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354660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ubstituent text 15">
            <a:extLst>
              <a:ext uri="{FF2B5EF4-FFF2-40B4-BE49-F238E27FC236}">
                <a16:creationId xmlns:a16="http://schemas.microsoft.com/office/drawing/2014/main" id="{DA80730C-5AC9-41A0-ACC5-624F0652D68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75261" y="2631676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7200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1</a:t>
            </a:r>
          </a:p>
        </p:txBody>
      </p:sp>
      <p:sp>
        <p:nvSpPr>
          <p:cNvPr id="22" name="Substituent text 15">
            <a:extLst>
              <a:ext uri="{FF2B5EF4-FFF2-40B4-BE49-F238E27FC236}">
                <a16:creationId xmlns:a16="http://schemas.microsoft.com/office/drawing/2014/main" id="{515B23A8-23EB-4E6E-A24C-4154570D7DC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36251" y="2015540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3600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2</a:t>
            </a:r>
          </a:p>
        </p:txBody>
      </p:sp>
      <p:sp>
        <p:nvSpPr>
          <p:cNvPr id="23" name="Substituent text 15">
            <a:extLst>
              <a:ext uri="{FF2B5EF4-FFF2-40B4-BE49-F238E27FC236}">
                <a16:creationId xmlns:a16="http://schemas.microsoft.com/office/drawing/2014/main" id="{C12919ED-FD55-4081-BB4A-2B2FDA3BED1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397240" y="1239687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3600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3</a:t>
            </a:r>
          </a:p>
        </p:txBody>
      </p:sp>
      <p:cxnSp>
        <p:nvCxnSpPr>
          <p:cNvPr id="24" name="Conector drept 23">
            <a:extLst>
              <a:ext uri="{FF2B5EF4-FFF2-40B4-BE49-F238E27FC236}">
                <a16:creationId xmlns:a16="http://schemas.microsoft.com/office/drawing/2014/main" id="{56A6259C-432B-4405-9E82-995AF092FB7A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4068065" y="1728891"/>
            <a:ext cx="1792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rept 24">
            <a:extLst>
              <a:ext uri="{FF2B5EF4-FFF2-40B4-BE49-F238E27FC236}">
                <a16:creationId xmlns:a16="http://schemas.microsoft.com/office/drawing/2014/main" id="{13BC485E-8BCE-479F-A7E9-7F9E193E6E96}"/>
              </a:ext>
            </a:extLst>
          </p:cNvPr>
          <p:cNvCxnSpPr>
            <a:cxnSpLocks/>
          </p:cNvCxnSpPr>
          <p:nvPr userDrawn="1"/>
        </p:nvCxnSpPr>
        <p:spPr>
          <a:xfrm>
            <a:off x="4964465" y="836613"/>
            <a:ext cx="592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rept 25">
            <a:extLst>
              <a:ext uri="{FF2B5EF4-FFF2-40B4-BE49-F238E27FC236}">
                <a16:creationId xmlns:a16="http://schemas.microsoft.com/office/drawing/2014/main" id="{D5094BC6-BA16-4E05-868C-3AE971AF3DA4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10688444" y="1030491"/>
            <a:ext cx="39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rept 26">
            <a:extLst>
              <a:ext uri="{FF2B5EF4-FFF2-40B4-BE49-F238E27FC236}">
                <a16:creationId xmlns:a16="http://schemas.microsoft.com/office/drawing/2014/main" id="{F9130EC6-4A8D-447F-862E-E5A693E68C8C}"/>
              </a:ext>
            </a:extLst>
          </p:cNvPr>
          <p:cNvCxnSpPr>
            <a:cxnSpLocks/>
          </p:cNvCxnSpPr>
          <p:nvPr userDrawn="1"/>
        </p:nvCxnSpPr>
        <p:spPr>
          <a:xfrm flipV="1">
            <a:off x="7925455" y="837355"/>
            <a:ext cx="0" cy="1178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ubstituent text 2">
            <a:extLst>
              <a:ext uri="{FF2B5EF4-FFF2-40B4-BE49-F238E27FC236}">
                <a16:creationId xmlns:a16="http://schemas.microsoft.com/office/drawing/2014/main" id="{1B29C9C1-9494-4E8B-A0F3-611E947A19B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151266" y="4543170"/>
            <a:ext cx="2589369" cy="1280958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0" name="Substituent text 2">
            <a:extLst>
              <a:ext uri="{FF2B5EF4-FFF2-40B4-BE49-F238E27FC236}">
                <a16:creationId xmlns:a16="http://schemas.microsoft.com/office/drawing/2014/main" id="{ABB09D16-148A-45C2-B0B8-1495E8DC7D6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151265" y="4246467"/>
            <a:ext cx="2415199" cy="236141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1" name="Substituent text 2">
            <a:extLst>
              <a:ext uri="{FF2B5EF4-FFF2-40B4-BE49-F238E27FC236}">
                <a16:creationId xmlns:a16="http://schemas.microsoft.com/office/drawing/2014/main" id="{67814C7C-3597-4B16-A4AC-D81985C587B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3151265" y="3883902"/>
            <a:ext cx="2415199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sp>
        <p:nvSpPr>
          <p:cNvPr id="43" name="Substituent text 2">
            <a:extLst>
              <a:ext uri="{FF2B5EF4-FFF2-40B4-BE49-F238E27FC236}">
                <a16:creationId xmlns:a16="http://schemas.microsoft.com/office/drawing/2014/main" id="{EFE2A8C5-F462-436C-B748-BBE5D58CB8B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048861" y="3849559"/>
            <a:ext cx="2589369" cy="178695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4" name="Substituent text 2">
            <a:extLst>
              <a:ext uri="{FF2B5EF4-FFF2-40B4-BE49-F238E27FC236}">
                <a16:creationId xmlns:a16="http://schemas.microsoft.com/office/drawing/2014/main" id="{586DAC0D-9859-40A1-8456-F0B43D96718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048860" y="3552857"/>
            <a:ext cx="2415199" cy="236141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5" name="Substituent text 2">
            <a:extLst>
              <a:ext uri="{FF2B5EF4-FFF2-40B4-BE49-F238E27FC236}">
                <a16:creationId xmlns:a16="http://schemas.microsoft.com/office/drawing/2014/main" id="{37B983EE-F89D-4F09-8A9F-2347FA36421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048860" y="3190292"/>
            <a:ext cx="2415199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sp>
        <p:nvSpPr>
          <p:cNvPr id="46" name="Substituent text 2">
            <a:extLst>
              <a:ext uri="{FF2B5EF4-FFF2-40B4-BE49-F238E27FC236}">
                <a16:creationId xmlns:a16="http://schemas.microsoft.com/office/drawing/2014/main" id="{D30DD128-A937-4A2F-B070-523A5BAAE260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975159" y="3147170"/>
            <a:ext cx="2589369" cy="2311934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7" name="Substituent text 2">
            <a:extLst>
              <a:ext uri="{FF2B5EF4-FFF2-40B4-BE49-F238E27FC236}">
                <a16:creationId xmlns:a16="http://schemas.microsoft.com/office/drawing/2014/main" id="{5737B87C-E3C0-46B2-8B79-63EB60491503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8975158" y="2850467"/>
            <a:ext cx="2415199" cy="236141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8" name="Substituent text 2">
            <a:extLst>
              <a:ext uri="{FF2B5EF4-FFF2-40B4-BE49-F238E27FC236}">
                <a16:creationId xmlns:a16="http://schemas.microsoft.com/office/drawing/2014/main" id="{22F76863-7DCD-4365-80F0-001D51F08779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8975158" y="2487902"/>
            <a:ext cx="2415199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</p:spTree>
    <p:extLst>
      <p:ext uri="{BB962C8B-B14F-4D97-AF65-F5344CB8AC3E}">
        <p14:creationId xmlns:p14="http://schemas.microsoft.com/office/powerpoint/2010/main" val="3078273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de conținut tabel și diagram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707529"/>
            <a:ext cx="5314072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ro-RO" noProof="0" dirty="0"/>
              <a:t>FACEȚI CLIC PENTRU A EDITA TITLUL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383372"/>
            <a:ext cx="6096000" cy="100800"/>
            <a:chOff x="646015" y="3248308"/>
            <a:chExt cx="3107749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36" name="Substituent text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31850" y="2031832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24" name="Substituent text 2">
            <a:extLst>
              <a:ext uri="{FF2B5EF4-FFF2-40B4-BE49-F238E27FC236}">
                <a16:creationId xmlns:a16="http://schemas.microsoft.com/office/drawing/2014/main" id="{FB2A0B34-417C-46AC-95C0-9B2A2FCC8BF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96000" y="2031832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D36F8EF-728B-45C1-87D8-4AD8FA8F371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03275" y="2524125"/>
            <a:ext cx="4970463" cy="2935288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  <p:sp>
        <p:nvSpPr>
          <p:cNvPr id="22" name="Substituent conținut 2">
            <a:extLst>
              <a:ext uri="{FF2B5EF4-FFF2-40B4-BE49-F238E27FC236}">
                <a16:creationId xmlns:a16="http://schemas.microsoft.com/office/drawing/2014/main" id="{7395C5B4-6B03-4F70-96F8-3AE3A7817B5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096000" y="2524125"/>
            <a:ext cx="4970463" cy="2935288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778915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conținut cronolog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6466" y="707529"/>
            <a:ext cx="2673606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ro-RO" noProof="0" dirty="0"/>
              <a:t>CRONOLOGIE</a:t>
            </a:r>
          </a:p>
        </p:txBody>
      </p:sp>
      <p:sp>
        <p:nvSpPr>
          <p:cNvPr id="9" name="Substituent text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47803" y="1625821"/>
            <a:ext cx="2262267" cy="2021536"/>
          </a:xfrm>
        </p:spPr>
        <p:txBody>
          <a:bodyPr lIns="0" tIns="0" rIns="0" bIns="0" rtlCol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9097797" y="1375202"/>
            <a:ext cx="3094215" cy="100800"/>
            <a:chOff x="2729179" y="3240138"/>
            <a:chExt cx="1577429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29179" y="3290538"/>
              <a:ext cx="1551931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4255220" y="324013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16" name="Substituent text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18284" y="685667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20XX</a:t>
            </a:r>
          </a:p>
        </p:txBody>
      </p:sp>
      <p:sp>
        <p:nvSpPr>
          <p:cNvPr id="34" name="Substituent text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30241" y="1079309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6" name="Substituent text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930241" y="786637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cxnSp>
        <p:nvCxnSpPr>
          <p:cNvPr id="14" name="Conector drept 13">
            <a:extLst>
              <a:ext uri="{FF2B5EF4-FFF2-40B4-BE49-F238E27FC236}">
                <a16:creationId xmlns:a16="http://schemas.microsoft.com/office/drawing/2014/main" id="{1AD3A3AB-488E-4090-9FD5-E005D5A9ECF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2094269" y="3429000"/>
            <a:ext cx="685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D6729DC-C5B3-485B-B5CD-F06FC3CAFD9A}"/>
              </a:ext>
            </a:extLst>
          </p:cNvPr>
          <p:cNvSpPr/>
          <p:nvPr userDrawn="1"/>
        </p:nvSpPr>
        <p:spPr>
          <a:xfrm>
            <a:off x="5372392" y="9598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4046DD7-8FB2-43D4-8E94-3D35DC3E2891}"/>
              </a:ext>
            </a:extLst>
          </p:cNvPr>
          <p:cNvSpPr/>
          <p:nvPr userDrawn="1"/>
        </p:nvSpPr>
        <p:spPr>
          <a:xfrm>
            <a:off x="5372392" y="53623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320A73A-D3CB-4E04-B7E2-F3696B8ACDEA}"/>
              </a:ext>
            </a:extLst>
          </p:cNvPr>
          <p:cNvSpPr/>
          <p:nvPr userDrawn="1"/>
        </p:nvSpPr>
        <p:spPr>
          <a:xfrm>
            <a:off x="5372392" y="24273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E2B01F0-78A8-41AE-95B8-811603402031}"/>
              </a:ext>
            </a:extLst>
          </p:cNvPr>
          <p:cNvSpPr/>
          <p:nvPr userDrawn="1"/>
        </p:nvSpPr>
        <p:spPr>
          <a:xfrm>
            <a:off x="5372392" y="38948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32" name="Substituent text 2">
            <a:extLst>
              <a:ext uri="{FF2B5EF4-FFF2-40B4-BE49-F238E27FC236}">
                <a16:creationId xmlns:a16="http://schemas.microsoft.com/office/drawing/2014/main" id="{A70E382B-B932-45B7-BD95-6D722A4A248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930241" y="2532448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3" name="Substituent text 2">
            <a:extLst>
              <a:ext uri="{FF2B5EF4-FFF2-40B4-BE49-F238E27FC236}">
                <a16:creationId xmlns:a16="http://schemas.microsoft.com/office/drawing/2014/main" id="{2F096B52-06C2-46DF-BB33-70D931283F16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5930241" y="2239776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5" name="Substituent text 2">
            <a:extLst>
              <a:ext uri="{FF2B5EF4-FFF2-40B4-BE49-F238E27FC236}">
                <a16:creationId xmlns:a16="http://schemas.microsoft.com/office/drawing/2014/main" id="{5D87FD43-95C9-4217-AD5F-FE02E28AD4C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930241" y="3985587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7" name="Substituent text 2">
            <a:extLst>
              <a:ext uri="{FF2B5EF4-FFF2-40B4-BE49-F238E27FC236}">
                <a16:creationId xmlns:a16="http://schemas.microsoft.com/office/drawing/2014/main" id="{A6706CEB-523E-4248-9A66-5D139D8B0DE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5930241" y="3692915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8" name="Substituent text 2">
            <a:extLst>
              <a:ext uri="{FF2B5EF4-FFF2-40B4-BE49-F238E27FC236}">
                <a16:creationId xmlns:a16="http://schemas.microsoft.com/office/drawing/2014/main" id="{6ADC931C-F9B2-467E-A024-CB5BE74BAD8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930241" y="5438727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9" name="Substituent text 2">
            <a:extLst>
              <a:ext uri="{FF2B5EF4-FFF2-40B4-BE49-F238E27FC236}">
                <a16:creationId xmlns:a16="http://schemas.microsoft.com/office/drawing/2014/main" id="{0A301DE6-2E75-41F5-9314-B269815BA3F3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930241" y="5146055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0" name="Substituent text 15">
            <a:extLst>
              <a:ext uri="{FF2B5EF4-FFF2-40B4-BE49-F238E27FC236}">
                <a16:creationId xmlns:a16="http://schemas.microsoft.com/office/drawing/2014/main" id="{B9154606-4DE0-4DC7-830A-371423BE420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618284" y="2153566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20XX</a:t>
            </a:r>
          </a:p>
        </p:txBody>
      </p:sp>
      <p:sp>
        <p:nvSpPr>
          <p:cNvPr id="41" name="Substituent text 15">
            <a:extLst>
              <a:ext uri="{FF2B5EF4-FFF2-40B4-BE49-F238E27FC236}">
                <a16:creationId xmlns:a16="http://schemas.microsoft.com/office/drawing/2014/main" id="{5AC8C127-0F88-413C-B7BA-2ED0F81E7D4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18284" y="3621465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20XX</a:t>
            </a:r>
          </a:p>
        </p:txBody>
      </p:sp>
      <p:sp>
        <p:nvSpPr>
          <p:cNvPr id="42" name="Substituent text 15">
            <a:extLst>
              <a:ext uri="{FF2B5EF4-FFF2-40B4-BE49-F238E27FC236}">
                <a16:creationId xmlns:a16="http://schemas.microsoft.com/office/drawing/2014/main" id="{63C5707A-6E08-4B58-A5FE-40063DB6548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18284" y="5089363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627535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260000"/>
            <a:ext cx="3911599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890303"/>
            <a:ext cx="3275463" cy="88206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598737"/>
            <a:ext cx="3352378" cy="100800"/>
            <a:chOff x="-1228304" y="3240138"/>
            <a:chExt cx="3352378" cy="100800"/>
          </a:xfrm>
        </p:grpSpPr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316941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023274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ubstituent tabel 9">
            <a:extLst>
              <a:ext uri="{FF2B5EF4-FFF2-40B4-BE49-F238E27FC236}">
                <a16:creationId xmlns:a16="http://schemas.microsoft.com/office/drawing/2014/main" id="{3F646CE6-E75B-4112-896D-5A26E1F1520E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518150" y="860425"/>
            <a:ext cx="5870575" cy="4867275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o-RO" noProof="0"/>
              <a:t>Faceți clic pe pictogramă pentru a adăuga un tabel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183923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conținut de echip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7" y="1608523"/>
            <a:ext cx="2828198" cy="12868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1" y="3244567"/>
            <a:ext cx="2828198" cy="2098138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2705796" cy="100800"/>
            <a:chOff x="0" y="3240138"/>
            <a:chExt cx="2705796" cy="100800"/>
          </a:xfrm>
        </p:grpSpPr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2677297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604996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ubstituent text 2">
            <a:extLst>
              <a:ext uri="{FF2B5EF4-FFF2-40B4-BE49-F238E27FC236}">
                <a16:creationId xmlns:a16="http://schemas.microsoft.com/office/drawing/2014/main" id="{1B29C9C1-9494-4E8B-A0F3-611E947A19B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128617" y="4355032"/>
            <a:ext cx="2066544" cy="128095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0" name="Substituent text 2">
            <a:extLst>
              <a:ext uri="{FF2B5EF4-FFF2-40B4-BE49-F238E27FC236}">
                <a16:creationId xmlns:a16="http://schemas.microsoft.com/office/drawing/2014/main" id="{ABB09D16-148A-45C2-B0B8-1495E8DC7D6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128616" y="4042831"/>
            <a:ext cx="2066544" cy="282991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1" name="Substituent text 2">
            <a:extLst>
              <a:ext uri="{FF2B5EF4-FFF2-40B4-BE49-F238E27FC236}">
                <a16:creationId xmlns:a16="http://schemas.microsoft.com/office/drawing/2014/main" id="{67814C7C-3597-4B16-A4AC-D81985C587B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128616" y="3428999"/>
            <a:ext cx="2066544" cy="615618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sp>
        <p:nvSpPr>
          <p:cNvPr id="9" name="Substituent imagine 8">
            <a:extLst>
              <a:ext uri="{FF2B5EF4-FFF2-40B4-BE49-F238E27FC236}">
                <a16:creationId xmlns:a16="http://schemas.microsoft.com/office/drawing/2014/main" id="{B284A57B-147A-4287-AA6B-E508A9222F7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30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35" name="Substituent imagine 8">
            <a:extLst>
              <a:ext uri="{FF2B5EF4-FFF2-40B4-BE49-F238E27FC236}">
                <a16:creationId xmlns:a16="http://schemas.microsoft.com/office/drawing/2014/main" id="{9DBE0996-CEA3-41C3-A75A-84DC3C2B51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8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36" name="Substituent imagine 8">
            <a:extLst>
              <a:ext uri="{FF2B5EF4-FFF2-40B4-BE49-F238E27FC236}">
                <a16:creationId xmlns:a16="http://schemas.microsoft.com/office/drawing/2014/main" id="{F7B28261-CB14-4E4E-AA66-A0239B3DD28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629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37" name="Substituent text 2">
            <a:extLst>
              <a:ext uri="{FF2B5EF4-FFF2-40B4-BE49-F238E27FC236}">
                <a16:creationId xmlns:a16="http://schemas.microsoft.com/office/drawing/2014/main" id="{BAA53E0C-9536-4177-A63F-0E2565EC53CD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127048" y="4355032"/>
            <a:ext cx="2066400" cy="128095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8" name="Substituent text 2">
            <a:extLst>
              <a:ext uri="{FF2B5EF4-FFF2-40B4-BE49-F238E27FC236}">
                <a16:creationId xmlns:a16="http://schemas.microsoft.com/office/drawing/2014/main" id="{67EF8E36-183B-420B-AF25-17CFA963987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127047" y="4042831"/>
            <a:ext cx="2066400" cy="282991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9" name="Substituent text 2">
            <a:extLst>
              <a:ext uri="{FF2B5EF4-FFF2-40B4-BE49-F238E27FC236}">
                <a16:creationId xmlns:a16="http://schemas.microsoft.com/office/drawing/2014/main" id="{58DA6E86-8039-4690-AFE1-7CCF07B7CBA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127047" y="3428999"/>
            <a:ext cx="2066400" cy="615618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sp>
        <p:nvSpPr>
          <p:cNvPr id="41" name="Substituent text 2">
            <a:extLst>
              <a:ext uri="{FF2B5EF4-FFF2-40B4-BE49-F238E27FC236}">
                <a16:creationId xmlns:a16="http://schemas.microsoft.com/office/drawing/2014/main" id="{933214B9-0452-4C8B-AB10-922F3C3BCF01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6629217" y="4355032"/>
            <a:ext cx="2066400" cy="128095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2" name="Substituent text 2">
            <a:extLst>
              <a:ext uri="{FF2B5EF4-FFF2-40B4-BE49-F238E27FC236}">
                <a16:creationId xmlns:a16="http://schemas.microsoft.com/office/drawing/2014/main" id="{A5C23113-D98B-48C7-A675-4FD5F50333F3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6629216" y="4042831"/>
            <a:ext cx="2066400" cy="282991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9" name="Substituent text 2">
            <a:extLst>
              <a:ext uri="{FF2B5EF4-FFF2-40B4-BE49-F238E27FC236}">
                <a16:creationId xmlns:a16="http://schemas.microsoft.com/office/drawing/2014/main" id="{09781257-B563-41E0-B9E6-9C7330084BCC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6627903" y="3428999"/>
            <a:ext cx="2066400" cy="615618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cxnSp>
        <p:nvCxnSpPr>
          <p:cNvPr id="32" name="Conector drept 31">
            <a:extLst>
              <a:ext uri="{FF2B5EF4-FFF2-40B4-BE49-F238E27FC236}">
                <a16:creationId xmlns:a16="http://schemas.microsoft.com/office/drawing/2014/main" id="{9A32EC27-ACD8-47C0-A3ED-E4ED58D88358}"/>
              </a:ext>
            </a:extLst>
          </p:cNvPr>
          <p:cNvCxnSpPr/>
          <p:nvPr userDrawn="1"/>
        </p:nvCxnSpPr>
        <p:spPr>
          <a:xfrm>
            <a:off x="6195160" y="2217849"/>
            <a:ext cx="43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rept 32">
            <a:extLst>
              <a:ext uri="{FF2B5EF4-FFF2-40B4-BE49-F238E27FC236}">
                <a16:creationId xmlns:a16="http://schemas.microsoft.com/office/drawing/2014/main" id="{99E8819A-135C-4A5C-9F6A-A3BE05AA294F}"/>
              </a:ext>
            </a:extLst>
          </p:cNvPr>
          <p:cNvCxnSpPr/>
          <p:nvPr userDrawn="1"/>
        </p:nvCxnSpPr>
        <p:spPr>
          <a:xfrm>
            <a:off x="8703909" y="2216687"/>
            <a:ext cx="43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3294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zitiv aspect conținut de echip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9" name="Substituent text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04263" y="1625821"/>
            <a:ext cx="6289862" cy="569085"/>
          </a:xfrm>
        </p:spPr>
        <p:txBody>
          <a:bodyPr lIns="0" tIns="0" rIns="0" bIns="0" rtlCol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7950838" y="1375202"/>
            <a:ext cx="4241162" cy="100800"/>
            <a:chOff x="439494" y="3240138"/>
            <a:chExt cx="2648035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9494" y="3290538"/>
              <a:ext cx="2615905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021805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4" name="Substituent text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958968" y="3372939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2" name="Substituent text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958968" y="2960253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F6FF07C5-314A-4EA8-B78F-7A51C234D3A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21841" y="2764036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cxnSp>
        <p:nvCxnSpPr>
          <p:cNvPr id="23" name="Conector drept 22">
            <a:extLst>
              <a:ext uri="{FF2B5EF4-FFF2-40B4-BE49-F238E27FC236}">
                <a16:creationId xmlns:a16="http://schemas.microsoft.com/office/drawing/2014/main" id="{B691060D-E361-43B0-BFD7-43D7CC4E5CCD}"/>
              </a:ext>
            </a:extLst>
          </p:cNvPr>
          <p:cNvCxnSpPr>
            <a:cxnSpLocks/>
          </p:cNvCxnSpPr>
          <p:nvPr userDrawn="1"/>
        </p:nvCxnSpPr>
        <p:spPr>
          <a:xfrm>
            <a:off x="0" y="3288596"/>
            <a:ext cx="72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ubstituent text 2">
            <a:extLst>
              <a:ext uri="{FF2B5EF4-FFF2-40B4-BE49-F238E27FC236}">
                <a16:creationId xmlns:a16="http://schemas.microsoft.com/office/drawing/2014/main" id="{4A98AB01-9578-4430-96AD-F434AF0CDA2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957127" y="4800796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1" name="Substituent text 2">
            <a:extLst>
              <a:ext uri="{FF2B5EF4-FFF2-40B4-BE49-F238E27FC236}">
                <a16:creationId xmlns:a16="http://schemas.microsoft.com/office/drawing/2014/main" id="{EF9D60F2-A1FB-4A95-997B-A4F1723AC1EC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957127" y="4388110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sp>
        <p:nvSpPr>
          <p:cNvPr id="42" name="Substituent imagine 2">
            <a:extLst>
              <a:ext uri="{FF2B5EF4-FFF2-40B4-BE49-F238E27FC236}">
                <a16:creationId xmlns:a16="http://schemas.microsoft.com/office/drawing/2014/main" id="{76A56D2A-42F0-40C5-96D7-B1AC33152A8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0000" y="4191893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cxnSp>
        <p:nvCxnSpPr>
          <p:cNvPr id="43" name="Conector drept 42">
            <a:extLst>
              <a:ext uri="{FF2B5EF4-FFF2-40B4-BE49-F238E27FC236}">
                <a16:creationId xmlns:a16="http://schemas.microsoft.com/office/drawing/2014/main" id="{CF6D1C91-9136-4678-A712-92BE9B3902C4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11670" y="4028309"/>
            <a:ext cx="32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Substituent text 2">
            <a:extLst>
              <a:ext uri="{FF2B5EF4-FFF2-40B4-BE49-F238E27FC236}">
                <a16:creationId xmlns:a16="http://schemas.microsoft.com/office/drawing/2014/main" id="{BACF15AB-FF8A-422B-840D-88503024E5D3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708709" y="3372939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5" name="Substituent text 2">
            <a:extLst>
              <a:ext uri="{FF2B5EF4-FFF2-40B4-BE49-F238E27FC236}">
                <a16:creationId xmlns:a16="http://schemas.microsoft.com/office/drawing/2014/main" id="{EFC2028F-7DFE-412D-97DF-707D128D95E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708709" y="2960253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sp>
        <p:nvSpPr>
          <p:cNvPr id="47" name="Substituent text 2">
            <a:extLst>
              <a:ext uri="{FF2B5EF4-FFF2-40B4-BE49-F238E27FC236}">
                <a16:creationId xmlns:a16="http://schemas.microsoft.com/office/drawing/2014/main" id="{4349A4F0-1181-4A58-BFD4-4783CD130356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5704578" y="4800796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8" name="Substituent text 2">
            <a:extLst>
              <a:ext uri="{FF2B5EF4-FFF2-40B4-BE49-F238E27FC236}">
                <a16:creationId xmlns:a16="http://schemas.microsoft.com/office/drawing/2014/main" id="{DC1D5D83-8D32-491F-87EB-9DA9360D4F2B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5704578" y="4388110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sp>
        <p:nvSpPr>
          <p:cNvPr id="50" name="Substituent text 2">
            <a:extLst>
              <a:ext uri="{FF2B5EF4-FFF2-40B4-BE49-F238E27FC236}">
                <a16:creationId xmlns:a16="http://schemas.microsoft.com/office/drawing/2014/main" id="{8120723F-A42C-4B81-97FD-6F575E5C2584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453870" y="3372939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51" name="Substituent text 2">
            <a:extLst>
              <a:ext uri="{FF2B5EF4-FFF2-40B4-BE49-F238E27FC236}">
                <a16:creationId xmlns:a16="http://schemas.microsoft.com/office/drawing/2014/main" id="{27D068F1-398F-4D11-977C-080C8151C786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453870" y="2960253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sp>
        <p:nvSpPr>
          <p:cNvPr id="53" name="Substituent text 2">
            <a:extLst>
              <a:ext uri="{FF2B5EF4-FFF2-40B4-BE49-F238E27FC236}">
                <a16:creationId xmlns:a16="http://schemas.microsoft.com/office/drawing/2014/main" id="{B795705E-C5CB-46CC-9E41-D2269E07BC15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9452029" y="4800796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54" name="Substituent text 2">
            <a:extLst>
              <a:ext uri="{FF2B5EF4-FFF2-40B4-BE49-F238E27FC236}">
                <a16:creationId xmlns:a16="http://schemas.microsoft.com/office/drawing/2014/main" id="{80211A2B-0F3C-4DBE-AE01-069AE7FC3468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9452029" y="4388110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cxnSp>
        <p:nvCxnSpPr>
          <p:cNvPr id="56" name="Conector drept 55">
            <a:extLst>
              <a:ext uri="{FF2B5EF4-FFF2-40B4-BE49-F238E27FC236}">
                <a16:creationId xmlns:a16="http://schemas.microsoft.com/office/drawing/2014/main" id="{2E5E9742-C670-47AB-AA69-AE65D7915B06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31847" y="5364000"/>
            <a:ext cx="2988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rept 56">
            <a:extLst>
              <a:ext uri="{FF2B5EF4-FFF2-40B4-BE49-F238E27FC236}">
                <a16:creationId xmlns:a16="http://schemas.microsoft.com/office/drawing/2014/main" id="{158712DB-5183-45D8-9ABB-6E0795658012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7274194" y="5363999"/>
            <a:ext cx="2988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ubstituent imagine 2">
            <a:extLst>
              <a:ext uri="{FF2B5EF4-FFF2-40B4-BE49-F238E27FC236}">
                <a16:creationId xmlns:a16="http://schemas.microsoft.com/office/drawing/2014/main" id="{417A32F4-3459-4A31-A90E-AA771FD4D49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467451" y="4191893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55" name="Substituent imagine 2">
            <a:extLst>
              <a:ext uri="{FF2B5EF4-FFF2-40B4-BE49-F238E27FC236}">
                <a16:creationId xmlns:a16="http://schemas.microsoft.com/office/drawing/2014/main" id="{63549FA7-92E5-4DB1-92FA-15902DFD375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214902" y="4191893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46" name="Substituent imagine 2">
            <a:extLst>
              <a:ext uri="{FF2B5EF4-FFF2-40B4-BE49-F238E27FC236}">
                <a16:creationId xmlns:a16="http://schemas.microsoft.com/office/drawing/2014/main" id="{0F62D330-6A30-4A65-89DA-EDFE4AAD343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469292" y="2764036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52" name="Substituent imagine 2">
            <a:extLst>
              <a:ext uri="{FF2B5EF4-FFF2-40B4-BE49-F238E27FC236}">
                <a16:creationId xmlns:a16="http://schemas.microsoft.com/office/drawing/2014/main" id="{A3FC286B-05E7-4E48-A7FD-197800349118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216743" y="2764036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744313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diagramă cu structură radial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461974"/>
            <a:ext cx="4464049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092276"/>
            <a:ext cx="4443165" cy="1008841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811097"/>
            <a:ext cx="3149152" cy="100800"/>
            <a:chOff x="-1228304" y="3250524"/>
            <a:chExt cx="3149152" cy="100800"/>
          </a:xfrm>
        </p:grpSpPr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096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1820048" y="3250524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ubstituent text 2">
            <a:extLst>
              <a:ext uri="{FF2B5EF4-FFF2-40B4-BE49-F238E27FC236}">
                <a16:creationId xmlns:a16="http://schemas.microsoft.com/office/drawing/2014/main" id="{9A5180A6-7D2B-4341-A749-16387D907EEF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262770" y="4138611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1.500.000 lei</a:t>
            </a:r>
          </a:p>
        </p:txBody>
      </p:sp>
      <p:sp>
        <p:nvSpPr>
          <p:cNvPr id="37" name="Substituent text 2">
            <a:extLst>
              <a:ext uri="{FF2B5EF4-FFF2-40B4-BE49-F238E27FC236}">
                <a16:creationId xmlns:a16="http://schemas.microsoft.com/office/drawing/2014/main" id="{79DFBEE7-50AA-4F4F-8B5D-AD23ECAD9919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1262769" y="4499972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Titlu Categorie</a:t>
            </a:r>
          </a:p>
        </p:txBody>
      </p:sp>
      <p:sp>
        <p:nvSpPr>
          <p:cNvPr id="39" name="Substituent text 2">
            <a:extLst>
              <a:ext uri="{FF2B5EF4-FFF2-40B4-BE49-F238E27FC236}">
                <a16:creationId xmlns:a16="http://schemas.microsoft.com/office/drawing/2014/main" id="{306EAF0C-F17D-47D6-BAA1-16745F4F70D9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3193135" y="4138611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1.500.000 lei</a:t>
            </a:r>
          </a:p>
        </p:txBody>
      </p:sp>
      <p:sp>
        <p:nvSpPr>
          <p:cNvPr id="40" name="Substituent text 2">
            <a:extLst>
              <a:ext uri="{FF2B5EF4-FFF2-40B4-BE49-F238E27FC236}">
                <a16:creationId xmlns:a16="http://schemas.microsoft.com/office/drawing/2014/main" id="{D091E31C-C1DC-4D72-8C9E-3B6BD91E72AF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3193134" y="4499972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Titlu Categorie</a:t>
            </a:r>
          </a:p>
        </p:txBody>
      </p:sp>
      <p:sp>
        <p:nvSpPr>
          <p:cNvPr id="42" name="Substituent text 2">
            <a:extLst>
              <a:ext uri="{FF2B5EF4-FFF2-40B4-BE49-F238E27FC236}">
                <a16:creationId xmlns:a16="http://schemas.microsoft.com/office/drawing/2014/main" id="{F62E753C-C8BE-457D-9B22-6A8227347A67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5123499" y="4142294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1.500.000 lei</a:t>
            </a:r>
          </a:p>
        </p:txBody>
      </p:sp>
      <p:sp>
        <p:nvSpPr>
          <p:cNvPr id="43" name="Substituent text 2">
            <a:extLst>
              <a:ext uri="{FF2B5EF4-FFF2-40B4-BE49-F238E27FC236}">
                <a16:creationId xmlns:a16="http://schemas.microsoft.com/office/drawing/2014/main" id="{BC1E8F6C-0BDD-4AFA-9E8D-5EF61AA59F50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5123498" y="4503655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Titlu Categorie</a:t>
            </a:r>
          </a:p>
        </p:txBody>
      </p:sp>
      <p:sp>
        <p:nvSpPr>
          <p:cNvPr id="45" name="Substituent text 2">
            <a:extLst>
              <a:ext uri="{FF2B5EF4-FFF2-40B4-BE49-F238E27FC236}">
                <a16:creationId xmlns:a16="http://schemas.microsoft.com/office/drawing/2014/main" id="{C70C9772-55FF-4449-988F-6CDDE075E730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1262770" y="4826750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1.500.000 lei</a:t>
            </a:r>
          </a:p>
        </p:txBody>
      </p:sp>
      <p:sp>
        <p:nvSpPr>
          <p:cNvPr id="46" name="Substituent text 2">
            <a:extLst>
              <a:ext uri="{FF2B5EF4-FFF2-40B4-BE49-F238E27FC236}">
                <a16:creationId xmlns:a16="http://schemas.microsoft.com/office/drawing/2014/main" id="{75EE6DCE-6A55-4D95-85F7-E22E3E268256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1262769" y="5188111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Titlu Categorie</a:t>
            </a:r>
          </a:p>
        </p:txBody>
      </p:sp>
      <p:sp>
        <p:nvSpPr>
          <p:cNvPr id="48" name="Substituent text 2">
            <a:extLst>
              <a:ext uri="{FF2B5EF4-FFF2-40B4-BE49-F238E27FC236}">
                <a16:creationId xmlns:a16="http://schemas.microsoft.com/office/drawing/2014/main" id="{84DC7882-7541-4AEA-95FE-DDBCF6F9CA32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3193135" y="4826750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1.500.000 lei</a:t>
            </a:r>
          </a:p>
        </p:txBody>
      </p:sp>
      <p:sp>
        <p:nvSpPr>
          <p:cNvPr id="49" name="Substituent text 2">
            <a:extLst>
              <a:ext uri="{FF2B5EF4-FFF2-40B4-BE49-F238E27FC236}">
                <a16:creationId xmlns:a16="http://schemas.microsoft.com/office/drawing/2014/main" id="{5542D500-4CD6-4FDE-9133-F8020797D9B5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3193134" y="5188111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Titlu Categorie</a:t>
            </a:r>
          </a:p>
        </p:txBody>
      </p:sp>
      <p:sp>
        <p:nvSpPr>
          <p:cNvPr id="51" name="Substituent text 2">
            <a:extLst>
              <a:ext uri="{FF2B5EF4-FFF2-40B4-BE49-F238E27FC236}">
                <a16:creationId xmlns:a16="http://schemas.microsoft.com/office/drawing/2014/main" id="{500C362B-BA02-4F7D-86F6-3F6F2EF20D04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5123499" y="4830433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1.500.000 lei</a:t>
            </a:r>
          </a:p>
        </p:txBody>
      </p:sp>
      <p:sp>
        <p:nvSpPr>
          <p:cNvPr id="52" name="Substituent text 2">
            <a:extLst>
              <a:ext uri="{FF2B5EF4-FFF2-40B4-BE49-F238E27FC236}">
                <a16:creationId xmlns:a16="http://schemas.microsoft.com/office/drawing/2014/main" id="{E213E497-634E-40E7-BF08-765CC21529E2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5123498" y="5191794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Titlu Categorie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A01C659-0131-449B-BA07-5BC568F00BF0}"/>
              </a:ext>
            </a:extLst>
          </p:cNvPr>
          <p:cNvSpPr/>
          <p:nvPr userDrawn="1"/>
        </p:nvSpPr>
        <p:spPr>
          <a:xfrm>
            <a:off x="790959" y="4258650"/>
            <a:ext cx="384048" cy="38404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9CB80EA-A8D6-4099-9412-0C14095755FF}"/>
              </a:ext>
            </a:extLst>
          </p:cNvPr>
          <p:cNvSpPr/>
          <p:nvPr userDrawn="1"/>
        </p:nvSpPr>
        <p:spPr>
          <a:xfrm>
            <a:off x="790959" y="4965077"/>
            <a:ext cx="384048" cy="384048"/>
          </a:xfrm>
          <a:prstGeom prst="ellipse">
            <a:avLst/>
          </a:prstGeom>
          <a:solidFill>
            <a:srgbClr val="225B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E20CCE5-B889-49FE-8FA6-A6F0F11A5D91}"/>
              </a:ext>
            </a:extLst>
          </p:cNvPr>
          <p:cNvSpPr/>
          <p:nvPr userDrawn="1"/>
        </p:nvSpPr>
        <p:spPr>
          <a:xfrm>
            <a:off x="2725217" y="4261982"/>
            <a:ext cx="384048" cy="384048"/>
          </a:xfrm>
          <a:prstGeom prst="ellipse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69A77E3-4AFB-45BB-8FDC-4AD084EA9D23}"/>
              </a:ext>
            </a:extLst>
          </p:cNvPr>
          <p:cNvSpPr/>
          <p:nvPr userDrawn="1"/>
        </p:nvSpPr>
        <p:spPr>
          <a:xfrm>
            <a:off x="2725217" y="4968409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A8B986-3280-4EAC-846B-9167ECC55646}"/>
              </a:ext>
            </a:extLst>
          </p:cNvPr>
          <p:cNvSpPr/>
          <p:nvPr userDrawn="1"/>
        </p:nvSpPr>
        <p:spPr>
          <a:xfrm>
            <a:off x="4660323" y="4257848"/>
            <a:ext cx="384048" cy="384048"/>
          </a:xfrm>
          <a:prstGeom prst="ellipse">
            <a:avLst/>
          </a:prstGeom>
          <a:solidFill>
            <a:srgbClr val="B531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AE6D315-5EC0-4956-B7BF-B94D2AFE679B}"/>
              </a:ext>
            </a:extLst>
          </p:cNvPr>
          <p:cNvSpPr/>
          <p:nvPr userDrawn="1"/>
        </p:nvSpPr>
        <p:spPr>
          <a:xfrm>
            <a:off x="4660323" y="4964275"/>
            <a:ext cx="384048" cy="38404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12" name="Substituent diagramă 11">
            <a:extLst>
              <a:ext uri="{FF2B5EF4-FFF2-40B4-BE49-F238E27FC236}">
                <a16:creationId xmlns:a16="http://schemas.microsoft.com/office/drawing/2014/main" id="{9ED8422E-0C74-45EF-B794-252146C6639A}"/>
              </a:ext>
            </a:extLst>
          </p:cNvPr>
          <p:cNvSpPr>
            <a:spLocks noGrp="1"/>
          </p:cNvSpPr>
          <p:nvPr>
            <p:ph type="chart" sz="quarter" idx="55"/>
          </p:nvPr>
        </p:nvSpPr>
        <p:spPr>
          <a:xfrm>
            <a:off x="6924675" y="860425"/>
            <a:ext cx="4483100" cy="457358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diagramă</a:t>
            </a:r>
            <a:endParaRPr lang="ro-RO" noProof="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8B7C827-F016-49F6-B775-FAC0E6420466}"/>
              </a:ext>
            </a:extLst>
          </p:cNvPr>
          <p:cNvSpPr/>
          <p:nvPr userDrawn="1"/>
        </p:nvSpPr>
        <p:spPr>
          <a:xfrm>
            <a:off x="6905624" y="905669"/>
            <a:ext cx="4483100" cy="4483100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0F8D2C7-9093-4F92-B8A4-D819FEE69F1F}"/>
              </a:ext>
            </a:extLst>
          </p:cNvPr>
          <p:cNvSpPr/>
          <p:nvPr userDrawn="1"/>
        </p:nvSpPr>
        <p:spPr>
          <a:xfrm>
            <a:off x="8294757" y="2294802"/>
            <a:ext cx="1704834" cy="1704834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cxnSp>
        <p:nvCxnSpPr>
          <p:cNvPr id="41" name="Conector drept 40">
            <a:extLst>
              <a:ext uri="{FF2B5EF4-FFF2-40B4-BE49-F238E27FC236}">
                <a16:creationId xmlns:a16="http://schemas.microsoft.com/office/drawing/2014/main" id="{0DE9D0C0-04C1-4621-8B2D-E65A25A8DCF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75514" y="450000"/>
            <a:ext cx="90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490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imagine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4591" y="1411243"/>
            <a:ext cx="4494133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9" name="Substituent text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4591" y="2564787"/>
            <a:ext cx="4473108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924675" y="2314168"/>
            <a:ext cx="5267325" cy="100800"/>
            <a:chOff x="0" y="3240138"/>
            <a:chExt cx="3434400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4" name="Substituent text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94591" y="3189568"/>
            <a:ext cx="4482996" cy="243260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2" name="Substituent imagine 7">
            <a:extLst>
              <a:ext uri="{FF2B5EF4-FFF2-40B4-BE49-F238E27FC236}">
                <a16:creationId xmlns:a16="http://schemas.microsoft.com/office/drawing/2014/main" id="{CF430BFB-0A7C-4FB8-B93B-8DA19F3E63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710" y="1792784"/>
            <a:ext cx="6073999" cy="372160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2869787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țumiri Aspect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36EF099F-79D2-486F-A4B2-DD4F699752C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96000" y="0"/>
            <a:ext cx="6089650" cy="68580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21" name="Titlu 1">
            <a:extLst>
              <a:ext uri="{FF2B5EF4-FFF2-40B4-BE49-F238E27FC236}">
                <a16:creationId xmlns:a16="http://schemas.microsoft.com/office/drawing/2014/main" id="{1FF22294-F2E5-4C74-A30C-46BA988FD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9959" y="1546091"/>
            <a:ext cx="4846923" cy="1091078"/>
          </a:xfrm>
        </p:spPr>
        <p:txBody>
          <a:bodyPr lIns="0" tIns="0" rIns="0" bIns="0" rtlCol="0" anchor="b" anchorCtr="0">
            <a:noAutofit/>
          </a:bodyPr>
          <a:lstStyle>
            <a:lvl1pPr>
              <a:defRPr sz="5500"/>
            </a:lvl1pPr>
          </a:lstStyle>
          <a:p>
            <a:pPr rtl="0"/>
            <a:r>
              <a:rPr lang="ro-RO" noProof="0" dirty="0"/>
              <a:t>VĂ MULȚUMIM!</a:t>
            </a:r>
          </a:p>
        </p:txBody>
      </p:sp>
      <p:sp>
        <p:nvSpPr>
          <p:cNvPr id="22" name="Substituent text 3">
            <a:extLst>
              <a:ext uri="{FF2B5EF4-FFF2-40B4-BE49-F238E27FC236}">
                <a16:creationId xmlns:a16="http://schemas.microsoft.com/office/drawing/2014/main" id="{FC5C0DA6-1B31-4BDF-BAEB-BF79781028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335" y="3083960"/>
            <a:ext cx="4586288" cy="509472"/>
          </a:xfrm>
        </p:spPr>
        <p:txBody>
          <a:bodyPr lIns="0" tIns="0" rIns="0" bIns="0" rtlCol="0" anchor="b" anchorCtr="0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ro-RO" noProof="0" dirty="0"/>
              <a:t>Iustin Munteanu</a:t>
            </a:r>
          </a:p>
        </p:txBody>
      </p:sp>
      <p:sp>
        <p:nvSpPr>
          <p:cNvPr id="23" name="Substituent text 3">
            <a:extLst>
              <a:ext uri="{FF2B5EF4-FFF2-40B4-BE49-F238E27FC236}">
                <a16:creationId xmlns:a16="http://schemas.microsoft.com/office/drawing/2014/main" id="{5E1647C9-9AC1-4500-A56E-94CABC656E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1850" y="3703834"/>
            <a:ext cx="4586288" cy="23094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7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ro-RO" noProof="0" dirty="0"/>
              <a:t>Telefon:</a:t>
            </a:r>
          </a:p>
        </p:txBody>
      </p:sp>
      <p:sp>
        <p:nvSpPr>
          <p:cNvPr id="24" name="Substituent text 3">
            <a:extLst>
              <a:ext uri="{FF2B5EF4-FFF2-40B4-BE49-F238E27FC236}">
                <a16:creationId xmlns:a16="http://schemas.microsoft.com/office/drawing/2014/main" id="{8605CECB-8164-4428-B478-98C42902F9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4950" y="3946707"/>
            <a:ext cx="4586288" cy="29016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ro-RO" noProof="0" dirty="0"/>
              <a:t>+7 888 999 000 11</a:t>
            </a:r>
          </a:p>
        </p:txBody>
      </p:sp>
      <p:sp>
        <p:nvSpPr>
          <p:cNvPr id="25" name="Substituent text 3">
            <a:extLst>
              <a:ext uri="{FF2B5EF4-FFF2-40B4-BE49-F238E27FC236}">
                <a16:creationId xmlns:a16="http://schemas.microsoft.com/office/drawing/2014/main" id="{D39B56C4-E128-4995-91CC-64C268BC76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750" y="4423954"/>
            <a:ext cx="4586288" cy="23094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1700" b="0" i="1" kern="120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ro-RO" noProof="0" dirty="0"/>
              <a:t>E-mail:</a:t>
            </a:r>
          </a:p>
        </p:txBody>
      </p:sp>
      <p:sp>
        <p:nvSpPr>
          <p:cNvPr id="26" name="Substituent text 3">
            <a:extLst>
              <a:ext uri="{FF2B5EF4-FFF2-40B4-BE49-F238E27FC236}">
                <a16:creationId xmlns:a16="http://schemas.microsoft.com/office/drawing/2014/main" id="{94772DA1-74CC-430C-9A8E-5A6586692C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1850" y="4650785"/>
            <a:ext cx="4586288" cy="364479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ro-RO" noProof="0" dirty="0"/>
              <a:t>Munteanu@vanarsdelltd.com</a:t>
            </a:r>
          </a:p>
        </p:txBody>
      </p:sp>
      <p:sp>
        <p:nvSpPr>
          <p:cNvPr id="27" name="Substituent text 3">
            <a:extLst>
              <a:ext uri="{FF2B5EF4-FFF2-40B4-BE49-F238E27FC236}">
                <a16:creationId xmlns:a16="http://schemas.microsoft.com/office/drawing/2014/main" id="{7A073B5B-2BE3-49D1-A646-1492F534C9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1850" y="5153025"/>
            <a:ext cx="4586288" cy="23094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1700" b="0" i="1" kern="120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o-RO" noProof="0" dirty="0"/>
              <a:t>Site web:</a:t>
            </a:r>
          </a:p>
        </p:txBody>
      </p:sp>
      <p:sp>
        <p:nvSpPr>
          <p:cNvPr id="28" name="Substituent text 3">
            <a:extLst>
              <a:ext uri="{FF2B5EF4-FFF2-40B4-BE49-F238E27FC236}">
                <a16:creationId xmlns:a16="http://schemas.microsoft.com/office/drawing/2014/main" id="{52D10EDD-0329-4443-8665-7603E4A83B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4950" y="5363814"/>
            <a:ext cx="4586288" cy="364479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ro-RO" noProof="0" dirty="0"/>
              <a:t>www.vanarsdelltd.com</a:t>
            </a:r>
          </a:p>
        </p:txBody>
      </p:sp>
      <p:grpSp>
        <p:nvGrpSpPr>
          <p:cNvPr id="4" name="Grup 3">
            <a:extLst>
              <a:ext uri="{FF2B5EF4-FFF2-40B4-BE49-F238E27FC236}">
                <a16:creationId xmlns:a16="http://schemas.microsoft.com/office/drawing/2014/main" id="{5F591C52-0202-44BA-A6BE-E2362516B893}"/>
              </a:ext>
            </a:extLst>
          </p:cNvPr>
          <p:cNvGrpSpPr/>
          <p:nvPr userDrawn="1"/>
        </p:nvGrpSpPr>
        <p:grpSpPr>
          <a:xfrm>
            <a:off x="801543" y="2750589"/>
            <a:ext cx="4804913" cy="100800"/>
            <a:chOff x="808548" y="2750589"/>
            <a:chExt cx="4804913" cy="100800"/>
          </a:xfrm>
        </p:grpSpPr>
        <p:grpSp>
          <p:nvGrpSpPr>
            <p:cNvPr id="11" name="Grup 10">
              <a:extLst>
                <a:ext uri="{FF2B5EF4-FFF2-40B4-BE49-F238E27FC236}">
                  <a16:creationId xmlns:a16="http://schemas.microsoft.com/office/drawing/2014/main" id="{59E4D57E-4989-4939-A31F-637543FAB606}"/>
                </a:ext>
              </a:extLst>
            </p:cNvPr>
            <p:cNvGrpSpPr/>
            <p:nvPr userDrawn="1"/>
          </p:nvGrpSpPr>
          <p:grpSpPr>
            <a:xfrm flipH="1">
              <a:off x="808548" y="2750589"/>
              <a:ext cx="4750759" cy="100800"/>
              <a:chOff x="336813" y="3240138"/>
              <a:chExt cx="3097587" cy="100800"/>
            </a:xfrm>
          </p:grpSpPr>
          <p:cxnSp>
            <p:nvCxnSpPr>
              <p:cNvPr id="12" name="Conector drept 11">
                <a:extLst>
                  <a:ext uri="{FF2B5EF4-FFF2-40B4-BE49-F238E27FC236}">
                    <a16:creationId xmlns:a16="http://schemas.microsoft.com/office/drawing/2014/main" id="{370B72A7-B625-48B8-88E6-BCE2A4DD531E}"/>
                  </a:ext>
                </a:extLst>
              </p:cNvPr>
              <p:cNvCxnSpPr/>
              <p:nvPr userDrawn="1"/>
            </p:nvCxnSpPr>
            <p:spPr>
              <a:xfrm>
                <a:off x="336813" y="3285674"/>
                <a:ext cx="304718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1ED729F-F8A5-4244-9776-4935C260F11F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ro-RO" noProof="0" dirty="0"/>
              </a:p>
            </p:txBody>
          </p:sp>
        </p:grp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ECBEDE0-51BB-48BD-AAAD-63B6F60C1D57}"/>
                </a:ext>
              </a:extLst>
            </p:cNvPr>
            <p:cNvSpPr/>
            <p:nvPr userDrawn="1"/>
          </p:nvSpPr>
          <p:spPr>
            <a:xfrm flipH="1">
              <a:off x="5512660" y="2750589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grpSp>
        <p:nvGrpSpPr>
          <p:cNvPr id="32" name="Grup 31">
            <a:extLst>
              <a:ext uri="{FF2B5EF4-FFF2-40B4-BE49-F238E27FC236}">
                <a16:creationId xmlns:a16="http://schemas.microsoft.com/office/drawing/2014/main" id="{63E1608D-F119-4C0D-8D91-7CB089C037C8}"/>
              </a:ext>
            </a:extLst>
          </p:cNvPr>
          <p:cNvGrpSpPr/>
          <p:nvPr userDrawn="1"/>
        </p:nvGrpSpPr>
        <p:grpSpPr>
          <a:xfrm>
            <a:off x="801543" y="1660573"/>
            <a:ext cx="4817222" cy="105664"/>
            <a:chOff x="808548" y="2745725"/>
            <a:chExt cx="4817222" cy="105664"/>
          </a:xfrm>
        </p:grpSpPr>
        <p:grpSp>
          <p:nvGrpSpPr>
            <p:cNvPr id="33" name="Grup 32">
              <a:extLst>
                <a:ext uri="{FF2B5EF4-FFF2-40B4-BE49-F238E27FC236}">
                  <a16:creationId xmlns:a16="http://schemas.microsoft.com/office/drawing/2014/main" id="{EBDC0121-6865-4B65-A28B-1CEDB16AAD9E}"/>
                </a:ext>
              </a:extLst>
            </p:cNvPr>
            <p:cNvGrpSpPr/>
            <p:nvPr userDrawn="1"/>
          </p:nvGrpSpPr>
          <p:grpSpPr>
            <a:xfrm flipH="1">
              <a:off x="808548" y="2750589"/>
              <a:ext cx="4750759" cy="100800"/>
              <a:chOff x="336813" y="3240138"/>
              <a:chExt cx="3097587" cy="100800"/>
            </a:xfrm>
          </p:grpSpPr>
          <p:cxnSp>
            <p:nvCxnSpPr>
              <p:cNvPr id="35" name="Conector drept 34">
                <a:extLst>
                  <a:ext uri="{FF2B5EF4-FFF2-40B4-BE49-F238E27FC236}">
                    <a16:creationId xmlns:a16="http://schemas.microsoft.com/office/drawing/2014/main" id="{386E3714-07DE-4318-B5BC-25F879B97D59}"/>
                  </a:ext>
                </a:extLst>
              </p:cNvPr>
              <p:cNvCxnSpPr/>
              <p:nvPr userDrawn="1"/>
            </p:nvCxnSpPr>
            <p:spPr>
              <a:xfrm>
                <a:off x="336813" y="3285674"/>
                <a:ext cx="304718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ECCE30B-E848-4C5E-83A1-A811D489E7B8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ro-RO" noProof="0" dirty="0"/>
              </a:p>
            </p:txBody>
          </p:sp>
        </p:grp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9817AEC-C67C-49A3-AC5A-669FD4D6D586}"/>
                </a:ext>
              </a:extLst>
            </p:cNvPr>
            <p:cNvSpPr/>
            <p:nvPr userDrawn="1"/>
          </p:nvSpPr>
          <p:spPr>
            <a:xfrm flipH="1">
              <a:off x="5524969" y="2745725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7883942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conținut p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96C5B5AA-0D95-4C33-8EBC-90401B51BD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32" y="1912946"/>
            <a:ext cx="12185968" cy="349300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8934" y="457496"/>
            <a:ext cx="4494133" cy="804338"/>
          </a:xfrm>
        </p:spPr>
        <p:txBody>
          <a:bodyPr lIns="0" tIns="0" rIns="0" bIns="0" rtlCol="0" anchor="b">
            <a:normAutofit/>
          </a:bodyPr>
          <a:lstStyle>
            <a:lvl1pPr algn="ctr">
              <a:defRPr sz="3600"/>
            </a:lvl1pPr>
          </a:lstStyle>
          <a:p>
            <a:pPr rtl="0"/>
            <a:r>
              <a:rPr lang="ro-RO" noProof="0" dirty="0"/>
              <a:t>ANEXĂ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grpSp>
        <p:nvGrpSpPr>
          <p:cNvPr id="4" name="Grup 3">
            <a:extLst>
              <a:ext uri="{FF2B5EF4-FFF2-40B4-BE49-F238E27FC236}">
                <a16:creationId xmlns:a16="http://schemas.microsoft.com/office/drawing/2014/main" id="{908B302A-0F76-466E-9FCE-DCEECCBCF6C9}"/>
              </a:ext>
            </a:extLst>
          </p:cNvPr>
          <p:cNvGrpSpPr/>
          <p:nvPr userDrawn="1"/>
        </p:nvGrpSpPr>
        <p:grpSpPr>
          <a:xfrm>
            <a:off x="5367320" y="1509426"/>
            <a:ext cx="1403327" cy="100800"/>
            <a:chOff x="5345460" y="1509426"/>
            <a:chExt cx="1403327" cy="100800"/>
          </a:xfrm>
        </p:grpSpPr>
        <p:grpSp>
          <p:nvGrpSpPr>
            <p:cNvPr id="11" name="Grup 10">
              <a:extLst>
                <a:ext uri="{FF2B5EF4-FFF2-40B4-BE49-F238E27FC236}">
                  <a16:creationId xmlns:a16="http://schemas.microsoft.com/office/drawing/2014/main" id="{59E4D57E-4989-4939-A31F-637543FAB606}"/>
                </a:ext>
              </a:extLst>
            </p:cNvPr>
            <p:cNvGrpSpPr/>
            <p:nvPr userDrawn="1"/>
          </p:nvGrpSpPr>
          <p:grpSpPr>
            <a:xfrm flipH="1">
              <a:off x="5345460" y="1509426"/>
              <a:ext cx="1395946" cy="100800"/>
              <a:chOff x="2124376" y="3240138"/>
              <a:chExt cx="910184" cy="100800"/>
            </a:xfrm>
          </p:grpSpPr>
          <p:cxnSp>
            <p:nvCxnSpPr>
              <p:cNvPr id="12" name="Conector drept 11">
                <a:extLst>
                  <a:ext uri="{FF2B5EF4-FFF2-40B4-BE49-F238E27FC236}">
                    <a16:creationId xmlns:a16="http://schemas.microsoft.com/office/drawing/2014/main" id="{370B72A7-B625-48B8-88E6-BCE2A4DD531E}"/>
                  </a:ext>
                </a:extLst>
              </p:cNvPr>
              <p:cNvCxnSpPr/>
              <p:nvPr userDrawn="1"/>
            </p:nvCxnSpPr>
            <p:spPr>
              <a:xfrm>
                <a:off x="2124376" y="3290538"/>
                <a:ext cx="859382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1ED729F-F8A5-4244-9776-4935C260F11F}"/>
                  </a:ext>
                </a:extLst>
              </p:cNvPr>
              <p:cNvSpPr/>
              <p:nvPr userDrawn="1"/>
            </p:nvSpPr>
            <p:spPr>
              <a:xfrm>
                <a:off x="296883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ro-RO" noProof="0" dirty="0"/>
              </a:p>
            </p:txBody>
          </p: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27C0C4F-6341-4BE0-931E-AAA6EA2AF137}"/>
                </a:ext>
              </a:extLst>
            </p:cNvPr>
            <p:cNvSpPr/>
            <p:nvPr userDrawn="1"/>
          </p:nvSpPr>
          <p:spPr>
            <a:xfrm flipH="1">
              <a:off x="6647986" y="1509426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5764489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conținut mărtur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ro-RO" noProof="0" dirty="0"/>
              <a:t>MĂRTURII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9396169" y="1375202"/>
            <a:ext cx="2795833" cy="100800"/>
            <a:chOff x="675502" y="3240138"/>
            <a:chExt cx="1745623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5502" y="3290538"/>
              <a:ext cx="1712761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2355401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40" name="Substituent text 2">
            <a:extLst>
              <a:ext uri="{FF2B5EF4-FFF2-40B4-BE49-F238E27FC236}">
                <a16:creationId xmlns:a16="http://schemas.microsoft.com/office/drawing/2014/main" id="{4A98AB01-9578-4430-96AD-F434AF0CDA2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822459" y="4996962"/>
            <a:ext cx="1625324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Titlu client</a:t>
            </a:r>
          </a:p>
        </p:txBody>
      </p:sp>
      <p:sp>
        <p:nvSpPr>
          <p:cNvPr id="41" name="Substituent text 2">
            <a:extLst>
              <a:ext uri="{FF2B5EF4-FFF2-40B4-BE49-F238E27FC236}">
                <a16:creationId xmlns:a16="http://schemas.microsoft.com/office/drawing/2014/main" id="{EF9D60F2-A1FB-4A95-997B-A4F1723AC1EC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22459" y="4191894"/>
            <a:ext cx="1625324" cy="720726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Editare coordonator</a:t>
            </a:r>
            <a:br>
              <a:rPr lang="ro-RO" noProof="0" dirty="0"/>
            </a:br>
            <a:r>
              <a:rPr lang="ro-RO" noProof="0" dirty="0"/>
              <a:t>text</a:t>
            </a:r>
          </a:p>
        </p:txBody>
      </p:sp>
      <p:sp>
        <p:nvSpPr>
          <p:cNvPr id="42" name="Substituent imagine 2">
            <a:extLst>
              <a:ext uri="{FF2B5EF4-FFF2-40B4-BE49-F238E27FC236}">
                <a16:creationId xmlns:a16="http://schemas.microsoft.com/office/drawing/2014/main" id="{76A56D2A-42F0-40C5-96D7-B1AC33152A8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447783" y="4435460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cxnSp>
        <p:nvCxnSpPr>
          <p:cNvPr id="43" name="Conector drept 42">
            <a:extLst>
              <a:ext uri="{FF2B5EF4-FFF2-40B4-BE49-F238E27FC236}">
                <a16:creationId xmlns:a16="http://schemas.microsoft.com/office/drawing/2014/main" id="{CF6D1C91-9136-4678-A712-92BE9B3902C4}"/>
              </a:ext>
            </a:extLst>
          </p:cNvPr>
          <p:cNvCxnSpPr>
            <a:cxnSpLocks/>
          </p:cNvCxnSpPr>
          <p:nvPr userDrawn="1"/>
        </p:nvCxnSpPr>
        <p:spPr>
          <a:xfrm flipV="1">
            <a:off x="3000995" y="3984820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F2D92A7B-1C40-4AEB-92C3-C35F8C01F1F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3253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 rtlCol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E312F1-B417-47B6-97E4-7CCA31034F82}"/>
              </a:ext>
            </a:extLst>
          </p:cNvPr>
          <p:cNvSpPr/>
          <p:nvPr userDrawn="1"/>
        </p:nvSpPr>
        <p:spPr>
          <a:xfrm>
            <a:off x="2950595" y="3930376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58" name="Substituent text 2">
            <a:extLst>
              <a:ext uri="{FF2B5EF4-FFF2-40B4-BE49-F238E27FC236}">
                <a16:creationId xmlns:a16="http://schemas.microsoft.com/office/drawing/2014/main" id="{13DB5D84-04D8-4536-A06B-AED76E7C51D7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586638" y="4996962"/>
            <a:ext cx="1625324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Titlu client</a:t>
            </a:r>
          </a:p>
        </p:txBody>
      </p:sp>
      <p:sp>
        <p:nvSpPr>
          <p:cNvPr id="59" name="Substituent text 2">
            <a:extLst>
              <a:ext uri="{FF2B5EF4-FFF2-40B4-BE49-F238E27FC236}">
                <a16:creationId xmlns:a16="http://schemas.microsoft.com/office/drawing/2014/main" id="{3AB0AC7E-7919-422E-95A1-82E8B125756D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4586638" y="4191894"/>
            <a:ext cx="1625324" cy="720726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Editare coordonator</a:t>
            </a:r>
            <a:br>
              <a:rPr lang="ro-RO" noProof="0" dirty="0"/>
            </a:br>
            <a:r>
              <a:rPr lang="ro-RO" noProof="0" dirty="0"/>
              <a:t>text</a:t>
            </a:r>
          </a:p>
        </p:txBody>
      </p:sp>
      <p:sp>
        <p:nvSpPr>
          <p:cNvPr id="60" name="Substituent imagine 2">
            <a:extLst>
              <a:ext uri="{FF2B5EF4-FFF2-40B4-BE49-F238E27FC236}">
                <a16:creationId xmlns:a16="http://schemas.microsoft.com/office/drawing/2014/main" id="{B44FD76B-D1AE-458B-AF32-E4AA246B0881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211962" y="4435460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cxnSp>
        <p:nvCxnSpPr>
          <p:cNvPr id="61" name="Conector drept 60">
            <a:extLst>
              <a:ext uri="{FF2B5EF4-FFF2-40B4-BE49-F238E27FC236}">
                <a16:creationId xmlns:a16="http://schemas.microsoft.com/office/drawing/2014/main" id="{07D22CD4-7F86-495D-B381-7D706058B916}"/>
              </a:ext>
            </a:extLst>
          </p:cNvPr>
          <p:cNvCxnSpPr>
            <a:cxnSpLocks/>
          </p:cNvCxnSpPr>
          <p:nvPr userDrawn="1"/>
        </p:nvCxnSpPr>
        <p:spPr>
          <a:xfrm flipV="1">
            <a:off x="6765174" y="3984820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Substituent text 3">
            <a:extLst>
              <a:ext uri="{FF2B5EF4-FFF2-40B4-BE49-F238E27FC236}">
                <a16:creationId xmlns:a16="http://schemas.microsoft.com/office/drawing/2014/main" id="{1BA0EB90-BA97-4A18-AD3D-1E839B636DE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567432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 rtlCol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D057A87-963C-4F8A-BD4C-959BF8AF699B}"/>
              </a:ext>
            </a:extLst>
          </p:cNvPr>
          <p:cNvSpPr/>
          <p:nvPr userDrawn="1"/>
        </p:nvSpPr>
        <p:spPr>
          <a:xfrm>
            <a:off x="6714774" y="3930376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64" name="Substituent text 2">
            <a:extLst>
              <a:ext uri="{FF2B5EF4-FFF2-40B4-BE49-F238E27FC236}">
                <a16:creationId xmlns:a16="http://schemas.microsoft.com/office/drawing/2014/main" id="{B6BAFE05-9EC0-4C3C-AB0F-89A83361452F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8350818" y="4992196"/>
            <a:ext cx="1625324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Titlu client</a:t>
            </a:r>
          </a:p>
        </p:txBody>
      </p:sp>
      <p:sp>
        <p:nvSpPr>
          <p:cNvPr id="65" name="Substituent text 2">
            <a:extLst>
              <a:ext uri="{FF2B5EF4-FFF2-40B4-BE49-F238E27FC236}">
                <a16:creationId xmlns:a16="http://schemas.microsoft.com/office/drawing/2014/main" id="{290BF8E2-78CA-4427-9231-3C5EDC272DEE}"/>
              </a:ext>
            </a:extLst>
          </p:cNvPr>
          <p:cNvSpPr>
            <a:spLocks noGrp="1"/>
          </p:cNvSpPr>
          <p:nvPr>
            <p:ph type="body" idx="55" hasCustomPrompt="1"/>
          </p:nvPr>
        </p:nvSpPr>
        <p:spPr>
          <a:xfrm>
            <a:off x="8350818" y="4187128"/>
            <a:ext cx="1625324" cy="720726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Editare coordonator</a:t>
            </a:r>
            <a:br>
              <a:rPr lang="ro-RO" noProof="0" dirty="0"/>
            </a:br>
            <a:r>
              <a:rPr lang="ro-RO" noProof="0" dirty="0"/>
              <a:t>text</a:t>
            </a:r>
          </a:p>
        </p:txBody>
      </p:sp>
      <p:sp>
        <p:nvSpPr>
          <p:cNvPr id="66" name="Substituent imagine 2">
            <a:extLst>
              <a:ext uri="{FF2B5EF4-FFF2-40B4-BE49-F238E27FC236}">
                <a16:creationId xmlns:a16="http://schemas.microsoft.com/office/drawing/2014/main" id="{ACA8732F-AB9E-4253-BB5A-5ADD5BA9B15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976142" y="4430694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cxnSp>
        <p:nvCxnSpPr>
          <p:cNvPr id="67" name="Conector drept 66">
            <a:extLst>
              <a:ext uri="{FF2B5EF4-FFF2-40B4-BE49-F238E27FC236}">
                <a16:creationId xmlns:a16="http://schemas.microsoft.com/office/drawing/2014/main" id="{BB9A566A-8C97-4AE6-B9EF-701587499889}"/>
              </a:ext>
            </a:extLst>
          </p:cNvPr>
          <p:cNvCxnSpPr>
            <a:cxnSpLocks/>
          </p:cNvCxnSpPr>
          <p:nvPr userDrawn="1"/>
        </p:nvCxnSpPr>
        <p:spPr>
          <a:xfrm flipV="1">
            <a:off x="10529354" y="3980054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Substituent text 3">
            <a:extLst>
              <a:ext uri="{FF2B5EF4-FFF2-40B4-BE49-F238E27FC236}">
                <a16:creationId xmlns:a16="http://schemas.microsoft.com/office/drawing/2014/main" id="{45B69021-5E85-4B37-B529-366AC57512F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331612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 rtlCol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407CD49-808A-445A-96C0-E3083C9FB390}"/>
              </a:ext>
            </a:extLst>
          </p:cNvPr>
          <p:cNvSpPr/>
          <p:nvPr userDrawn="1"/>
        </p:nvSpPr>
        <p:spPr>
          <a:xfrm>
            <a:off x="10478954" y="3925610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8641312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conținut de studiu de ca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980591"/>
            <a:ext cx="4187903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STUDIU DE CAZ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610893"/>
            <a:ext cx="4168311" cy="189753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319328"/>
            <a:ext cx="3877785" cy="100800"/>
            <a:chOff x="-1228304" y="3240138"/>
            <a:chExt cx="3877785" cy="100800"/>
          </a:xfrm>
        </p:grpSpPr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797643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548681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ubstituent text 2">
            <a:extLst>
              <a:ext uri="{FF2B5EF4-FFF2-40B4-BE49-F238E27FC236}">
                <a16:creationId xmlns:a16="http://schemas.microsoft.com/office/drawing/2014/main" id="{82DA762C-1D45-43AA-9DB3-3D8DBE3EACF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267325" y="1126345"/>
            <a:ext cx="6086475" cy="2662466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8" name="Substituent text 2">
            <a:extLst>
              <a:ext uri="{FF2B5EF4-FFF2-40B4-BE49-F238E27FC236}">
                <a16:creationId xmlns:a16="http://schemas.microsoft.com/office/drawing/2014/main" id="{4C3C1BF4-C955-4D71-87E4-BE0F7B61957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5269967" y="3909256"/>
            <a:ext cx="6086475" cy="1822399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</p:spTree>
    <p:extLst>
      <p:ext uri="{BB962C8B-B14F-4D97-AF65-F5344CB8AC3E}">
        <p14:creationId xmlns:p14="http://schemas.microsoft.com/office/powerpoint/2010/main" val="22059565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telefon mobil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94387"/>
            <a:ext cx="5314072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ro-RO" noProof="0" dirty="0"/>
              <a:t>FACEȚI CLIC PENTRU A EDITA TITLUL</a:t>
            </a:r>
          </a:p>
        </p:txBody>
      </p:sp>
      <p:sp>
        <p:nvSpPr>
          <p:cNvPr id="9" name="Substituent text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2212679"/>
            <a:ext cx="5292725" cy="978407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970230"/>
            <a:ext cx="6096000" cy="100800"/>
            <a:chOff x="646015" y="3248308"/>
            <a:chExt cx="3107749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3" name="Substituent text 2">
            <a:extLst>
              <a:ext uri="{FF2B5EF4-FFF2-40B4-BE49-F238E27FC236}">
                <a16:creationId xmlns:a16="http://schemas.microsoft.com/office/drawing/2014/main" id="{ABD2EF23-562D-4049-92E3-48371C9E83A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098826" y="3335524"/>
            <a:ext cx="5311245" cy="2248846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496B07E0-C579-4C5F-9AD4-6AF791562924}"/>
              </a:ext>
            </a:extLst>
          </p:cNvPr>
          <p:cNvSpPr/>
          <p:nvPr userDrawn="1"/>
        </p:nvSpPr>
        <p:spPr>
          <a:xfrm>
            <a:off x="963549" y="1819285"/>
            <a:ext cx="4306824" cy="3648456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95" b="-19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21" name="Substituent imagine 2">
            <a:extLst>
              <a:ext uri="{FF2B5EF4-FFF2-40B4-BE49-F238E27FC236}">
                <a16:creationId xmlns:a16="http://schemas.microsoft.com/office/drawing/2014/main" id="{D5639F99-011E-49CF-8ABD-A4DB4439FB4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15505" y="1976894"/>
            <a:ext cx="1819656" cy="3108960"/>
          </a:xfrm>
          <a:ln w="254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22" name="Substituent imagine 2">
            <a:extLst>
              <a:ext uri="{FF2B5EF4-FFF2-40B4-BE49-F238E27FC236}">
                <a16:creationId xmlns:a16="http://schemas.microsoft.com/office/drawing/2014/main" id="{028483B2-B562-448D-AEE1-556BC9366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102188" y="3517926"/>
            <a:ext cx="2057400" cy="1819656"/>
          </a:xfrm>
          <a:ln w="254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195763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Dreptunghi 34">
            <a:extLst>
              <a:ext uri="{FF2B5EF4-FFF2-40B4-BE49-F238E27FC236}">
                <a16:creationId xmlns:a16="http://schemas.microsoft.com/office/drawing/2014/main" id="{42737603-04DB-411C-B2D9-BDFF9AEE89D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1" name="Substituent text 3">
            <a:extLst>
              <a:ext uri="{FF2B5EF4-FFF2-40B4-BE49-F238E27FC236}">
                <a16:creationId xmlns:a16="http://schemas.microsoft.com/office/drawing/2014/main" id="{605A03A4-E79C-49C5-A546-FF8E2D42E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3319" y="3054194"/>
            <a:ext cx="1645920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22" name="Substituent text 3">
            <a:extLst>
              <a:ext uri="{FF2B5EF4-FFF2-40B4-BE49-F238E27FC236}">
                <a16:creationId xmlns:a16="http://schemas.microsoft.com/office/drawing/2014/main" id="{9EA27EF7-FC6B-496C-B737-B9219950367E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1384584" y="2023761"/>
            <a:ext cx="2469965" cy="982274"/>
          </a:xfrm>
        </p:spPr>
        <p:txBody>
          <a:bodyPr lIns="0" rIns="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o-RO" noProof="0" dirty="0"/>
              <a:t>Stiluri text coordonator</a:t>
            </a:r>
            <a:br>
              <a:rPr lang="ro-RO" noProof="0" dirty="0"/>
            </a:br>
            <a:r>
              <a:rPr lang="ro-RO" noProof="0" dirty="0"/>
              <a:t> </a:t>
            </a:r>
          </a:p>
        </p:txBody>
      </p:sp>
      <p:sp>
        <p:nvSpPr>
          <p:cNvPr id="23" name="Substituent text 3">
            <a:extLst>
              <a:ext uri="{FF2B5EF4-FFF2-40B4-BE49-F238E27FC236}">
                <a16:creationId xmlns:a16="http://schemas.microsoft.com/office/drawing/2014/main" id="{6C0E2C30-6E91-49DE-B7A1-6E32A19EC81D}"/>
              </a:ext>
            </a:extLst>
          </p:cNvPr>
          <p:cNvSpPr>
            <a:spLocks noGrp="1"/>
          </p:cNvSpPr>
          <p:nvPr>
            <p:ph type="body" sz="half" idx="36"/>
          </p:nvPr>
        </p:nvSpPr>
        <p:spPr>
          <a:xfrm>
            <a:off x="2596444" y="3054194"/>
            <a:ext cx="1389888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o-RO" noProof="0"/>
              <a:t>Faceţi clic pentru a edita Master stiluri text</a:t>
            </a:r>
          </a:p>
        </p:txBody>
      </p:sp>
      <p:sp>
        <p:nvSpPr>
          <p:cNvPr id="24" name="Substituent imagine 12">
            <a:extLst>
              <a:ext uri="{FF2B5EF4-FFF2-40B4-BE49-F238E27FC236}">
                <a16:creationId xmlns:a16="http://schemas.microsoft.com/office/drawing/2014/main" id="{70BE5E73-C067-492F-BE30-5E3DADAD40EF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75852" y="3731781"/>
            <a:ext cx="1636776" cy="161848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25" name="Substituent imagine 12">
            <a:extLst>
              <a:ext uri="{FF2B5EF4-FFF2-40B4-BE49-F238E27FC236}">
                <a16:creationId xmlns:a16="http://schemas.microsoft.com/office/drawing/2014/main" id="{36A9B448-4FDC-41F7-941E-5BF5A129057A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499831" y="3731781"/>
            <a:ext cx="1636776" cy="161848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26" name="Substituent text 3">
            <a:extLst>
              <a:ext uri="{FF2B5EF4-FFF2-40B4-BE49-F238E27FC236}">
                <a16:creationId xmlns:a16="http://schemas.microsoft.com/office/drawing/2014/main" id="{90B3A413-8776-4B3B-931F-C132DAB3A425}"/>
              </a:ext>
            </a:extLst>
          </p:cNvPr>
          <p:cNvSpPr>
            <a:spLocks noGrp="1"/>
          </p:cNvSpPr>
          <p:nvPr>
            <p:ph type="body" sz="half" idx="39"/>
          </p:nvPr>
        </p:nvSpPr>
        <p:spPr>
          <a:xfrm>
            <a:off x="4940427" y="3054194"/>
            <a:ext cx="2113508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o-RO" noProof="0"/>
              <a:t>Faceţi clic pentru a edita Master stiluri text</a:t>
            </a:r>
          </a:p>
        </p:txBody>
      </p:sp>
      <p:sp>
        <p:nvSpPr>
          <p:cNvPr id="27" name="Substituent text 3">
            <a:extLst>
              <a:ext uri="{FF2B5EF4-FFF2-40B4-BE49-F238E27FC236}">
                <a16:creationId xmlns:a16="http://schemas.microsoft.com/office/drawing/2014/main" id="{BAD0CCD5-B712-4DB2-BFE3-4D3461B29F6D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5494328" y="2023761"/>
            <a:ext cx="1943702" cy="982274"/>
          </a:xfrm>
        </p:spPr>
        <p:txBody>
          <a:bodyPr lIns="0" rIns="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o-RO" noProof="0" dirty="0"/>
              <a:t>Stiluri text coordonator</a:t>
            </a:r>
            <a:br>
              <a:rPr lang="ro-RO" noProof="0" dirty="0"/>
            </a:br>
            <a:r>
              <a:rPr lang="ro-RO" noProof="0" dirty="0"/>
              <a:t> </a:t>
            </a:r>
          </a:p>
        </p:txBody>
      </p:sp>
      <p:sp>
        <p:nvSpPr>
          <p:cNvPr id="28" name="Substituent imagine 12">
            <a:extLst>
              <a:ext uri="{FF2B5EF4-FFF2-40B4-BE49-F238E27FC236}">
                <a16:creationId xmlns:a16="http://schemas.microsoft.com/office/drawing/2014/main" id="{64125935-B0D3-4ABD-9BBA-A60E46D2C55C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946407" y="3731781"/>
            <a:ext cx="2048256" cy="896112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29" name="Substituent text 3">
            <a:extLst>
              <a:ext uri="{FF2B5EF4-FFF2-40B4-BE49-F238E27FC236}">
                <a16:creationId xmlns:a16="http://schemas.microsoft.com/office/drawing/2014/main" id="{47D3BA4D-FA26-44C8-B927-E42CC8E67B79}"/>
              </a:ext>
            </a:extLst>
          </p:cNvPr>
          <p:cNvSpPr>
            <a:spLocks noGrp="1"/>
          </p:cNvSpPr>
          <p:nvPr>
            <p:ph type="body" sz="half" idx="45"/>
          </p:nvPr>
        </p:nvSpPr>
        <p:spPr>
          <a:xfrm>
            <a:off x="7900319" y="3054194"/>
            <a:ext cx="2197045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o-RO" noProof="0"/>
              <a:t>Faceţi clic pentru a edita Master stiluri text</a:t>
            </a:r>
          </a:p>
        </p:txBody>
      </p:sp>
      <p:sp>
        <p:nvSpPr>
          <p:cNvPr id="30" name="Substituent text 3">
            <a:extLst>
              <a:ext uri="{FF2B5EF4-FFF2-40B4-BE49-F238E27FC236}">
                <a16:creationId xmlns:a16="http://schemas.microsoft.com/office/drawing/2014/main" id="{2D2A84D7-2523-470B-A3C0-0140355D4F68}"/>
              </a:ext>
            </a:extLst>
          </p:cNvPr>
          <p:cNvSpPr>
            <a:spLocks noGrp="1"/>
          </p:cNvSpPr>
          <p:nvPr>
            <p:ph type="body" sz="half" idx="46" hasCustomPrompt="1"/>
          </p:nvPr>
        </p:nvSpPr>
        <p:spPr>
          <a:xfrm>
            <a:off x="8454220" y="2023761"/>
            <a:ext cx="1943702" cy="982274"/>
          </a:xfrm>
        </p:spPr>
        <p:txBody>
          <a:bodyPr lIns="0" rIns="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o-RO" noProof="0" dirty="0"/>
              <a:t>Stiluri text coordonator</a:t>
            </a:r>
            <a:br>
              <a:rPr lang="ro-RO" noProof="0" dirty="0"/>
            </a:br>
            <a:r>
              <a:rPr lang="ro-RO" noProof="0" dirty="0"/>
              <a:t> </a:t>
            </a:r>
          </a:p>
        </p:txBody>
      </p:sp>
      <p:sp>
        <p:nvSpPr>
          <p:cNvPr id="32" name="Substituent text 3">
            <a:extLst>
              <a:ext uri="{FF2B5EF4-FFF2-40B4-BE49-F238E27FC236}">
                <a16:creationId xmlns:a16="http://schemas.microsoft.com/office/drawing/2014/main" id="{55D1A91B-BB99-4DC7-B8F5-55514B49A9D1}"/>
              </a:ext>
            </a:extLst>
          </p:cNvPr>
          <p:cNvSpPr>
            <a:spLocks noGrp="1"/>
          </p:cNvSpPr>
          <p:nvPr>
            <p:ph type="body" sz="half" idx="49"/>
          </p:nvPr>
        </p:nvSpPr>
        <p:spPr>
          <a:xfrm>
            <a:off x="7900319" y="4671712"/>
            <a:ext cx="2223939" cy="519503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o-RO" noProof="0"/>
              <a:t>Faceţi clic pentru a edita Master stiluri text</a:t>
            </a:r>
          </a:p>
        </p:txBody>
      </p:sp>
      <p:sp>
        <p:nvSpPr>
          <p:cNvPr id="33" name="Substituent text 3">
            <a:extLst>
              <a:ext uri="{FF2B5EF4-FFF2-40B4-BE49-F238E27FC236}">
                <a16:creationId xmlns:a16="http://schemas.microsoft.com/office/drawing/2014/main" id="{FFAB2C75-BBBF-4A4D-A633-7CEFFABAFE32}"/>
              </a:ext>
            </a:extLst>
          </p:cNvPr>
          <p:cNvSpPr>
            <a:spLocks noGrp="1"/>
          </p:cNvSpPr>
          <p:nvPr>
            <p:ph type="body" sz="half" idx="51"/>
          </p:nvPr>
        </p:nvSpPr>
        <p:spPr>
          <a:xfrm>
            <a:off x="4940427" y="4830765"/>
            <a:ext cx="2048256" cy="519503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o-RO" noProof="0"/>
              <a:t>Faceţi clic pentru a edita Master stiluri text</a:t>
            </a:r>
          </a:p>
        </p:txBody>
      </p:sp>
      <p:sp>
        <p:nvSpPr>
          <p:cNvPr id="34" name="Substituent text 7">
            <a:extLst>
              <a:ext uri="{FF2B5EF4-FFF2-40B4-BE49-F238E27FC236}">
                <a16:creationId xmlns:a16="http://schemas.microsoft.com/office/drawing/2014/main" id="{83CD3289-0FBC-4854-8EB2-ADD41F89CA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3358" y="2023413"/>
            <a:ext cx="558402" cy="896112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sz="7000" b="1">
                <a:ln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1</a:t>
            </a:r>
          </a:p>
        </p:txBody>
      </p:sp>
      <p:sp>
        <p:nvSpPr>
          <p:cNvPr id="36" name="Substituent text 7">
            <a:extLst>
              <a:ext uri="{FF2B5EF4-FFF2-40B4-BE49-F238E27FC236}">
                <a16:creationId xmlns:a16="http://schemas.microsoft.com/office/drawing/2014/main" id="{2F18CD59-6602-4DEC-9B12-412E6BAF928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912823" y="1999493"/>
            <a:ext cx="558402" cy="896112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lang="ru-RU" sz="7000" b="1" kern="1200" dirty="0">
                <a:ln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o-RO" noProof="0" dirty="0"/>
              <a:t>1</a:t>
            </a:r>
          </a:p>
        </p:txBody>
      </p:sp>
      <p:sp>
        <p:nvSpPr>
          <p:cNvPr id="37" name="Substituent text 7">
            <a:extLst>
              <a:ext uri="{FF2B5EF4-FFF2-40B4-BE49-F238E27FC236}">
                <a16:creationId xmlns:a16="http://schemas.microsoft.com/office/drawing/2014/main" id="{88B09568-0B94-4B51-BE65-A72C65C3D7D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73424" y="2002966"/>
            <a:ext cx="558402" cy="896112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lang="ru-RU" sz="7000" b="1" kern="1200" dirty="0">
                <a:ln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o-RO" noProof="0" dirty="0"/>
              <a:t>1</a:t>
            </a:r>
          </a:p>
        </p:txBody>
      </p:sp>
      <p:sp>
        <p:nvSpPr>
          <p:cNvPr id="40" name="Substituent text 3">
            <a:extLst>
              <a:ext uri="{FF2B5EF4-FFF2-40B4-BE49-F238E27FC236}">
                <a16:creationId xmlns:a16="http://schemas.microsoft.com/office/drawing/2014/main" id="{315834F5-9ACD-4898-B96E-8C732881FF01}"/>
              </a:ext>
            </a:extLst>
          </p:cNvPr>
          <p:cNvSpPr>
            <a:spLocks noGrp="1"/>
          </p:cNvSpPr>
          <p:nvPr>
            <p:ph type="body" sz="half" idx="50"/>
          </p:nvPr>
        </p:nvSpPr>
        <p:spPr>
          <a:xfrm>
            <a:off x="2359124" y="5706529"/>
            <a:ext cx="8993089" cy="365122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38" name="Titlu 1">
            <a:extLst>
              <a:ext uri="{FF2B5EF4-FFF2-40B4-BE49-F238E27FC236}">
                <a16:creationId xmlns:a16="http://schemas.microsoft.com/office/drawing/2014/main" id="{7E5CF6DE-4761-4BA5-A429-30AC8BBAD4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9" y="780001"/>
            <a:ext cx="10512424" cy="606677"/>
          </a:xfrm>
        </p:spPr>
        <p:txBody>
          <a:bodyPr lIns="0" tIns="0" rIns="0" bIns="0" rtlCol="0" anchor="t" anchorCtr="0">
            <a:normAutofit/>
          </a:bodyPr>
          <a:lstStyle>
            <a:lvl1pPr marL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b="1" kern="1200" dirty="0">
                <a:solidFill>
                  <a:schemeClr val="bg2"/>
                </a:solidFill>
                <a:latin typeface="Tahoma" panose="020B060403050404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o-RO" noProof="0" dirty="0"/>
              <a:t>CUM SĂ UTILIZAȚI ACEST ȘABLON</a:t>
            </a:r>
          </a:p>
        </p:txBody>
      </p:sp>
      <p:sp>
        <p:nvSpPr>
          <p:cNvPr id="41" name="Substituent imagine 9">
            <a:extLst>
              <a:ext uri="{FF2B5EF4-FFF2-40B4-BE49-F238E27FC236}">
                <a16:creationId xmlns:a16="http://schemas.microsoft.com/office/drawing/2014/main" id="{8A4896B5-1C5E-47F0-8F0C-4EF97E356C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00319" y="3779907"/>
            <a:ext cx="1481328" cy="7589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31" name="Grup 30">
            <a:extLst>
              <a:ext uri="{FF2B5EF4-FFF2-40B4-BE49-F238E27FC236}">
                <a16:creationId xmlns:a16="http://schemas.microsoft.com/office/drawing/2014/main" id="{D87F4783-C8BA-411C-A188-4A4DAED10C02}"/>
              </a:ext>
            </a:extLst>
          </p:cNvPr>
          <p:cNvGrpSpPr/>
          <p:nvPr userDrawn="1"/>
        </p:nvGrpSpPr>
        <p:grpSpPr>
          <a:xfrm flipH="1">
            <a:off x="4416000" y="1375202"/>
            <a:ext cx="7776000" cy="100800"/>
            <a:chOff x="-322289" y="3240138"/>
            <a:chExt cx="5070122" cy="100800"/>
          </a:xfrm>
        </p:grpSpPr>
        <p:cxnSp>
          <p:nvCxnSpPr>
            <p:cNvPr id="39" name="Conector drept 38">
              <a:extLst>
                <a:ext uri="{FF2B5EF4-FFF2-40B4-BE49-F238E27FC236}">
                  <a16:creationId xmlns:a16="http://schemas.microsoft.com/office/drawing/2014/main" id="{959A2713-966D-4694-A067-D6BE1B2986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22289" y="3290538"/>
              <a:ext cx="5070122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CA15F19-C2FE-4F13-9359-69E884CA83B9}"/>
                </a:ext>
              </a:extLst>
            </p:cNvPr>
            <p:cNvSpPr/>
            <p:nvPr userDrawn="1"/>
          </p:nvSpPr>
          <p:spPr>
            <a:xfrm>
              <a:off x="4682109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2535776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278196A9-689D-4410-BFC0-7ACB19755A0C}"/>
              </a:ext>
            </a:extLst>
          </p:cNvPr>
          <p:cNvSpPr/>
          <p:nvPr userDrawn="1"/>
        </p:nvSpPr>
        <p:spPr>
          <a:xfrm>
            <a:off x="0" y="0"/>
            <a:ext cx="12192000" cy="4416552"/>
          </a:xfrm>
          <a:prstGeom prst="rect">
            <a:avLst/>
          </a:prstGeom>
          <a:blipFill>
            <a:blip r:embed="rId2"/>
            <a:srcRect/>
            <a:stretch>
              <a:fillRect l="-842" r="-84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129BFEAD-57CF-438A-8084-C5AC7F47E5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2986"/>
            <a:ext cx="9144000" cy="1786094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ro-RO" noProof="0" dirty="0"/>
              <a:t>FACEȚI CLIC PENTRU A EDITA STILUL DE 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E17A3CB-B083-4E49-9123-A5E47559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A8C4102C-4609-416C-A808-0FFE0051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D7BCC5D-6F2C-472F-BD4C-4096793D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7BE854BB-FA44-4CAB-85DF-F5C412560348}"/>
              </a:ext>
            </a:extLst>
          </p:cNvPr>
          <p:cNvSpPr/>
          <p:nvPr userDrawn="1"/>
        </p:nvSpPr>
        <p:spPr>
          <a:xfrm>
            <a:off x="0" y="4416552"/>
            <a:ext cx="12192000" cy="244144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389BFFF1-5465-4317-B9DB-C23A5B1D7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4696"/>
            <a:ext cx="9144000" cy="45979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o-RO" noProof="0"/>
              <a:t>Faceți clic pentru a edita stilul de subtitlu coordonator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676B4374-8F24-43DE-860D-E5C6EA850AB4}"/>
              </a:ext>
            </a:extLst>
          </p:cNvPr>
          <p:cNvGrpSpPr/>
          <p:nvPr userDrawn="1"/>
        </p:nvGrpSpPr>
        <p:grpSpPr>
          <a:xfrm>
            <a:off x="3619265" y="2253996"/>
            <a:ext cx="4953471" cy="100584"/>
            <a:chOff x="3631692" y="2253996"/>
            <a:chExt cx="4953471" cy="10058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85C7755-9394-4129-AB48-1AC32DA80C75}"/>
                </a:ext>
              </a:extLst>
            </p:cNvPr>
            <p:cNvSpPr/>
            <p:nvPr userDrawn="1"/>
          </p:nvSpPr>
          <p:spPr>
            <a:xfrm>
              <a:off x="3631692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64C71ABE-575A-48CF-82B1-EDE8535F3993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3C1EA63-78B2-4715-B4DC-63D98AC7F354}"/>
                </a:ext>
              </a:extLst>
            </p:cNvPr>
            <p:cNvSpPr/>
            <p:nvPr userDrawn="1"/>
          </p:nvSpPr>
          <p:spPr>
            <a:xfrm>
              <a:off x="8484579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</p:grpSp>
      <p:grpSp>
        <p:nvGrpSpPr>
          <p:cNvPr id="16" name="Grup 15">
            <a:extLst>
              <a:ext uri="{FF2B5EF4-FFF2-40B4-BE49-F238E27FC236}">
                <a16:creationId xmlns:a16="http://schemas.microsoft.com/office/drawing/2014/main" id="{E9BB74A1-0BEA-4AD8-8138-0641A45D8B40}"/>
              </a:ext>
            </a:extLst>
          </p:cNvPr>
          <p:cNvGrpSpPr/>
          <p:nvPr userDrawn="1"/>
        </p:nvGrpSpPr>
        <p:grpSpPr>
          <a:xfrm>
            <a:off x="4652581" y="5305363"/>
            <a:ext cx="2886839" cy="100584"/>
            <a:chOff x="3631690" y="2253996"/>
            <a:chExt cx="5028467" cy="10058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3D0026E-5270-4C52-A1AF-5631E8192DCD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  <p:cxnSp>
          <p:nvCxnSpPr>
            <p:cNvPr id="18" name="Conector drept 17">
              <a:extLst>
                <a:ext uri="{FF2B5EF4-FFF2-40B4-BE49-F238E27FC236}">
                  <a16:creationId xmlns:a16="http://schemas.microsoft.com/office/drawing/2014/main" id="{A6085D92-5F70-4097-A2FF-C15B13788D0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E68EB6C-48D0-4EBF-8541-926D16790F52}"/>
                </a:ext>
              </a:extLst>
            </p:cNvPr>
            <p:cNvSpPr/>
            <p:nvPr userDrawn="1"/>
          </p:nvSpPr>
          <p:spPr>
            <a:xfrm>
              <a:off x="8484578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641896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45015858-8549-49EA-BB83-070E0D9D4890}"/>
              </a:ext>
            </a:extLst>
          </p:cNvPr>
          <p:cNvSpPr/>
          <p:nvPr userDrawn="1"/>
        </p:nvSpPr>
        <p:spPr>
          <a:xfrm>
            <a:off x="6083808" y="0"/>
            <a:ext cx="6108192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2206FBAC-B8FD-4768-B682-E0B93BA33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9768" y="2133599"/>
            <a:ext cx="4618957" cy="2492461"/>
          </a:xfrm>
        </p:spPr>
        <p:txBody>
          <a:bodyPr lIns="0" tIns="0" rIns="0" bIns="0" rtlCol="0" anchor="b" anchorCtr="0">
            <a:noAutofit/>
          </a:bodyPr>
          <a:lstStyle>
            <a:lvl1pPr>
              <a:defRPr sz="6000"/>
            </a:lvl1pPr>
          </a:lstStyle>
          <a:p>
            <a:pPr rtl="0"/>
            <a:r>
              <a:rPr lang="ro-RO" noProof="0" dirty="0"/>
              <a:t>PREZENTARE</a:t>
            </a:r>
            <a:br>
              <a:rPr lang="ro-RO" noProof="0" dirty="0"/>
            </a:br>
            <a:r>
              <a:rPr lang="ro-RO" noProof="0" dirty="0"/>
              <a:t>TITLU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472534F-03A6-408A-9BF1-303D0A44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0A24E181-0C50-4F43-A5A7-6FDD1500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13A749CC-EB55-4FEF-AA4C-9A9C6E2A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6F3E26A6-6962-4A35-AA86-805537D45296}"/>
              </a:ext>
            </a:extLst>
          </p:cNvPr>
          <p:cNvGrpSpPr/>
          <p:nvPr userDrawn="1"/>
        </p:nvGrpSpPr>
        <p:grpSpPr>
          <a:xfrm>
            <a:off x="6769768" y="1947412"/>
            <a:ext cx="2520148" cy="102440"/>
            <a:chOff x="3631690" y="2252140"/>
            <a:chExt cx="4389743" cy="1024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1504C4-12AC-4251-8E47-0089784BDB9B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  <p:cxnSp>
          <p:nvCxnSpPr>
            <p:cNvPr id="11" name="Conector drept 10">
              <a:extLst>
                <a:ext uri="{FF2B5EF4-FFF2-40B4-BE49-F238E27FC236}">
                  <a16:creationId xmlns:a16="http://schemas.microsoft.com/office/drawing/2014/main" id="{192040D0-01C2-4643-8F84-3B8F334E545C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5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ED601E9-2BFC-460B-A2A8-69A787A4988E}"/>
                </a:ext>
              </a:extLst>
            </p:cNvPr>
            <p:cNvSpPr/>
            <p:nvPr userDrawn="1"/>
          </p:nvSpPr>
          <p:spPr>
            <a:xfrm>
              <a:off x="7845854" y="2252140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</p:grpSp>
      <p:grpSp>
        <p:nvGrpSpPr>
          <p:cNvPr id="13" name="Grup 12">
            <a:extLst>
              <a:ext uri="{FF2B5EF4-FFF2-40B4-BE49-F238E27FC236}">
                <a16:creationId xmlns:a16="http://schemas.microsoft.com/office/drawing/2014/main" id="{BB49A8A6-FEDB-4D20-B581-A84DB8EFE977}"/>
              </a:ext>
            </a:extLst>
          </p:cNvPr>
          <p:cNvGrpSpPr/>
          <p:nvPr userDrawn="1"/>
        </p:nvGrpSpPr>
        <p:grpSpPr>
          <a:xfrm>
            <a:off x="6769768" y="4654084"/>
            <a:ext cx="2520148" cy="100584"/>
            <a:chOff x="3631690" y="2253996"/>
            <a:chExt cx="4389742" cy="100584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F65998-5EC3-446A-8307-1CF81A348CE3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  <p:cxnSp>
          <p:nvCxnSpPr>
            <p:cNvPr id="15" name="Conector drept 14">
              <a:extLst>
                <a:ext uri="{FF2B5EF4-FFF2-40B4-BE49-F238E27FC236}">
                  <a16:creationId xmlns:a16="http://schemas.microsoft.com/office/drawing/2014/main" id="{7CC5D776-F60A-4A0C-AA7C-EFACDA2CEA8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4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EAFE309-55C5-409C-92ED-748307C74318}"/>
                </a:ext>
              </a:extLst>
            </p:cNvPr>
            <p:cNvSpPr/>
            <p:nvPr userDrawn="1"/>
          </p:nvSpPr>
          <p:spPr>
            <a:xfrm>
              <a:off x="7845853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7" name="Subtitlu 2">
            <a:extLst>
              <a:ext uri="{FF2B5EF4-FFF2-40B4-BE49-F238E27FC236}">
                <a16:creationId xmlns:a16="http://schemas.microsoft.com/office/drawing/2014/main" id="{5B77B20B-76F5-4912-803D-5709F730D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767" y="4889444"/>
            <a:ext cx="4618957" cy="590626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o-RO" noProof="0"/>
              <a:t>Faceți clic pentru a edita stilul de subtitlu coordonator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791958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  <p:sp>
        <p:nvSpPr>
          <p:cNvPr id="6" name="Substituent conținut 2">
            <a:extLst>
              <a:ext uri="{FF2B5EF4-FFF2-40B4-BE49-F238E27FC236}">
                <a16:creationId xmlns:a16="http://schemas.microsoft.com/office/drawing/2014/main" id="{DEA943F6-C418-4339-8C7E-A12127BDE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777"/>
            <a:ext cx="10515600" cy="4534293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7844681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reptunghi 8">
            <a:extLst>
              <a:ext uri="{FF2B5EF4-FFF2-40B4-BE49-F238E27FC236}">
                <a16:creationId xmlns:a16="http://schemas.microsoft.com/office/drawing/2014/main" id="{8B6FE9A2-5CE4-4652-97CE-3FF947D548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  <p:sp>
        <p:nvSpPr>
          <p:cNvPr id="7" name="Substituent conținut 2">
            <a:extLst>
              <a:ext uri="{FF2B5EF4-FFF2-40B4-BE49-F238E27FC236}">
                <a16:creationId xmlns:a16="http://schemas.microsoft.com/office/drawing/2014/main" id="{3FD6D4E1-CC57-4556-9CB7-31B375477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9497"/>
            <a:ext cx="5181600" cy="4543719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  <p:sp>
        <p:nvSpPr>
          <p:cNvPr id="8" name="Substituent conținut 3">
            <a:extLst>
              <a:ext uri="{FF2B5EF4-FFF2-40B4-BE49-F238E27FC236}">
                <a16:creationId xmlns:a16="http://schemas.microsoft.com/office/drawing/2014/main" id="{2AE7A31C-D605-4363-B037-1938B9304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59497"/>
            <a:ext cx="5181600" cy="4543719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8849159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reptunghi 10">
            <a:extLst>
              <a:ext uri="{FF2B5EF4-FFF2-40B4-BE49-F238E27FC236}">
                <a16:creationId xmlns:a16="http://schemas.microsoft.com/office/drawing/2014/main" id="{A4B5E40D-C1A5-4C5A-BBA0-C3E41F028D0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  <p:sp>
        <p:nvSpPr>
          <p:cNvPr id="7" name="Substituent text 2">
            <a:extLst>
              <a:ext uri="{FF2B5EF4-FFF2-40B4-BE49-F238E27FC236}">
                <a16:creationId xmlns:a16="http://schemas.microsoft.com/office/drawing/2014/main" id="{85C650EE-495E-44EB-870B-AC85B18EB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56955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Tahom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8" name="Substituent conținut 3">
            <a:extLst>
              <a:ext uri="{FF2B5EF4-FFF2-40B4-BE49-F238E27FC236}">
                <a16:creationId xmlns:a16="http://schemas.microsoft.com/office/drawing/2014/main" id="{77DCC2A5-8A6A-431F-BD6C-93E32539A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03414"/>
            <a:ext cx="5157787" cy="3397631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  <p:sp>
        <p:nvSpPr>
          <p:cNvPr id="9" name="Substituent text 4">
            <a:extLst>
              <a:ext uri="{FF2B5EF4-FFF2-40B4-BE49-F238E27FC236}">
                <a16:creationId xmlns:a16="http://schemas.microsoft.com/office/drawing/2014/main" id="{7FE620E9-8AD3-4771-8897-E65B461E2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56955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Tahom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10" name="Substituent conținut 5">
            <a:extLst>
              <a:ext uri="{FF2B5EF4-FFF2-40B4-BE49-F238E27FC236}">
                <a16:creationId xmlns:a16="http://schemas.microsoft.com/office/drawing/2014/main" id="{B75F265B-9F81-4A64-A8D4-7D0A31CEA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03414"/>
            <a:ext cx="5183188" cy="3397631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1408030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8A02905C-2C7D-4445-B47F-3EBBA446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9" name="Substituent text 3">
            <a:extLst>
              <a:ext uri="{FF2B5EF4-FFF2-40B4-BE49-F238E27FC236}">
                <a16:creationId xmlns:a16="http://schemas.microsoft.com/office/drawing/2014/main" id="{17BC8A51-D50F-4F98-9402-8FF90BD2D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10" name="Substituent conținut 2">
            <a:extLst>
              <a:ext uri="{FF2B5EF4-FFF2-40B4-BE49-F238E27FC236}">
                <a16:creationId xmlns:a16="http://schemas.microsoft.com/office/drawing/2014/main" id="{3AE79E65-3D1E-4444-9BD4-8578BF0C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1279995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8A02905C-2C7D-4445-B47F-3EBBA446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9" name="Substituent text 3">
            <a:extLst>
              <a:ext uri="{FF2B5EF4-FFF2-40B4-BE49-F238E27FC236}">
                <a16:creationId xmlns:a16="http://schemas.microsoft.com/office/drawing/2014/main" id="{17BC8A51-D50F-4F98-9402-8FF90BD2D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11" name="Substituent imagine 2">
            <a:extLst>
              <a:ext uri="{FF2B5EF4-FFF2-40B4-BE49-F238E27FC236}">
                <a16:creationId xmlns:a16="http://schemas.microsoft.com/office/drawing/2014/main" id="{1D23A006-AC57-4A0B-BC20-6D226A80C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5853051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9F05564D-C546-470F-B93C-274AA86CE0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8839916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reptunghi 5">
            <a:extLst>
              <a:ext uri="{FF2B5EF4-FFF2-40B4-BE49-F238E27FC236}">
                <a16:creationId xmlns:a16="http://schemas.microsoft.com/office/drawing/2014/main" id="{D9E60A5F-CE74-4F00-A5C2-F9742DDFFF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23171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6967058B-89E0-4460-AB21-21747CB3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o-RO" noProof="0" dirty="0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7201C5EB-04D6-4050-930C-5F6907528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o-RO" noProof="0" dirty="0"/>
              <a:t>Editați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A732220F-109C-4A57-81E9-C6279EDA1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0A25404F-F26F-42E5-BA15-C0373FC1C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41725174-FA04-488F-9F0C-3CD1D1483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8643" y="5879656"/>
            <a:ext cx="354492" cy="2973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8D581BC7-E183-40DB-AC97-C19EA4EB8894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EF1588-F385-48F3-800A-554A9423E77A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0" name="Conector drept 9">
            <a:extLst>
              <a:ext uri="{FF2B5EF4-FFF2-40B4-BE49-F238E27FC236}">
                <a16:creationId xmlns:a16="http://schemas.microsoft.com/office/drawing/2014/main" id="{440B0943-F568-4674-8FA4-B435B1E466AF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2DE7FD5-7941-43A1-8663-42AE40546A4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3" name="Conector drept 12">
            <a:extLst>
              <a:ext uri="{FF2B5EF4-FFF2-40B4-BE49-F238E27FC236}">
                <a16:creationId xmlns:a16="http://schemas.microsoft.com/office/drawing/2014/main" id="{97791EE5-EF06-4BF8-84C6-EC24114E73F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861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90" r:id="rId33"/>
    <p:sldLayoutId id="2147483691" r:id="rId34"/>
    <p:sldLayoutId id="2147483688" r:id="rId35"/>
    <p:sldLayoutId id="2147483689" r:id="rId3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2"/>
          </a:solidFill>
          <a:latin typeface="Tahoma" panose="020B060403050404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7" userDrawn="1">
          <p15:clr>
            <a:srgbClr val="F26B43"/>
          </p15:clr>
        </p15:guide>
        <p15:guide id="2" pos="7174" userDrawn="1">
          <p15:clr>
            <a:srgbClr val="F26B43"/>
          </p15:clr>
        </p15:guide>
        <p15:guide id="3" pos="506" userDrawn="1">
          <p15:clr>
            <a:srgbClr val="F26B43"/>
          </p15:clr>
        </p15:guide>
        <p15:guide id="4" orient="horz" pos="3793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pos="3318" userDrawn="1">
          <p15:clr>
            <a:srgbClr val="F26B43"/>
          </p15:clr>
        </p15:guide>
        <p15:guide id="8" pos="436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erro.ro/produs-manometru-4391-M6306R.html" TargetMode="External"/><Relationship Id="rId3" Type="http://schemas.openxmlformats.org/officeDocument/2006/relationships/image" Target="../media/image7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shop-einstal.ro/pompe-si-hidrofoare/grupuri-de-pompare-ape-curate/grup-pompare-electronic-cu-alternanta-2-x-mci-10-5t-41689301060.html#group=group&amp;photo=id-1" TargetMode="External"/><Relationship Id="rId5" Type="http://schemas.openxmlformats.org/officeDocument/2006/relationships/hyperlink" Target="https://www.ferro.ro/produs-termometru-axial-5316-T.html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uDcBbrmHQpQ?feature=oembed" TargetMode="External"/><Relationship Id="rId5" Type="http://schemas.openxmlformats.org/officeDocument/2006/relationships/image" Target="../media/image10.jpeg"/><Relationship Id="rId4" Type="http://schemas.openxmlformats.org/officeDocument/2006/relationships/hyperlink" Target="https://www.youtube.com/watch?v=uDcBbrmHQpQ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fmOnrEZ_z6k?feature=oembed" TargetMode="External"/><Relationship Id="rId5" Type="http://schemas.openxmlformats.org/officeDocument/2006/relationships/image" Target="../media/image11.jpeg"/><Relationship Id="rId4" Type="http://schemas.openxmlformats.org/officeDocument/2006/relationships/hyperlink" Target="https://www.youtube.com/watch?v=fmOnrEZ_z6k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bzp56K7suC8?feature=oembed" TargetMode="External"/><Relationship Id="rId5" Type="http://schemas.openxmlformats.org/officeDocument/2006/relationships/hyperlink" Target="https://www.youtube.com/watch?v=bzp56K7suC8" TargetMode="Externa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shorts/fN72OeWPkk0" TargetMode="External"/><Relationship Id="rId3" Type="http://schemas.openxmlformats.org/officeDocument/2006/relationships/slideLayout" Target="../slideLayouts/slideLayout36.xml"/><Relationship Id="rId7" Type="http://schemas.openxmlformats.org/officeDocument/2006/relationships/image" Target="../media/image14.jpeg"/><Relationship Id="rId2" Type="http://schemas.openxmlformats.org/officeDocument/2006/relationships/video" Target="https://www.youtube.com/embed/fN72OeWPkk0?feature=oembed" TargetMode="External"/><Relationship Id="rId1" Type="http://schemas.openxmlformats.org/officeDocument/2006/relationships/video" Target="https://www.youtube.com/embed/yuMXTJadFXM?feature=oembed" TargetMode="External"/><Relationship Id="rId6" Type="http://schemas.openxmlformats.org/officeDocument/2006/relationships/image" Target="../media/image13.jpeg"/><Relationship Id="rId5" Type="http://schemas.openxmlformats.org/officeDocument/2006/relationships/hyperlink" Target="https://www.youtube.com/watch?v=yuMXTJadFXM" TargetMode="Externa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f949gpKdCI4?start=14&amp;feature=oembed" TargetMode="External"/><Relationship Id="rId5" Type="http://schemas.openxmlformats.org/officeDocument/2006/relationships/hyperlink" Target="https://www.youtube.com/watch?v=f949gpKdCI4&amp;t=14s" TargetMode="Externa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BBwSUUlSL5o?feature=oembed" TargetMode="External"/><Relationship Id="rId5" Type="http://schemas.openxmlformats.org/officeDocument/2006/relationships/image" Target="../media/image16.jpeg"/><Relationship Id="rId4" Type="http://schemas.openxmlformats.org/officeDocument/2006/relationships/hyperlink" Target="https://www.youtube.com/watch?v=BBwSUUlSL5o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2TPtr7XobhI?feature=oembed" TargetMode="External"/><Relationship Id="rId5" Type="http://schemas.openxmlformats.org/officeDocument/2006/relationships/image" Target="../media/image17.jpeg"/><Relationship Id="rId4" Type="http://schemas.openxmlformats.org/officeDocument/2006/relationships/hyperlink" Target="https://www.youtube.com/watch?v=2TPtr7XobhI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dScQ8urxc4w?feature=oembed" TargetMode="External"/><Relationship Id="rId5" Type="http://schemas.openxmlformats.org/officeDocument/2006/relationships/hyperlink" Target="https://www.youtube.com/watch?v=dScQ8urxc4w" TargetMode="External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uroelectronics.ro/products/termometru-si-higrometru-digital-cu-afisaj-data-ora-greenblue-gb380-alb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6.xml"/><Relationship Id="rId4" Type="http://schemas.openxmlformats.org/officeDocument/2006/relationships/hyperlink" Target="https://www.a2t.ro/default-category/termostat-inteligent-wi-fi-tuya-smart-life-senzor-ntc-compatibil-cu-alexa-google-home-yandex-alice-avatto-wt100-wh-3a?2pau=a7c80ffd2&amp;2pau=a7c80ffd2&amp;2ptt=quicklink&amp;2ptt=quicklink&amp;2ptu=fa7843c33&amp;2ptu=fa7843c33&amp;2pdlst=%7Bgclid%7D&amp;2pdlst=&amp;utm_campaign=a7c80ffd2&amp;utm_campaign=a7c80ffd2&amp;utm_source=quicklink&amp;utm_source=quicklink&amp;utm_medium=google.com&amp;utm_medium=&amp;gad_source=1&amp;2prp=88I_qcVaxcwc8WCDwXea54Dgoto-ePbMl0kwwB3XYfvh-BoPvfCTtznXav0DGMtif2cuCBVqXJiQuW5JYYVq0l4LQy5vlA2Mr0E3okotWP-qU8yFT9T97U4nJe-x2nct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kgYcjclilPw?feature=oembed" TargetMode="External"/><Relationship Id="rId5" Type="http://schemas.openxmlformats.org/officeDocument/2006/relationships/image" Target="../media/image23.jpeg"/><Relationship Id="rId4" Type="http://schemas.openxmlformats.org/officeDocument/2006/relationships/hyperlink" Target="https://www.youtube.com/watch?v=kgYcjclilPw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JWxg5bR7g2Q?feature=oembed" TargetMode="External"/><Relationship Id="rId5" Type="http://schemas.openxmlformats.org/officeDocument/2006/relationships/hyperlink" Target="https://www.youtube.com/watch?v=JWxg5bR7g2Q" TargetMode="External"/><Relationship Id="rId4" Type="http://schemas.openxmlformats.org/officeDocument/2006/relationships/image" Target="../media/image24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BPZ7KrCd_PU?feature=oembed" TargetMode="External"/><Relationship Id="rId5" Type="http://schemas.openxmlformats.org/officeDocument/2006/relationships/image" Target="../media/image25.jpeg"/><Relationship Id="rId4" Type="http://schemas.openxmlformats.org/officeDocument/2006/relationships/hyperlink" Target="https://www.youtube.com/watch?v=BPZ7KrCd_PU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u 3">
            <a:extLst>
              <a:ext uri="{FF2B5EF4-FFF2-40B4-BE49-F238E27FC236}">
                <a16:creationId xmlns:a16="http://schemas.microsoft.com/office/drawing/2014/main" id="{54F6FF42-70E3-4A7F-B5D8-2928FCB71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6" y="2698113"/>
            <a:ext cx="12176448" cy="1340509"/>
          </a:xfrm>
        </p:spPr>
        <p:txBody>
          <a:bodyPr rtlCol="0">
            <a:normAutofit/>
          </a:bodyPr>
          <a:lstStyle/>
          <a:p>
            <a:r>
              <a:rPr lang="en-GB" sz="4400" dirty="0">
                <a:ea typeface="Tahoma" panose="020B0604030504040204" pitchFamily="34" charset="0"/>
                <a:cs typeface="Tahoma" panose="020B0604030504040204" pitchFamily="34" charset="0"/>
              </a:rPr>
              <a:t>ORGANE DE MA</a:t>
            </a:r>
            <a:r>
              <a:rPr lang="ro-RO" sz="4400" dirty="0">
                <a:ea typeface="Tahoma" panose="020B0604030504040204" pitchFamily="34" charset="0"/>
                <a:cs typeface="Tahoma" panose="020B0604030504040204" pitchFamily="34" charset="0"/>
              </a:rPr>
              <a:t>ȘINI ȘI TEHNOLOGIE MECANICĂ PENTRU INSTALAȚII</a:t>
            </a:r>
          </a:p>
        </p:txBody>
      </p:sp>
      <p:sp>
        <p:nvSpPr>
          <p:cNvPr id="5" name="Subtitlu 4">
            <a:extLst>
              <a:ext uri="{FF2B5EF4-FFF2-40B4-BE49-F238E27FC236}">
                <a16:creationId xmlns:a16="http://schemas.microsoft.com/office/drawing/2014/main" id="{F40A11AA-C85D-4AF4-92B2-0F4E36F4EC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Ș. l. dr. ing.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Constantin CILIBIU</a:t>
            </a:r>
            <a:endParaRPr lang="ro-RO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048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ubstituent imagine 11" descr="Fundal abstract&#10;">
            <a:extLst>
              <a:ext uri="{FF2B5EF4-FFF2-40B4-BE49-F238E27FC236}">
                <a16:creationId xmlns:a16="http://schemas.microsoft.com/office/drawing/2014/main" id="{403E5740-1FF0-42AF-A459-70BE0BD24FD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2" name="Titlu 1">
            <a:extLst>
              <a:ext uri="{FF2B5EF4-FFF2-40B4-BE49-F238E27FC236}">
                <a16:creationId xmlns:a16="http://schemas.microsoft.com/office/drawing/2014/main" id="{EA4B7241-C2B7-4F61-A69C-236E16A5F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636" y="2519464"/>
            <a:ext cx="5457217" cy="1632403"/>
          </a:xfrm>
        </p:spPr>
        <p:txBody>
          <a:bodyPr rtlCol="0"/>
          <a:lstStyle/>
          <a:p>
            <a:pPr algn="ctr" rtl="0"/>
            <a:r>
              <a:rPr lang="ro-RO" sz="4000" dirty="0"/>
              <a:t>Organe pentru măsura și controlul unor parametri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FDFD3B61-D7B5-4C7A-80FB-02A3436F8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767" y="4468089"/>
            <a:ext cx="4618957" cy="590626"/>
          </a:xfrm>
        </p:spPr>
        <p:txBody>
          <a:bodyPr rtlCol="0"/>
          <a:lstStyle/>
          <a:p>
            <a:pPr rtl="0"/>
            <a:r>
              <a:rPr lang="ro-RO" dirty="0"/>
              <a:t>Curs 09</a:t>
            </a:r>
          </a:p>
        </p:txBody>
      </p:sp>
    </p:spTree>
    <p:extLst>
      <p:ext uri="{BB962C8B-B14F-4D97-AF65-F5344CB8AC3E}">
        <p14:creationId xmlns:p14="http://schemas.microsoft.com/office/powerpoint/2010/main" val="298223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D4B26A0-76B0-4D92-8A3B-F4FB7FCBB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0038" y="2397634"/>
            <a:ext cx="4367289" cy="459140"/>
          </a:xfrm>
        </p:spPr>
        <p:txBody>
          <a:bodyPr rtlCol="0">
            <a:normAutofit/>
          </a:bodyPr>
          <a:lstStyle/>
          <a:p>
            <a:pPr algn="ctr" rtl="0"/>
            <a:r>
              <a:rPr lang="ro-RO" sz="3000" dirty="0"/>
              <a:t>Armături speciale</a:t>
            </a:r>
          </a:p>
        </p:txBody>
      </p:sp>
      <p:pic>
        <p:nvPicPr>
          <p:cNvPr id="20" name="Substituent imagine 19" descr="Fundal abstract">
            <a:extLst>
              <a:ext uri="{FF2B5EF4-FFF2-40B4-BE49-F238E27FC236}">
                <a16:creationId xmlns:a16="http://schemas.microsoft.com/office/drawing/2014/main" id="{61169563-0C6E-483D-91B6-7AB8952A8FA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0480"/>
            <a:ext cx="3288940" cy="1399070"/>
          </a:xfrm>
        </p:spPr>
      </p:pic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FE91C663-2D66-4255-91B4-906F720E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3</a:t>
            </a:fld>
            <a:endParaRPr lang="ro-RO" dirty="0"/>
          </a:p>
        </p:txBody>
      </p:sp>
      <p:sp>
        <p:nvSpPr>
          <p:cNvPr id="7" name="Substituent subsol 6">
            <a:extLst>
              <a:ext uri="{FF2B5EF4-FFF2-40B4-BE49-F238E27FC236}">
                <a16:creationId xmlns:a16="http://schemas.microsoft.com/office/drawing/2014/main" id="{80B83D80-B29B-48B9-9B34-76AD9399E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1855342" cy="298800"/>
          </a:xfrm>
        </p:spPr>
        <p:txBody>
          <a:bodyPr rtlCol="0"/>
          <a:lstStyle/>
          <a:p>
            <a:pPr rtl="0"/>
            <a:r>
              <a:rPr lang="ro-RO" dirty="0"/>
              <a:t>Definiții</a:t>
            </a:r>
          </a:p>
        </p:txBody>
      </p:sp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5EC88EDC-DE1B-4E22-AB2A-B461D5C81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CE1AE9A-2156-7AC5-7D2B-5908845C3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345" y="3602653"/>
            <a:ext cx="709981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</a:rPr>
              <a:t>Definiție: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</a:rPr>
              <a:t>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Organele de măsură, control și siguranță sunt dispozitive sau echipamente utilizate pentru monitorizarea, reglarea și protecția instalațiilor.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</a:rPr>
              <a:t>Scop: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</a:rPr>
              <a:t>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Creșterea eficienței, prevenirea avariilor și asigurarea unui mediu sigur pentru utilizatori. </a:t>
            </a:r>
          </a:p>
        </p:txBody>
      </p:sp>
      <p:sp>
        <p:nvSpPr>
          <p:cNvPr id="10" name="CasetăText 9">
            <a:extLst>
              <a:ext uri="{FF2B5EF4-FFF2-40B4-BE49-F238E27FC236}">
                <a16:creationId xmlns:a16="http://schemas.microsoft.com/office/drawing/2014/main" id="{E420468C-8AE0-20EC-E67A-C5A57898D753}"/>
              </a:ext>
            </a:extLst>
          </p:cNvPr>
          <p:cNvSpPr txBox="1"/>
          <p:nvPr/>
        </p:nvSpPr>
        <p:spPr>
          <a:xfrm>
            <a:off x="8059844" y="460856"/>
            <a:ext cx="391398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A. </a:t>
            </a:r>
            <a:r>
              <a:rPr lang="ro-RO" b="1" dirty="0">
                <a:solidFill>
                  <a:schemeClr val="bg2"/>
                </a:solidFill>
              </a:rPr>
              <a:t>Organe de măsură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Funcție:</a:t>
            </a:r>
            <a:r>
              <a:rPr lang="ro-RO" dirty="0"/>
              <a:t> Măsurarea unor parametri esențiali (</a:t>
            </a:r>
            <a:r>
              <a:rPr lang="ro-RO" b="1" dirty="0"/>
              <a:t>temperatură, presiune, debit, umiditate</a:t>
            </a:r>
            <a:r>
              <a:rPr lang="en-US" b="1" dirty="0"/>
              <a:t> </a:t>
            </a:r>
            <a:r>
              <a:rPr lang="ro-RO" dirty="0"/>
              <a:t>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Exemple:</a:t>
            </a:r>
            <a:endParaRPr lang="ro-RO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Termometre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Manometre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 err="1"/>
              <a:t>Debimetre</a:t>
            </a:r>
            <a:endParaRPr lang="ro-RO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Higrometre</a:t>
            </a:r>
          </a:p>
        </p:txBody>
      </p:sp>
      <p:pic>
        <p:nvPicPr>
          <p:cNvPr id="14" name="Imagine 13">
            <a:extLst>
              <a:ext uri="{FF2B5EF4-FFF2-40B4-BE49-F238E27FC236}">
                <a16:creationId xmlns:a16="http://schemas.microsoft.com/office/drawing/2014/main" id="{B220871B-7EB3-F93C-5F41-01BD9268BC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24" b="3538"/>
          <a:stretch/>
        </p:blipFill>
        <p:spPr>
          <a:xfrm>
            <a:off x="5075668" y="488211"/>
            <a:ext cx="2305923" cy="21762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5" name="CasetăText 14">
            <a:extLst>
              <a:ext uri="{FF2B5EF4-FFF2-40B4-BE49-F238E27FC236}">
                <a16:creationId xmlns:a16="http://schemas.microsoft.com/office/drawing/2014/main" id="{2A38BCCB-F61A-089F-D282-0F6C1D531444}"/>
              </a:ext>
            </a:extLst>
          </p:cNvPr>
          <p:cNvSpPr txBox="1"/>
          <p:nvPr/>
        </p:nvSpPr>
        <p:spPr>
          <a:xfrm>
            <a:off x="4471626" y="2782669"/>
            <a:ext cx="35140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Fig. 1 Termometru cu spirală bimetalică 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ferro.ro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r>
              <a:rPr lang="ro-RO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ro-RO" dirty="0">
              <a:solidFill>
                <a:schemeClr val="bg2"/>
              </a:solidFill>
            </a:endParaRPr>
          </a:p>
        </p:txBody>
      </p:sp>
      <p:pic>
        <p:nvPicPr>
          <p:cNvPr id="17" name="Imagine 16">
            <a:extLst>
              <a:ext uri="{FF2B5EF4-FFF2-40B4-BE49-F238E27FC236}">
                <a16:creationId xmlns:a16="http://schemas.microsoft.com/office/drawing/2014/main" id="{66C59EE4-1BC1-277A-1FFB-5EDF94E0B67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661" t="7636" r="10979"/>
          <a:stretch/>
        </p:blipFill>
        <p:spPr>
          <a:xfrm>
            <a:off x="8115077" y="3227002"/>
            <a:ext cx="1916349" cy="21863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8" name="CasetăText 17">
            <a:extLst>
              <a:ext uri="{FF2B5EF4-FFF2-40B4-BE49-F238E27FC236}">
                <a16:creationId xmlns:a16="http://schemas.microsoft.com/office/drawing/2014/main" id="{16D6C9C8-8926-01F4-5880-AD1BB3024792}"/>
              </a:ext>
            </a:extLst>
          </p:cNvPr>
          <p:cNvSpPr txBox="1"/>
          <p:nvPr/>
        </p:nvSpPr>
        <p:spPr>
          <a:xfrm>
            <a:off x="7316248" y="5530632"/>
            <a:ext cx="35140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Fig. 2 Manometru cu resort </a:t>
            </a:r>
            <a:r>
              <a:rPr lang="ro-RO" b="1" dirty="0" err="1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Bourdon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ferro.ro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r>
              <a:rPr lang="ro-RO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ro-RO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111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B7D97-A90C-5184-556D-F7A4D4AD0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523BA723-B7CB-024D-84F7-379789FA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631D28DB-434D-52D3-9DF3-1B8589752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4</a:t>
            </a:fld>
            <a:endParaRPr lang="ro-RO" dirty="0"/>
          </a:p>
        </p:txBody>
      </p:sp>
      <p:sp>
        <p:nvSpPr>
          <p:cNvPr id="3" name="Substituent subsol 6">
            <a:extLst>
              <a:ext uri="{FF2B5EF4-FFF2-40B4-BE49-F238E27FC236}">
                <a16:creationId xmlns:a16="http://schemas.microsoft.com/office/drawing/2014/main" id="{E5464FF9-B061-E440-33BA-2BCC3D5BA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Termometrul cu spirală bimetalică </a:t>
            </a:r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6D766BB6-1F5A-9985-B551-FE04FB429602}"/>
              </a:ext>
            </a:extLst>
          </p:cNvPr>
          <p:cNvSpPr txBox="1"/>
          <p:nvPr/>
        </p:nvSpPr>
        <p:spPr>
          <a:xfrm>
            <a:off x="612842" y="311705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bg2"/>
                </a:solidFill>
              </a:rPr>
              <a:t>I. Termometrul</a:t>
            </a: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0CAAF541-EEB9-2E00-A532-9155B97F7FF0}"/>
              </a:ext>
            </a:extLst>
          </p:cNvPr>
          <p:cNvSpPr txBox="1"/>
          <p:nvPr/>
        </p:nvSpPr>
        <p:spPr>
          <a:xfrm>
            <a:off x="3243629" y="5342914"/>
            <a:ext cx="8287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1  Cum funcționează termometrul cu spirală bimetalică 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02E97F4F-0EF5-3C93-5F97-869C2308F92B}"/>
              </a:ext>
            </a:extLst>
          </p:cNvPr>
          <p:cNvSpPr txBox="1"/>
          <p:nvPr/>
        </p:nvSpPr>
        <p:spPr>
          <a:xfrm>
            <a:off x="612842" y="869700"/>
            <a:ext cx="234436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AutoNum type="arabicPeriod"/>
            </a:pPr>
            <a:r>
              <a:rPr lang="ro-RO" b="1" dirty="0">
                <a:solidFill>
                  <a:schemeClr val="tx2"/>
                </a:solidFill>
              </a:rPr>
              <a:t> Ce este un termometru cu spirală bimetalică?</a:t>
            </a:r>
          </a:p>
          <a:p>
            <a:pPr algn="just"/>
            <a:r>
              <a:rPr lang="ro-RO" b="1" dirty="0">
                <a:solidFill>
                  <a:schemeClr val="bg2"/>
                </a:solidFill>
              </a:rPr>
              <a:t>Este un dispozitiv care măsoară temperatura folosind dilatarea diferențială a două metale</a:t>
            </a:r>
            <a:r>
              <a:rPr lang="ro-RO" dirty="0"/>
              <a:t> (de ex. oțel și alamă) cu coeficienți diferiți de dilatare termică. Metalele sunt laminate împreună într-o bandă subțire care formează o spirală.</a:t>
            </a:r>
          </a:p>
        </p:txBody>
      </p:sp>
      <p:pic>
        <p:nvPicPr>
          <p:cNvPr id="2" name="Media online 1" title="How does a bimetallic strip thermometer work?">
            <a:hlinkClick r:id="" action="ppaction://media"/>
            <a:extLst>
              <a:ext uri="{FF2B5EF4-FFF2-40B4-BE49-F238E27FC236}">
                <a16:creationId xmlns:a16="http://schemas.microsoft.com/office/drawing/2014/main" id="{1A2C9635-3D1E-2E4E-16A8-F76D0714C97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3421360" y="680480"/>
            <a:ext cx="7932440" cy="447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25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B7D97-A90C-5184-556D-F7A4D4AD0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523BA723-B7CB-024D-84F7-379789FA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631D28DB-434D-52D3-9DF3-1B8589752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5</a:t>
            </a:fld>
            <a:endParaRPr lang="ro-RO" dirty="0"/>
          </a:p>
        </p:txBody>
      </p:sp>
      <p:sp>
        <p:nvSpPr>
          <p:cNvPr id="3" name="Substituent subsol 6">
            <a:extLst>
              <a:ext uri="{FF2B5EF4-FFF2-40B4-BE49-F238E27FC236}">
                <a16:creationId xmlns:a16="http://schemas.microsoft.com/office/drawing/2014/main" id="{E5464FF9-B061-E440-33BA-2BCC3D5BA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Termometrul cu spirală bimetalică </a:t>
            </a:r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58D747FA-24B6-EBFF-5FE7-79614AEA975F}"/>
              </a:ext>
            </a:extLst>
          </p:cNvPr>
          <p:cNvSpPr txBox="1"/>
          <p:nvPr/>
        </p:nvSpPr>
        <p:spPr>
          <a:xfrm>
            <a:off x="612842" y="680480"/>
            <a:ext cx="1069850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b="1" dirty="0">
                <a:solidFill>
                  <a:schemeClr val="tx2"/>
                </a:solidFill>
              </a:rPr>
              <a:t>2. Unde se utilizează?</a:t>
            </a:r>
          </a:p>
          <a:p>
            <a:pPr marL="87313" lvl="1" indent="-87313" algn="just">
              <a:buFont typeface="Arial" panose="020B0604020202020204" pitchFamily="34" charset="0"/>
              <a:buChar char="•"/>
            </a:pPr>
            <a:r>
              <a:rPr lang="ro-RO" b="1" dirty="0"/>
              <a:t>Instalații termice:</a:t>
            </a:r>
            <a:r>
              <a:rPr lang="ro-RO" dirty="0"/>
              <a:t> Pentru monitorizarea temperaturii apei sau a agentului termic în cazane, boilere sau sisteme de încălzire.</a:t>
            </a:r>
          </a:p>
          <a:p>
            <a:pPr marL="87313" lvl="1" indent="-87313" algn="just">
              <a:buFont typeface="Arial" panose="020B0604020202020204" pitchFamily="34" charset="0"/>
              <a:buChar char="•"/>
            </a:pPr>
            <a:r>
              <a:rPr lang="ro-RO" b="1" dirty="0"/>
              <a:t>Industrie:</a:t>
            </a:r>
            <a:r>
              <a:rPr lang="ro-RO" dirty="0"/>
              <a:t> În procesele industriale unde se cere măsurarea temperaturilor moderate (de obicei, până la 500°C).</a:t>
            </a:r>
          </a:p>
          <a:p>
            <a:pPr marL="87313" lvl="1" indent="-87313" algn="just">
              <a:buFont typeface="Arial" panose="020B0604020202020204" pitchFamily="34" charset="0"/>
              <a:buChar char="•"/>
            </a:pPr>
            <a:r>
              <a:rPr lang="ro-RO" b="1" dirty="0"/>
              <a:t>Climatizare și refrigerare:</a:t>
            </a:r>
            <a:r>
              <a:rPr lang="ro-RO" dirty="0"/>
              <a:t> În sisteme de aer condiționat sau camere frigorifice.</a:t>
            </a:r>
          </a:p>
          <a:p>
            <a:pPr algn="just"/>
            <a:endParaRPr lang="ro-RO" b="1" dirty="0"/>
          </a:p>
          <a:p>
            <a:pPr algn="just"/>
            <a:r>
              <a:rPr lang="ro-RO" b="1" dirty="0">
                <a:solidFill>
                  <a:schemeClr val="tx2"/>
                </a:solidFill>
              </a:rPr>
              <a:t>3. Avantaje și beneficii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Fiabilitate:</a:t>
            </a:r>
            <a:r>
              <a:rPr lang="ro-RO" dirty="0"/>
              <a:t> Este un instrument mecanic, ceea ce îl face rezistent și durabil.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Cost redus:</a:t>
            </a:r>
            <a:r>
              <a:rPr lang="ro-RO" dirty="0"/>
              <a:t> Simplu de fabricat și întreținut, este economic comparativ cu alte tipuri de termometre.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Fără surse externe de energie:</a:t>
            </a:r>
            <a:r>
              <a:rPr lang="ro-RO" dirty="0"/>
              <a:t> Funcționează mecanic, deci nu necesită alimentare electrică.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Răspuns rapid:</a:t>
            </a:r>
            <a:r>
              <a:rPr lang="ro-RO" dirty="0"/>
              <a:t> Spirala bimetalică reacționează repede la schimbările de temperatură.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Design compact:</a:t>
            </a:r>
            <a:r>
              <a:rPr lang="ro-RO" dirty="0"/>
              <a:t> Poate fi integrat în spații limitate.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o-RO" dirty="0"/>
          </a:p>
          <a:p>
            <a:pPr algn="just"/>
            <a:r>
              <a:rPr lang="ro-RO" b="1" dirty="0">
                <a:solidFill>
                  <a:schemeClr val="tx2"/>
                </a:solidFill>
              </a:rPr>
              <a:t>4. Limitări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Acuratețe moderată:</a:t>
            </a:r>
            <a:r>
              <a:rPr lang="ro-RO" dirty="0"/>
              <a:t> Este mai puțin precis decât termometrele digitale.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Interval limitat:</a:t>
            </a:r>
            <a:r>
              <a:rPr lang="ro-RO" dirty="0"/>
              <a:t> Nu este ideal pentru măsurători la temperaturi extrem de joase sau foarte înalte.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Sensibilitate la vibrații:</a:t>
            </a:r>
            <a:r>
              <a:rPr lang="ro-RO" dirty="0"/>
              <a:t> Mișcările bruște pot afecta acuratețea afișajului.</a:t>
            </a:r>
          </a:p>
          <a:p>
            <a:pPr>
              <a:buFont typeface="Arial" panose="020B0604020202020204" pitchFamily="34" charset="0"/>
              <a:buChar char="•"/>
            </a:pPr>
            <a:endParaRPr lang="ro-RO" dirty="0"/>
          </a:p>
        </p:txBody>
      </p:sp>
      <p:sp>
        <p:nvSpPr>
          <p:cNvPr id="10" name="CasetăText 9">
            <a:extLst>
              <a:ext uri="{FF2B5EF4-FFF2-40B4-BE49-F238E27FC236}">
                <a16:creationId xmlns:a16="http://schemas.microsoft.com/office/drawing/2014/main" id="{907518E9-311B-9ED1-B4E8-51723D375DF4}"/>
              </a:ext>
            </a:extLst>
          </p:cNvPr>
          <p:cNvSpPr txBox="1"/>
          <p:nvPr/>
        </p:nvSpPr>
        <p:spPr>
          <a:xfrm>
            <a:off x="612842" y="311705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bg2"/>
                </a:solidFill>
              </a:rPr>
              <a:t>I. Termometrul cu spirală bimetalică</a:t>
            </a:r>
          </a:p>
        </p:txBody>
      </p:sp>
    </p:spTree>
    <p:extLst>
      <p:ext uri="{BB962C8B-B14F-4D97-AF65-F5344CB8AC3E}">
        <p14:creationId xmlns:p14="http://schemas.microsoft.com/office/powerpoint/2010/main" val="379227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B7D97-A90C-5184-556D-F7A4D4AD0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523BA723-B7CB-024D-84F7-379789FA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631D28DB-434D-52D3-9DF3-1B8589752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6</a:t>
            </a:fld>
            <a:endParaRPr lang="ro-RO" dirty="0"/>
          </a:p>
        </p:txBody>
      </p:sp>
      <p:sp>
        <p:nvSpPr>
          <p:cNvPr id="3" name="Substituent subsol 6">
            <a:extLst>
              <a:ext uri="{FF2B5EF4-FFF2-40B4-BE49-F238E27FC236}">
                <a16:creationId xmlns:a16="http://schemas.microsoft.com/office/drawing/2014/main" id="{E5464FF9-B061-E440-33BA-2BCC3D5BA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Manometrul cu resort </a:t>
            </a:r>
            <a:r>
              <a:rPr lang="ro-RO" dirty="0" err="1"/>
              <a:t>Bourdon</a:t>
            </a:r>
            <a:endParaRPr lang="ro-RO" dirty="0"/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6D766BB6-1F5A-9985-B551-FE04FB429602}"/>
              </a:ext>
            </a:extLst>
          </p:cNvPr>
          <p:cNvSpPr txBox="1"/>
          <p:nvPr/>
        </p:nvSpPr>
        <p:spPr>
          <a:xfrm>
            <a:off x="612842" y="496472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bg2"/>
                </a:solidFill>
              </a:rPr>
              <a:t>II. Manometrul</a:t>
            </a: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0CAAF541-EEB9-2E00-A532-9155B97F7FF0}"/>
              </a:ext>
            </a:extLst>
          </p:cNvPr>
          <p:cNvSpPr txBox="1"/>
          <p:nvPr/>
        </p:nvSpPr>
        <p:spPr>
          <a:xfrm>
            <a:off x="3228758" y="5421124"/>
            <a:ext cx="8287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2  Cum funcționează manometrul cu resort </a:t>
            </a:r>
            <a:r>
              <a:rPr lang="ro-RO" b="1" dirty="0" err="1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Bourdon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02E97F4F-0EF5-3C93-5F97-869C2308F92B}"/>
              </a:ext>
            </a:extLst>
          </p:cNvPr>
          <p:cNvSpPr txBox="1"/>
          <p:nvPr/>
        </p:nvSpPr>
        <p:spPr>
          <a:xfrm>
            <a:off x="612842" y="1342920"/>
            <a:ext cx="234436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AutoNum type="arabicPeriod"/>
            </a:pPr>
            <a:r>
              <a:rPr lang="ro-RO" b="1" dirty="0">
                <a:solidFill>
                  <a:schemeClr val="tx2"/>
                </a:solidFill>
              </a:rPr>
              <a:t> Ce este un manometru cu resort </a:t>
            </a:r>
            <a:r>
              <a:rPr lang="ro-RO" b="1" dirty="0" err="1">
                <a:solidFill>
                  <a:schemeClr val="tx2"/>
                </a:solidFill>
              </a:rPr>
              <a:t>Bourdon</a:t>
            </a:r>
            <a:r>
              <a:rPr lang="ro-RO" b="1" dirty="0">
                <a:solidFill>
                  <a:schemeClr val="tx2"/>
                </a:solidFill>
              </a:rPr>
              <a:t>?</a:t>
            </a:r>
          </a:p>
          <a:p>
            <a:pPr algn="just"/>
            <a:r>
              <a:rPr lang="ro-RO" b="1" dirty="0">
                <a:solidFill>
                  <a:schemeClr val="bg2"/>
                </a:solidFill>
              </a:rPr>
              <a:t>Este un dispozitiv mecanic utilizat pentru măsurarea presiunii lichidelor sau gazelor într-un sistem</a:t>
            </a:r>
            <a:r>
              <a:rPr lang="ro-RO" dirty="0"/>
              <a:t>. Funcționează pe baza deformării unui tub elastic (tubul </a:t>
            </a:r>
            <a:r>
              <a:rPr lang="ro-RO" dirty="0" err="1"/>
              <a:t>Bourdon</a:t>
            </a:r>
            <a:r>
              <a:rPr lang="ro-RO" dirty="0"/>
              <a:t>) sub influența presiunii.</a:t>
            </a:r>
          </a:p>
        </p:txBody>
      </p:sp>
      <p:pic>
        <p:nvPicPr>
          <p:cNvPr id="2" name="Media online 1" title="Bourdon Tube pressure gauge working animation">
            <a:hlinkClick r:id="" action="ppaction://media"/>
            <a:extLst>
              <a:ext uri="{FF2B5EF4-FFF2-40B4-BE49-F238E27FC236}">
                <a16:creationId xmlns:a16="http://schemas.microsoft.com/office/drawing/2014/main" id="{66A08173-92AC-FE1C-6275-CEB6B7FE416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3166260" y="496371"/>
            <a:ext cx="8412898" cy="483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61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D49BC-ACFA-57F2-E736-5E23D5150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5009AD57-F6D1-6866-2D5B-781C54539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B46B6377-A0B6-61F3-D945-ED1EF8F4E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7</a:t>
            </a:fld>
            <a:endParaRPr lang="ro-RO" dirty="0"/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id="{8ADCEAC0-83CC-CB68-5B57-58BB24B979D0}"/>
              </a:ext>
            </a:extLst>
          </p:cNvPr>
          <p:cNvSpPr txBox="1"/>
          <p:nvPr/>
        </p:nvSpPr>
        <p:spPr>
          <a:xfrm>
            <a:off x="612842" y="496472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bg2"/>
                </a:solidFill>
              </a:rPr>
              <a:t>II. Manometrul cu resort </a:t>
            </a:r>
            <a:r>
              <a:rPr lang="ro-RO" b="1" dirty="0" err="1">
                <a:solidFill>
                  <a:schemeClr val="bg2"/>
                </a:solidFill>
              </a:rPr>
              <a:t>Bourdon</a:t>
            </a:r>
            <a:r>
              <a:rPr lang="ro-RO" b="1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4" name="Substituent subsol 6">
            <a:extLst>
              <a:ext uri="{FF2B5EF4-FFF2-40B4-BE49-F238E27FC236}">
                <a16:creationId xmlns:a16="http://schemas.microsoft.com/office/drawing/2014/main" id="{74BB5846-D076-35AD-675B-C9E7FF197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Manometrul cu resort </a:t>
            </a:r>
            <a:r>
              <a:rPr lang="ro-RO" dirty="0" err="1"/>
              <a:t>Bourdon</a:t>
            </a:r>
            <a:endParaRPr lang="ro-RO" dirty="0"/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6BF3A01C-1B45-F364-E82A-1E96E3896AE9}"/>
              </a:ext>
            </a:extLst>
          </p:cNvPr>
          <p:cNvSpPr txBox="1"/>
          <p:nvPr/>
        </p:nvSpPr>
        <p:spPr>
          <a:xfrm>
            <a:off x="612842" y="988954"/>
            <a:ext cx="1074095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b="1" dirty="0">
                <a:solidFill>
                  <a:schemeClr val="tx2"/>
                </a:solidFill>
              </a:rPr>
              <a:t>2. Unde se utilizează?</a:t>
            </a:r>
          </a:p>
          <a:p>
            <a:pPr marL="87313" lvl="1" indent="-87313" algn="just">
              <a:buFont typeface="Arial" panose="020B0604020202020204" pitchFamily="34" charset="0"/>
              <a:buChar char="•"/>
            </a:pPr>
            <a:r>
              <a:rPr lang="ro-RO" b="1" dirty="0"/>
              <a:t>Instalații termice:</a:t>
            </a:r>
            <a:r>
              <a:rPr lang="ro-RO" dirty="0"/>
              <a:t> Pentru măsurarea presiunii agentului termic în cazane, boilere și sisteme de încălzire centralizată.</a:t>
            </a:r>
          </a:p>
          <a:p>
            <a:pPr marL="87313" lvl="1" indent="-87313" algn="just">
              <a:buFont typeface="Arial" panose="020B0604020202020204" pitchFamily="34" charset="0"/>
              <a:buChar char="•"/>
            </a:pPr>
            <a:r>
              <a:rPr lang="ro-RO" b="1" dirty="0"/>
              <a:t>Instalații pneumatice:</a:t>
            </a:r>
            <a:r>
              <a:rPr lang="ro-RO" dirty="0"/>
              <a:t> În compresoare și rețele de aer comprimat.</a:t>
            </a:r>
          </a:p>
          <a:p>
            <a:pPr marL="87313" lvl="1" indent="-87313" algn="just">
              <a:buFont typeface="Arial" panose="020B0604020202020204" pitchFamily="34" charset="0"/>
              <a:buChar char="•"/>
            </a:pPr>
            <a:r>
              <a:rPr lang="ro-RO" b="1" dirty="0"/>
              <a:t>Instalații sanitare:</a:t>
            </a:r>
            <a:r>
              <a:rPr lang="ro-RO" dirty="0"/>
              <a:t> În sisteme de alimentare cu apă rece și caldă.</a:t>
            </a:r>
          </a:p>
          <a:p>
            <a:pPr marL="174625" lvl="1" indent="-174625" algn="just">
              <a:buFont typeface="Arial" panose="020B0604020202020204" pitchFamily="34" charset="0"/>
              <a:buChar char="•"/>
            </a:pPr>
            <a:endParaRPr lang="ro-RO" dirty="0"/>
          </a:p>
          <a:p>
            <a:pPr algn="just"/>
            <a:r>
              <a:rPr lang="ro-RO" b="1" dirty="0">
                <a:solidFill>
                  <a:schemeClr val="tx2"/>
                </a:solidFill>
              </a:rPr>
              <a:t>3. Avantaje și beneficii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Durabilitate:</a:t>
            </a:r>
            <a:r>
              <a:rPr lang="ro-RO" dirty="0"/>
              <a:t> Fabricat din materiale rezistente (oțel inoxidabil, alama) pentru a face față condițiilor dure.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Fără necesar de energie:</a:t>
            </a:r>
            <a:r>
              <a:rPr lang="ro-RO" dirty="0"/>
              <a:t> Este un dispozitiv complet mecanic.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Interval larg de măsurare:</a:t>
            </a:r>
            <a:r>
              <a:rPr lang="ro-RO" dirty="0"/>
              <a:t> Poate măsura presiuni de la câțiva bari până la sute de bari, în funcție de model.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Acuratețe decentă:</a:t>
            </a:r>
            <a:r>
              <a:rPr lang="ro-RO" dirty="0"/>
              <a:t> Asigură măsurători fiabile în aplicații obișnuite.</a:t>
            </a:r>
          </a:p>
          <a:p>
            <a:pPr marL="174625" lvl="1" indent="-174625" algn="just">
              <a:buFont typeface="Arial" panose="020B0604020202020204" pitchFamily="34" charset="0"/>
              <a:buChar char="•"/>
            </a:pPr>
            <a:endParaRPr lang="ro-RO" dirty="0"/>
          </a:p>
          <a:p>
            <a:pPr algn="just"/>
            <a:r>
              <a:rPr lang="ro-RO" b="1" dirty="0">
                <a:solidFill>
                  <a:schemeClr val="tx2"/>
                </a:solidFill>
              </a:rPr>
              <a:t>4. Limitări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Acuratețe mai mică față de manometrele digitale:</a:t>
            </a:r>
            <a:r>
              <a:rPr lang="ro-RO" dirty="0"/>
              <a:t> Poate fi afectat de uzura mecanică.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Sensibilitate la șocuri:</a:t>
            </a:r>
            <a:r>
              <a:rPr lang="ro-RO" dirty="0"/>
              <a:t> Vibrațiile excesive sau șocurile mecanice pot influența afișajul.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Risc de coroziune:</a:t>
            </a:r>
            <a:r>
              <a:rPr lang="ro-RO" dirty="0"/>
              <a:t> Dacă nu este fabricat din materiale adecvate, poate fi afectat de fluide corozive.</a:t>
            </a:r>
          </a:p>
          <a:p>
            <a:pPr marL="174625" lvl="1" indent="-174625">
              <a:buFont typeface="Arial" panose="020B0604020202020204" pitchFamily="34" charset="0"/>
              <a:buChar char="•"/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092361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0369C-3FFB-84A1-899C-70D33137F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BB399F2E-0D1A-57F4-A379-A66E99529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478CA2BB-BE86-94ED-FE83-9DFE2E4D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8</a:t>
            </a:fld>
            <a:endParaRPr lang="ro-RO" dirty="0"/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id="{140FFCE1-FA53-732A-3D91-773222BC0945}"/>
              </a:ext>
            </a:extLst>
          </p:cNvPr>
          <p:cNvSpPr txBox="1"/>
          <p:nvPr/>
        </p:nvSpPr>
        <p:spPr>
          <a:xfrm>
            <a:off x="612842" y="496472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bg2"/>
                </a:solidFill>
              </a:rPr>
              <a:t>II</a:t>
            </a:r>
            <a:r>
              <a:rPr lang="en-US" b="1" dirty="0">
                <a:solidFill>
                  <a:schemeClr val="bg2"/>
                </a:solidFill>
              </a:rPr>
              <a:t>I</a:t>
            </a:r>
            <a:r>
              <a:rPr lang="ro-RO" b="1" dirty="0">
                <a:solidFill>
                  <a:schemeClr val="bg2"/>
                </a:solidFill>
              </a:rPr>
              <a:t>. Debitmetrul</a:t>
            </a:r>
          </a:p>
        </p:txBody>
      </p:sp>
      <p:sp>
        <p:nvSpPr>
          <p:cNvPr id="4" name="Substituent subsol 6">
            <a:extLst>
              <a:ext uri="{FF2B5EF4-FFF2-40B4-BE49-F238E27FC236}">
                <a16:creationId xmlns:a16="http://schemas.microsoft.com/office/drawing/2014/main" id="{24597194-2BD2-BB2F-D83F-83E819926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Debitmetrul</a:t>
            </a: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E1F3A09F-4D73-BF42-39D7-AF82D0A24F6E}"/>
              </a:ext>
            </a:extLst>
          </p:cNvPr>
          <p:cNvSpPr txBox="1"/>
          <p:nvPr/>
        </p:nvSpPr>
        <p:spPr>
          <a:xfrm>
            <a:off x="612842" y="969451"/>
            <a:ext cx="107409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b="1" dirty="0">
                <a:solidFill>
                  <a:schemeClr val="tx2"/>
                </a:solidFill>
              </a:rPr>
              <a:t>1. Ce este un debitmetru?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Definiție:</a:t>
            </a:r>
            <a:r>
              <a:rPr lang="ro-RO" dirty="0"/>
              <a:t> </a:t>
            </a:r>
            <a:r>
              <a:rPr lang="ro-RO" b="1" dirty="0">
                <a:solidFill>
                  <a:schemeClr val="bg2"/>
                </a:solidFill>
              </a:rPr>
              <a:t>Debitmetrul este un dispozitiv utilizat pentru măsurarea cantității de lichid sau gaz care curge printr-o conductă într-un anumit interval de timp</a:t>
            </a:r>
            <a:r>
              <a:rPr lang="ro-RO" dirty="0"/>
              <a:t>. Se folosește pentru monitorizarea fluxului în diverse aplicații industriale și domestice.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o-RO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Unități de măsură:</a:t>
            </a:r>
            <a:r>
              <a:rPr lang="ro-RO" dirty="0"/>
              <a:t> De obicei, exprimă debitul în litri pe secundă (l/s), litri pe minut (l/min), metri cubi pe oră (m³/h) sau alte unități specifice.</a:t>
            </a:r>
          </a:p>
        </p:txBody>
      </p:sp>
      <p:sp>
        <p:nvSpPr>
          <p:cNvPr id="10" name="CasetăText 9">
            <a:extLst>
              <a:ext uri="{FF2B5EF4-FFF2-40B4-BE49-F238E27FC236}">
                <a16:creationId xmlns:a16="http://schemas.microsoft.com/office/drawing/2014/main" id="{7F24F803-35F8-24B5-4953-FDD84099F041}"/>
              </a:ext>
            </a:extLst>
          </p:cNvPr>
          <p:cNvSpPr txBox="1"/>
          <p:nvPr/>
        </p:nvSpPr>
        <p:spPr>
          <a:xfrm>
            <a:off x="612842" y="3104423"/>
            <a:ext cx="107409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tx2"/>
                </a:solidFill>
              </a:rPr>
              <a:t>2. Tipuri de debitmetre și funcționarea lor</a:t>
            </a:r>
          </a:p>
          <a:p>
            <a:r>
              <a:rPr lang="ro-RO" b="1" u="sng" dirty="0"/>
              <a:t>a) Debitmetre mecanice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Debitmetru cu turbină:</a:t>
            </a:r>
            <a:r>
              <a:rPr lang="ro-RO" dirty="0"/>
              <a:t> Folosește o elice sau o turbină care se rotește proporțional cu viteza fluidului. Numărul de rotații este corelat cu debitul.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tx2"/>
                </a:solidFill>
              </a:rPr>
              <a:t>Exemple de utilizare:</a:t>
            </a:r>
            <a:r>
              <a:rPr lang="ro-RO" dirty="0">
                <a:solidFill>
                  <a:schemeClr val="tx2"/>
                </a:solidFill>
              </a:rPr>
              <a:t> Instalații de alimentare cu apă sau instalații de gaz.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Debitmetru cu plutitor (rotametrul):</a:t>
            </a:r>
            <a:r>
              <a:rPr lang="ro-RO" dirty="0"/>
              <a:t> Un plutitor se deplasează într-un tub conic sub influența curgerii fluidului, iar poziția sa indică debitul.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tx2"/>
                </a:solidFill>
              </a:rPr>
              <a:t>Exemple de utilizare:</a:t>
            </a:r>
            <a:r>
              <a:rPr lang="ro-RO" dirty="0">
                <a:solidFill>
                  <a:schemeClr val="tx2"/>
                </a:solidFill>
              </a:rPr>
              <a:t> instalații industriale.</a:t>
            </a:r>
          </a:p>
        </p:txBody>
      </p:sp>
    </p:spTree>
    <p:extLst>
      <p:ext uri="{BB962C8B-B14F-4D97-AF65-F5344CB8AC3E}">
        <p14:creationId xmlns:p14="http://schemas.microsoft.com/office/powerpoint/2010/main" val="376745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61CAF-C2CA-ACB6-6D4B-6FE8640F9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497F4BC3-B56E-D91B-EFA0-C6008352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981F1CDA-8465-E39D-8C64-F9BFBD617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9</a:t>
            </a:fld>
            <a:endParaRPr lang="ro-RO" dirty="0"/>
          </a:p>
        </p:txBody>
      </p:sp>
      <p:pic>
        <p:nvPicPr>
          <p:cNvPr id="3" name="Media online 2" title="Turbine Gas Meter">
            <a:hlinkClick r:id="" action="ppaction://media"/>
            <a:extLst>
              <a:ext uri="{FF2B5EF4-FFF2-40B4-BE49-F238E27FC236}">
                <a16:creationId xmlns:a16="http://schemas.microsoft.com/office/drawing/2014/main" id="{9BAA17BC-3FD7-A41C-96AE-078A6F67799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396027" y="324329"/>
            <a:ext cx="9626012" cy="5434445"/>
          </a:xfrm>
          <a:prstGeom prst="rect">
            <a:avLst/>
          </a:prstGeom>
        </p:spPr>
      </p:pic>
      <p:sp>
        <p:nvSpPr>
          <p:cNvPr id="7" name="CasetăText 6">
            <a:extLst>
              <a:ext uri="{FF2B5EF4-FFF2-40B4-BE49-F238E27FC236}">
                <a16:creationId xmlns:a16="http://schemas.microsoft.com/office/drawing/2014/main" id="{C3E9C817-0093-CC1D-AD09-97D46070A5E5}"/>
              </a:ext>
            </a:extLst>
          </p:cNvPr>
          <p:cNvSpPr txBox="1"/>
          <p:nvPr/>
        </p:nvSpPr>
        <p:spPr>
          <a:xfrm>
            <a:off x="2065082" y="5806695"/>
            <a:ext cx="8287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3  Cum funcționează un debitmetru cu turbină 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9" name="Substituent subsol 6">
            <a:extLst>
              <a:ext uri="{FF2B5EF4-FFF2-40B4-BE49-F238E27FC236}">
                <a16:creationId xmlns:a16="http://schemas.microsoft.com/office/drawing/2014/main" id="{8E58AF4E-475E-D344-0B70-566FDC97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Tipuri de debitmetre</a:t>
            </a:r>
          </a:p>
        </p:txBody>
      </p:sp>
    </p:spTree>
    <p:extLst>
      <p:ext uri="{BB962C8B-B14F-4D97-AF65-F5344CB8AC3E}">
        <p14:creationId xmlns:p14="http://schemas.microsoft.com/office/powerpoint/2010/main" val="3160295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61CAF-C2CA-ACB6-6D4B-6FE8640F9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497F4BC3-B56E-D91B-EFA0-C6008352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981F1CDA-8465-E39D-8C64-F9BFBD617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10</a:t>
            </a:fld>
            <a:endParaRPr lang="ro-RO" dirty="0"/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C3E9C817-0093-CC1D-AD09-97D46070A5E5}"/>
              </a:ext>
            </a:extLst>
          </p:cNvPr>
          <p:cNvSpPr txBox="1"/>
          <p:nvPr/>
        </p:nvSpPr>
        <p:spPr>
          <a:xfrm>
            <a:off x="1600363" y="5144366"/>
            <a:ext cx="6178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4  Cum funcționează un rotametru 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  <p:pic>
        <p:nvPicPr>
          <p:cNvPr id="2" name="Media online 1" title="Rotameter Working Explanation with 3d Animation">
            <a:hlinkClick r:id="" action="ppaction://media"/>
            <a:extLst>
              <a:ext uri="{FF2B5EF4-FFF2-40B4-BE49-F238E27FC236}">
                <a16:creationId xmlns:a16="http://schemas.microsoft.com/office/drawing/2014/main" id="{E419E408-5F3A-5765-BAD9-FD21FB4D592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778643" y="640207"/>
            <a:ext cx="7822285" cy="4416136"/>
          </a:xfrm>
          <a:prstGeom prst="rect">
            <a:avLst/>
          </a:prstGeom>
        </p:spPr>
      </p:pic>
      <p:pic>
        <p:nvPicPr>
          <p:cNvPr id="5" name="Media online 4" title="Flow measure by Rota meter">
            <a:hlinkClick r:id="" action="ppaction://media"/>
            <a:extLst>
              <a:ext uri="{FF2B5EF4-FFF2-40B4-BE49-F238E27FC236}">
                <a16:creationId xmlns:a16="http://schemas.microsoft.com/office/drawing/2014/main" id="{1DBF9186-889C-3D48-BFE7-02585340F410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7"/>
          <a:stretch>
            <a:fillRect/>
          </a:stretch>
        </p:blipFill>
        <p:spPr>
          <a:xfrm>
            <a:off x="9107116" y="640207"/>
            <a:ext cx="2493277" cy="4416136"/>
          </a:xfrm>
          <a:prstGeom prst="rect">
            <a:avLst/>
          </a:prstGeom>
        </p:spPr>
      </p:pic>
      <p:sp>
        <p:nvSpPr>
          <p:cNvPr id="9" name="CasetăText 8">
            <a:extLst>
              <a:ext uri="{FF2B5EF4-FFF2-40B4-BE49-F238E27FC236}">
                <a16:creationId xmlns:a16="http://schemas.microsoft.com/office/drawing/2014/main" id="{C07B8957-9417-A9DC-6BF9-8D7E67106E2D}"/>
              </a:ext>
            </a:extLst>
          </p:cNvPr>
          <p:cNvSpPr txBox="1"/>
          <p:nvPr/>
        </p:nvSpPr>
        <p:spPr>
          <a:xfrm>
            <a:off x="9016933" y="5144366"/>
            <a:ext cx="2673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5 Rotametru 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10" name="Substituent subsol 6">
            <a:extLst>
              <a:ext uri="{FF2B5EF4-FFF2-40B4-BE49-F238E27FC236}">
                <a16:creationId xmlns:a16="http://schemas.microsoft.com/office/drawing/2014/main" id="{8427DF07-F68A-24C1-9CA6-0C1FDA92B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Tipuri de debitmetre</a:t>
            </a:r>
          </a:p>
        </p:txBody>
      </p:sp>
    </p:spTree>
    <p:extLst>
      <p:ext uri="{BB962C8B-B14F-4D97-AF65-F5344CB8AC3E}">
        <p14:creationId xmlns:p14="http://schemas.microsoft.com/office/powerpoint/2010/main" val="213795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63847-0870-0100-FA99-383EEF0BD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469A5A3D-2DCC-21D2-7555-D79D4C630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F0AEB506-3BE0-60C9-DC49-6856B7B6A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11</a:t>
            </a:fld>
            <a:endParaRPr lang="ro-RO" dirty="0"/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id="{33164742-79DC-26D6-8E63-6DE5E8CBE8A5}"/>
              </a:ext>
            </a:extLst>
          </p:cNvPr>
          <p:cNvSpPr txBox="1"/>
          <p:nvPr/>
        </p:nvSpPr>
        <p:spPr>
          <a:xfrm>
            <a:off x="612842" y="496472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bg2"/>
                </a:solidFill>
              </a:rPr>
              <a:t>II</a:t>
            </a:r>
            <a:r>
              <a:rPr lang="en-US" b="1" dirty="0">
                <a:solidFill>
                  <a:schemeClr val="bg2"/>
                </a:solidFill>
              </a:rPr>
              <a:t>I</a:t>
            </a:r>
            <a:r>
              <a:rPr lang="ro-RO" b="1" dirty="0">
                <a:solidFill>
                  <a:schemeClr val="bg2"/>
                </a:solidFill>
              </a:rPr>
              <a:t>. Tipuri de debitmetre</a:t>
            </a:r>
          </a:p>
        </p:txBody>
      </p:sp>
      <p:sp>
        <p:nvSpPr>
          <p:cNvPr id="4" name="Substituent subsol 6">
            <a:extLst>
              <a:ext uri="{FF2B5EF4-FFF2-40B4-BE49-F238E27FC236}">
                <a16:creationId xmlns:a16="http://schemas.microsoft.com/office/drawing/2014/main" id="{93A4B155-4C23-7935-6FA7-D8E554745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Tipuri de debitmetre</a:t>
            </a:r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7BAB2211-376B-AEC2-6954-12D2341FAF1A}"/>
              </a:ext>
            </a:extLst>
          </p:cNvPr>
          <p:cNvSpPr txBox="1"/>
          <p:nvPr/>
        </p:nvSpPr>
        <p:spPr>
          <a:xfrm>
            <a:off x="612842" y="889844"/>
            <a:ext cx="1074095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u="sng" dirty="0"/>
              <a:t>b) Debitmetre electronice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Debitmetru electromagnetic:</a:t>
            </a:r>
            <a:r>
              <a:rPr lang="ro-RO" dirty="0"/>
              <a:t> </a:t>
            </a:r>
            <a:r>
              <a:rPr lang="ro-RO" b="1" dirty="0">
                <a:solidFill>
                  <a:schemeClr val="bg2"/>
                </a:solidFill>
              </a:rPr>
              <a:t>Funcționează pe baza principiului inducției electromagnetice</a:t>
            </a:r>
            <a:r>
              <a:rPr lang="ro-RO" dirty="0"/>
              <a:t>; lichidul conductor care trece printr-un câmp magnetic generează un semnal electric proporțional cu viteza fluxului.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/>
              <a:t>Exemple de utilizare:</a:t>
            </a:r>
            <a:r>
              <a:rPr lang="ro-RO" dirty="0"/>
              <a:t> Sisteme de apă potabilă, instalații industriale cu lichide corozive.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Debitmetru ultrasonic:</a:t>
            </a:r>
            <a:r>
              <a:rPr lang="ro-RO" dirty="0"/>
              <a:t> </a:t>
            </a:r>
            <a:r>
              <a:rPr lang="ro-RO" b="1" dirty="0">
                <a:solidFill>
                  <a:schemeClr val="bg2"/>
                </a:solidFill>
              </a:rPr>
              <a:t>Utilizează unde ultrasonice pentru a măsura viteza fluidului</a:t>
            </a:r>
            <a:r>
              <a:rPr lang="ro-RO" dirty="0"/>
              <a:t>. Funcționează prin metoda timpului de tranzit.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/>
              <a:t>Exemple de utilizare:</a:t>
            </a:r>
            <a:r>
              <a:rPr lang="ro-RO" dirty="0"/>
              <a:t> Conducte mari, măsurători de gaze naturale.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u="sng" dirty="0"/>
          </a:p>
          <a:p>
            <a:r>
              <a:rPr lang="ro-RO" b="1" u="sng" dirty="0"/>
              <a:t>c) Debitmetre pentru gaze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Debitmetru cu diafragmă:</a:t>
            </a:r>
            <a:r>
              <a:rPr lang="ro-RO" dirty="0"/>
              <a:t> </a:t>
            </a:r>
            <a:r>
              <a:rPr lang="ro-RO" b="1" dirty="0">
                <a:solidFill>
                  <a:schemeClr val="bg2"/>
                </a:solidFill>
              </a:rPr>
              <a:t>Creează o diferență de presiune într-un punct îngust al conductei, care este proporțională cu debitul.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/>
              <a:t>Exemple de utilizare:</a:t>
            </a:r>
            <a:r>
              <a:rPr lang="ro-RO" dirty="0"/>
              <a:t> Măsurători de gaze naturale sau aer comprimat.</a:t>
            </a:r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D04FA2B3-CCCE-01E6-526A-AD1528ED3E39}"/>
              </a:ext>
            </a:extLst>
          </p:cNvPr>
          <p:cNvSpPr txBox="1"/>
          <p:nvPr/>
        </p:nvSpPr>
        <p:spPr>
          <a:xfrm>
            <a:off x="612842" y="4768809"/>
            <a:ext cx="107409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tx2"/>
                </a:solidFill>
              </a:rPr>
              <a:t>3. Unde se utilizează?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o-RO" dirty="0"/>
              <a:t>În sistemele de alimentare cu apă, pentru monitorizarea consumului și detectarea pierderilor.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o-RO" dirty="0"/>
              <a:t>În sisteme de încălzire și răcire, pentru măsurarea fluxului agentului termic.</a:t>
            </a:r>
          </a:p>
        </p:txBody>
      </p:sp>
    </p:spTree>
    <p:extLst>
      <p:ext uri="{BB962C8B-B14F-4D97-AF65-F5344CB8AC3E}">
        <p14:creationId xmlns:p14="http://schemas.microsoft.com/office/powerpoint/2010/main" val="329825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6CFE1-C826-E4B2-9008-724703F9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0F2564E1-3B39-BA98-0ADC-82832AD9A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0D314DEA-B423-092D-C391-C5AD790C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12</a:t>
            </a:fld>
            <a:endParaRPr lang="ro-RO" dirty="0"/>
          </a:p>
        </p:txBody>
      </p:sp>
      <p:sp>
        <p:nvSpPr>
          <p:cNvPr id="4" name="Substituent subsol 6">
            <a:extLst>
              <a:ext uri="{FF2B5EF4-FFF2-40B4-BE49-F238E27FC236}">
                <a16:creationId xmlns:a16="http://schemas.microsoft.com/office/drawing/2014/main" id="{8D5815AB-A1ED-D5A0-D687-04C22B4B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Tipuri de debitmetre</a:t>
            </a:r>
          </a:p>
        </p:txBody>
      </p:sp>
      <p:pic>
        <p:nvPicPr>
          <p:cNvPr id="3" name="Media online 2" title="The Electromagnetic Flow Measuring Principle">
            <a:hlinkClick r:id="" action="ppaction://media"/>
            <a:extLst>
              <a:ext uri="{FF2B5EF4-FFF2-40B4-BE49-F238E27FC236}">
                <a16:creationId xmlns:a16="http://schemas.microsoft.com/office/drawing/2014/main" id="{A2EE79D3-6C1C-A350-BD77-13A96CC7F22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352145" y="303766"/>
            <a:ext cx="9669894" cy="5459219"/>
          </a:xfrm>
          <a:prstGeom prst="rect">
            <a:avLst/>
          </a:prstGeom>
        </p:spPr>
      </p:pic>
      <p:sp>
        <p:nvSpPr>
          <p:cNvPr id="5" name="CasetăText 4">
            <a:extLst>
              <a:ext uri="{FF2B5EF4-FFF2-40B4-BE49-F238E27FC236}">
                <a16:creationId xmlns:a16="http://schemas.microsoft.com/office/drawing/2014/main" id="{D29DF5F3-4758-747F-0883-047AD9DAB474}"/>
              </a:ext>
            </a:extLst>
          </p:cNvPr>
          <p:cNvSpPr txBox="1"/>
          <p:nvPr/>
        </p:nvSpPr>
        <p:spPr>
          <a:xfrm>
            <a:off x="3097670" y="5823678"/>
            <a:ext cx="61788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6  Cum funcționează un debitmetru electromagnetic 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03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6CFE1-C826-E4B2-9008-724703F9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0F2564E1-3B39-BA98-0ADC-82832AD9A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0D314DEA-B423-092D-C391-C5AD790C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13</a:t>
            </a:fld>
            <a:endParaRPr lang="ro-RO" dirty="0"/>
          </a:p>
        </p:txBody>
      </p:sp>
      <p:sp>
        <p:nvSpPr>
          <p:cNvPr id="4" name="Substituent subsol 6">
            <a:extLst>
              <a:ext uri="{FF2B5EF4-FFF2-40B4-BE49-F238E27FC236}">
                <a16:creationId xmlns:a16="http://schemas.microsoft.com/office/drawing/2014/main" id="{8D5815AB-A1ED-D5A0-D687-04C22B4B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Tipuri de debitmetre</a:t>
            </a: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D29DF5F3-4758-747F-0883-047AD9DAB474}"/>
              </a:ext>
            </a:extLst>
          </p:cNvPr>
          <p:cNvSpPr txBox="1"/>
          <p:nvPr/>
        </p:nvSpPr>
        <p:spPr>
          <a:xfrm>
            <a:off x="3097670" y="5823678"/>
            <a:ext cx="61788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7  Cum se poate măsura debitul cu ajutorul ultrasunetelor 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  <p:pic>
        <p:nvPicPr>
          <p:cNvPr id="2" name="Media online 1" title="Clamp-on, Ultrasonic Flow Meters">
            <a:hlinkClick r:id="" action="ppaction://media"/>
            <a:extLst>
              <a:ext uri="{FF2B5EF4-FFF2-40B4-BE49-F238E27FC236}">
                <a16:creationId xmlns:a16="http://schemas.microsoft.com/office/drawing/2014/main" id="{DE1EE6E8-4624-D0E8-12DC-A7E2420F9F8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283422" y="286863"/>
            <a:ext cx="9807339" cy="553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910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6CFE1-C826-E4B2-9008-724703F9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0F2564E1-3B39-BA98-0ADC-82832AD9A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0D314DEA-B423-092D-C391-C5AD790C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14</a:t>
            </a:fld>
            <a:endParaRPr lang="ro-RO" dirty="0"/>
          </a:p>
        </p:txBody>
      </p:sp>
      <p:sp>
        <p:nvSpPr>
          <p:cNvPr id="4" name="Substituent subsol 6">
            <a:extLst>
              <a:ext uri="{FF2B5EF4-FFF2-40B4-BE49-F238E27FC236}">
                <a16:creationId xmlns:a16="http://schemas.microsoft.com/office/drawing/2014/main" id="{8D5815AB-A1ED-D5A0-D687-04C22B4B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Tipuri de debitmetre</a:t>
            </a: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D29DF5F3-4758-747F-0883-047AD9DAB474}"/>
              </a:ext>
            </a:extLst>
          </p:cNvPr>
          <p:cNvSpPr txBox="1"/>
          <p:nvPr/>
        </p:nvSpPr>
        <p:spPr>
          <a:xfrm>
            <a:off x="3097670" y="5823678"/>
            <a:ext cx="6178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8  Debitmetru cu diafragmă 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  <p:pic>
        <p:nvPicPr>
          <p:cNvPr id="3" name="Media online 2" title="Itron C&amp;I Diaphragm GAS Meters from Hanley Controls">
            <a:hlinkClick r:id="" action="ppaction://media"/>
            <a:extLst>
              <a:ext uri="{FF2B5EF4-FFF2-40B4-BE49-F238E27FC236}">
                <a16:creationId xmlns:a16="http://schemas.microsoft.com/office/drawing/2014/main" id="{BF6BAA66-8B50-C1F5-C30D-60703AEA2F0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311889" y="237849"/>
            <a:ext cx="9894158" cy="558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469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618F6-1185-D54A-C7B0-4EFF202CB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DDB79FF3-EEBD-DB47-DEAD-F1C9B115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C17EAEF9-83EF-86BA-F2BE-ADC4160C9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15</a:t>
            </a:fld>
            <a:endParaRPr lang="ro-RO" dirty="0"/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id="{64BF4397-09F4-21E1-1558-CE1E711C261F}"/>
              </a:ext>
            </a:extLst>
          </p:cNvPr>
          <p:cNvSpPr txBox="1"/>
          <p:nvPr/>
        </p:nvSpPr>
        <p:spPr>
          <a:xfrm>
            <a:off x="612842" y="496472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bg2"/>
                </a:solidFill>
              </a:rPr>
              <a:t>IV. Tabel comparativ al tipurilor de debitmetre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DD579C0A-95EB-1E0A-3BE1-A39E499ED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001" y="1038097"/>
            <a:ext cx="9253997" cy="4781805"/>
          </a:xfrm>
          <a:prstGeom prst="rect">
            <a:avLst/>
          </a:prstGeom>
        </p:spPr>
      </p:pic>
      <p:sp>
        <p:nvSpPr>
          <p:cNvPr id="9" name="Substituent subsol 6">
            <a:extLst>
              <a:ext uri="{FF2B5EF4-FFF2-40B4-BE49-F238E27FC236}">
                <a16:creationId xmlns:a16="http://schemas.microsoft.com/office/drawing/2014/main" id="{5DA03661-EE64-6275-285F-5BB8B90D1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Comparație</a:t>
            </a:r>
          </a:p>
        </p:txBody>
      </p:sp>
    </p:spTree>
    <p:extLst>
      <p:ext uri="{BB962C8B-B14F-4D97-AF65-F5344CB8AC3E}">
        <p14:creationId xmlns:p14="http://schemas.microsoft.com/office/powerpoint/2010/main" val="2433413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5B7A-D12F-8F36-2B5C-B09C3EE7B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49E7D2EC-B270-BA6C-C9B4-E208403C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FBB41A6F-388E-189D-1931-D0FB419F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16</a:t>
            </a:fld>
            <a:endParaRPr lang="ro-RO" dirty="0"/>
          </a:p>
        </p:txBody>
      </p:sp>
      <p:sp>
        <p:nvSpPr>
          <p:cNvPr id="4" name="Substituent subsol 6">
            <a:extLst>
              <a:ext uri="{FF2B5EF4-FFF2-40B4-BE49-F238E27FC236}">
                <a16:creationId xmlns:a16="http://schemas.microsoft.com/office/drawing/2014/main" id="{3B2DB008-7496-3586-E2AA-3942F2B78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Comparație</a:t>
            </a: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9570BFCC-CEF0-3174-6729-69D340B18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727" y="332579"/>
            <a:ext cx="7935774" cy="596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106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539D1-BB45-D2CC-C895-91BCEBEF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B108B28E-4FEC-3951-B4C8-A9B1D004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8A18C54F-031F-1C1F-A6B3-7AC24487A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17</a:t>
            </a:fld>
            <a:endParaRPr lang="ro-RO" dirty="0"/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id="{AB18DCBD-C4CC-5B67-FFCF-636B7B1C44EF}"/>
              </a:ext>
            </a:extLst>
          </p:cNvPr>
          <p:cNvSpPr txBox="1"/>
          <p:nvPr/>
        </p:nvSpPr>
        <p:spPr>
          <a:xfrm>
            <a:off x="470170" y="267280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bg2"/>
                </a:solidFill>
              </a:rPr>
              <a:t>V. Higrometrul</a:t>
            </a:r>
          </a:p>
        </p:txBody>
      </p:sp>
      <p:sp>
        <p:nvSpPr>
          <p:cNvPr id="4" name="Substituent subsol 6">
            <a:extLst>
              <a:ext uri="{FF2B5EF4-FFF2-40B4-BE49-F238E27FC236}">
                <a16:creationId xmlns:a16="http://schemas.microsoft.com/office/drawing/2014/main" id="{3A59703B-E318-F621-87FB-BEA286581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Higrometrul</a:t>
            </a: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E2EBBAD8-07D5-7F57-62AD-EAFCE02E47A8}"/>
              </a:ext>
            </a:extLst>
          </p:cNvPr>
          <p:cNvSpPr txBox="1"/>
          <p:nvPr/>
        </p:nvSpPr>
        <p:spPr>
          <a:xfrm>
            <a:off x="470170" y="678736"/>
            <a:ext cx="107409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b="1" dirty="0"/>
              <a:t>Higrometrul </a:t>
            </a:r>
            <a:r>
              <a:rPr lang="ro-RO" dirty="0">
                <a:solidFill>
                  <a:schemeClr val="bg2"/>
                </a:solidFill>
              </a:rPr>
              <a:t>este un dispozitiv utilizat </a:t>
            </a:r>
            <a:r>
              <a:rPr lang="ro-RO" b="1" dirty="0">
                <a:solidFill>
                  <a:schemeClr val="bg2"/>
                </a:solidFill>
              </a:rPr>
              <a:t>pentru măsurarea umidității relative a aerului </a:t>
            </a:r>
            <a:r>
              <a:rPr lang="ro-RO" dirty="0"/>
              <a:t>sau a altor gaze dintr-un spațiu. </a:t>
            </a:r>
            <a:r>
              <a:rPr lang="ro-RO" u="sng" dirty="0"/>
              <a:t>Umiditatea relativă este raportul dintre cantitatea de vapori de apă din aer și cantitatea maximă pe care aerul o poate reține la aceeași temperatură, exprimată procentual</a:t>
            </a:r>
            <a:r>
              <a:rPr lang="ro-RO" dirty="0"/>
              <a:t>.</a:t>
            </a:r>
          </a:p>
        </p:txBody>
      </p:sp>
      <p:sp>
        <p:nvSpPr>
          <p:cNvPr id="10" name="CasetăText 9">
            <a:extLst>
              <a:ext uri="{FF2B5EF4-FFF2-40B4-BE49-F238E27FC236}">
                <a16:creationId xmlns:a16="http://schemas.microsoft.com/office/drawing/2014/main" id="{F156C737-6796-775A-CF0D-C812CD0A48A8}"/>
              </a:ext>
            </a:extLst>
          </p:cNvPr>
          <p:cNvSpPr txBox="1"/>
          <p:nvPr/>
        </p:nvSpPr>
        <p:spPr>
          <a:xfrm>
            <a:off x="470170" y="1736264"/>
            <a:ext cx="42837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b="1" dirty="0">
                <a:solidFill>
                  <a:schemeClr val="bg2"/>
                </a:solidFill>
              </a:rPr>
              <a:t>a) Higrometrul mecanic (cu fir de păr sau material higroscopic)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Principiu de funcționare:</a:t>
            </a:r>
            <a:r>
              <a:rPr lang="ro-RO" dirty="0"/>
              <a:t> Se bazează pe proprietatea unor materiale higroscopice (cum ar fi firele de păr sau benzi din materiale speciale) de a-și modifica lungimea în funcție de umiditatea aerului.</a:t>
            </a:r>
          </a:p>
          <a:p>
            <a:pPr marL="447675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Pe măsură ce umiditatea crește, materialul se dilată, iar când umiditatea scade, materialul se contractă.</a:t>
            </a:r>
          </a:p>
          <a:p>
            <a:pPr marL="447675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Această modificare este transmisă mecanic unui ac indicator pe o scară gradată.</a:t>
            </a:r>
          </a:p>
        </p:txBody>
      </p:sp>
      <p:pic>
        <p:nvPicPr>
          <p:cNvPr id="12" name="Media online 11" title="Hygrometer">
            <a:hlinkClick r:id="" action="ppaction://media"/>
            <a:extLst>
              <a:ext uri="{FF2B5EF4-FFF2-40B4-BE49-F238E27FC236}">
                <a16:creationId xmlns:a16="http://schemas.microsoft.com/office/drawing/2014/main" id="{56380F3E-B68D-AFA8-A2BA-2A0EF701432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015929" y="1724166"/>
            <a:ext cx="6705901" cy="3871609"/>
          </a:xfrm>
          <a:prstGeom prst="rect">
            <a:avLst/>
          </a:prstGeom>
        </p:spPr>
      </p:pic>
      <p:sp>
        <p:nvSpPr>
          <p:cNvPr id="13" name="CasetăText 12">
            <a:extLst>
              <a:ext uri="{FF2B5EF4-FFF2-40B4-BE49-F238E27FC236}">
                <a16:creationId xmlns:a16="http://schemas.microsoft.com/office/drawing/2014/main" id="{9CEC860F-4D2D-44EA-522F-D17D93235132}"/>
              </a:ext>
            </a:extLst>
          </p:cNvPr>
          <p:cNvSpPr txBox="1"/>
          <p:nvPr/>
        </p:nvSpPr>
        <p:spPr>
          <a:xfrm>
            <a:off x="6798044" y="5595775"/>
            <a:ext cx="31416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9  Higrometru mecanic 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190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539D1-BB45-D2CC-C895-91BCEBEF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B108B28E-4FEC-3951-B4C8-A9B1D004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8A18C54F-031F-1C1F-A6B3-7AC24487A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18</a:t>
            </a:fld>
            <a:endParaRPr lang="ro-RO" dirty="0"/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id="{AB18DCBD-C4CC-5B67-FFCF-636B7B1C44EF}"/>
              </a:ext>
            </a:extLst>
          </p:cNvPr>
          <p:cNvSpPr txBox="1"/>
          <p:nvPr/>
        </p:nvSpPr>
        <p:spPr>
          <a:xfrm>
            <a:off x="470170" y="496371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bg2"/>
                </a:solidFill>
              </a:rPr>
              <a:t>V. Higrometrul</a:t>
            </a:r>
          </a:p>
        </p:txBody>
      </p:sp>
      <p:sp>
        <p:nvSpPr>
          <p:cNvPr id="4" name="Substituent subsol 6">
            <a:extLst>
              <a:ext uri="{FF2B5EF4-FFF2-40B4-BE49-F238E27FC236}">
                <a16:creationId xmlns:a16="http://schemas.microsoft.com/office/drawing/2014/main" id="{3A59703B-E318-F621-87FB-BEA286581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Higrometrul</a:t>
            </a:r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9CEC860F-4D2D-44EA-522F-D17D93235132}"/>
              </a:ext>
            </a:extLst>
          </p:cNvPr>
          <p:cNvSpPr txBox="1"/>
          <p:nvPr/>
        </p:nvSpPr>
        <p:spPr>
          <a:xfrm>
            <a:off x="6992136" y="5469996"/>
            <a:ext cx="35097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Fig. 3 Higrometru digital 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euroelectronics.ro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F259D8CB-D8A4-2E54-349D-849AECBF7DD1}"/>
              </a:ext>
            </a:extLst>
          </p:cNvPr>
          <p:cNvSpPr txBox="1"/>
          <p:nvPr/>
        </p:nvSpPr>
        <p:spPr>
          <a:xfrm>
            <a:off x="470170" y="1222679"/>
            <a:ext cx="521078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b="1" dirty="0">
                <a:solidFill>
                  <a:schemeClr val="bg2"/>
                </a:solidFill>
              </a:rPr>
              <a:t>b) Higrometrul electronic (capacitiv sau rezistiv)</a:t>
            </a:r>
          </a:p>
          <a:p>
            <a:pPr algn="just"/>
            <a:endParaRPr lang="ro-RO" b="1" dirty="0">
              <a:solidFill>
                <a:schemeClr val="bg2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Principiu de funcționare:</a:t>
            </a:r>
            <a:endParaRPr lang="ro-RO" dirty="0"/>
          </a:p>
          <a:p>
            <a:pPr marL="534988" lvl="1" indent="-285750" algn="just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bg2"/>
                </a:solidFill>
              </a:rPr>
              <a:t>Capacitiv:</a:t>
            </a:r>
            <a:r>
              <a:rPr lang="ro-RO" dirty="0"/>
              <a:t> Utilizează un senzor cu un strat dielectric care își modifică permitivitatea electrică în funcție de umiditate. Această schimbare este convertită într-un semnal electric proporțional cu umiditatea.</a:t>
            </a:r>
          </a:p>
          <a:p>
            <a:pPr marL="534988" lvl="1" indent="-285750" algn="just">
              <a:buFont typeface="Arial" panose="020B0604020202020204" pitchFamily="34" charset="0"/>
              <a:buChar char="•"/>
            </a:pPr>
            <a:endParaRPr lang="ro-RO" dirty="0"/>
          </a:p>
          <a:p>
            <a:pPr marL="534988" lvl="1" indent="-285750" algn="just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bg2"/>
                </a:solidFill>
              </a:rPr>
              <a:t>Rezistiv:</a:t>
            </a:r>
            <a:r>
              <a:rPr lang="ro-RO" dirty="0"/>
              <a:t> Se bazează pe schimbarea rezistenței unui material higroscopic atunci când absoarbe umiditatea din aer.</a:t>
            </a:r>
          </a:p>
          <a:p>
            <a:pPr marL="534988" lvl="1" indent="-285750" algn="just">
              <a:buFont typeface="Arial" panose="020B0604020202020204" pitchFamily="34" charset="0"/>
              <a:buChar char="•"/>
            </a:pPr>
            <a:endParaRPr lang="ro-RO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Aplicații:</a:t>
            </a:r>
            <a:r>
              <a:rPr lang="ro-RO" dirty="0"/>
              <a:t> Sisteme HVAC, stații meteorologice, laboratoare.</a:t>
            </a:r>
          </a:p>
        </p:txBody>
      </p:sp>
      <p:pic>
        <p:nvPicPr>
          <p:cNvPr id="2050" name="Picture 2" descr="Termometru si higrometru digital cu afisaj data/ora GreenBlue ...">
            <a:extLst>
              <a:ext uri="{FF2B5EF4-FFF2-40B4-BE49-F238E27FC236}">
                <a16:creationId xmlns:a16="http://schemas.microsoft.com/office/drawing/2014/main" id="{B1D206C0-5B06-18E3-8BA3-958E2A801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049" y="814891"/>
            <a:ext cx="4471904" cy="44719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753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D299E-C790-F813-0C24-C11BAF545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E918EF8A-037F-FB28-FA14-EBA62D9B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05AFFEE0-99BD-273B-5485-80B1FAF9C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19</a:t>
            </a:fld>
            <a:endParaRPr lang="ro-RO" dirty="0"/>
          </a:p>
        </p:txBody>
      </p:sp>
      <p:sp>
        <p:nvSpPr>
          <p:cNvPr id="4" name="Substituent subsol 6">
            <a:extLst>
              <a:ext uri="{FF2B5EF4-FFF2-40B4-BE49-F238E27FC236}">
                <a16:creationId xmlns:a16="http://schemas.microsoft.com/office/drawing/2014/main" id="{0067171B-6325-DBE9-AB56-239220C5A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Organe de control</a:t>
            </a: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5FE75A2E-5CCD-A053-0D6B-C21BB6BEE6BE}"/>
              </a:ext>
            </a:extLst>
          </p:cNvPr>
          <p:cNvSpPr txBox="1"/>
          <p:nvPr/>
        </p:nvSpPr>
        <p:spPr>
          <a:xfrm>
            <a:off x="762000" y="680480"/>
            <a:ext cx="54831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B. </a:t>
            </a:r>
            <a:r>
              <a:rPr lang="ro-RO" b="1" dirty="0">
                <a:solidFill>
                  <a:schemeClr val="bg2"/>
                </a:solidFill>
              </a:rPr>
              <a:t>Organe de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Funcție:</a:t>
            </a:r>
            <a:r>
              <a:rPr lang="ro-RO" dirty="0"/>
              <a:t> Reglarea parametrilor de funcționare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Exemple:</a:t>
            </a:r>
            <a:endParaRPr lang="ro-RO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Termostate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 err="1"/>
              <a:t>Regulato</a:t>
            </a:r>
            <a:r>
              <a:rPr lang="en-US" dirty="0"/>
              <a:t>are</a:t>
            </a:r>
            <a:r>
              <a:rPr lang="ro-RO" dirty="0"/>
              <a:t> de presiune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Controlere programabile (PLC-uri)</a:t>
            </a:r>
          </a:p>
        </p:txBody>
      </p:sp>
      <p:sp>
        <p:nvSpPr>
          <p:cNvPr id="10" name="CasetăText 9">
            <a:extLst>
              <a:ext uri="{FF2B5EF4-FFF2-40B4-BE49-F238E27FC236}">
                <a16:creationId xmlns:a16="http://schemas.microsoft.com/office/drawing/2014/main" id="{00AB5B3E-0164-FB33-FFB5-B81383345CAB}"/>
              </a:ext>
            </a:extLst>
          </p:cNvPr>
          <p:cNvSpPr txBox="1"/>
          <p:nvPr/>
        </p:nvSpPr>
        <p:spPr>
          <a:xfrm>
            <a:off x="761999" y="2711804"/>
            <a:ext cx="53340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b="1" dirty="0">
                <a:solidFill>
                  <a:schemeClr val="bg2"/>
                </a:solidFill>
              </a:rPr>
              <a:t>1. Termostate</a:t>
            </a:r>
            <a:r>
              <a:rPr lang="en-US" b="1" dirty="0">
                <a:solidFill>
                  <a:schemeClr val="bg2"/>
                </a:solidFill>
              </a:rPr>
              <a:t>le</a:t>
            </a:r>
            <a:endParaRPr lang="ro-RO" b="1" dirty="0">
              <a:solidFill>
                <a:schemeClr val="bg2"/>
              </a:solidFill>
            </a:endParaRPr>
          </a:p>
          <a:p>
            <a:pPr algn="just"/>
            <a:r>
              <a:rPr lang="ro-RO" b="1" dirty="0">
                <a:solidFill>
                  <a:schemeClr val="tx2"/>
                </a:solidFill>
              </a:rPr>
              <a:t>Ce sunt 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bg2"/>
                </a:solidFill>
              </a:rPr>
              <a:t>Termostatele sunt dispozitive utilizate pentru a menține temperatura unui mediu </a:t>
            </a:r>
            <a:r>
              <a:rPr lang="ro-RO" dirty="0"/>
              <a:t>sau a unui echipament în limite prestabilite.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o-RO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ro-RO" dirty="0"/>
              <a:t>Monitorizează temperatura și activează sau dezactivează alte echipamente (de exemplu, </a:t>
            </a:r>
            <a:r>
              <a:rPr lang="en-US" dirty="0"/>
              <a:t>o </a:t>
            </a:r>
            <a:r>
              <a:rPr lang="ro-RO" dirty="0"/>
              <a:t>microcentrală sau un ventilator) pentru a regla temperatura.</a:t>
            </a:r>
          </a:p>
        </p:txBody>
      </p:sp>
      <p:pic>
        <p:nvPicPr>
          <p:cNvPr id="3074" name="Picture 2" descr="Termostat inteligent, Wi-Fi, TUYA, Smart Life, Compatibil cu Alexa, Google Home, Yandex Alice, Avatto, WT100-WH-3A">
            <a:extLst>
              <a:ext uri="{FF2B5EF4-FFF2-40B4-BE49-F238E27FC236}">
                <a16:creationId xmlns:a16="http://schemas.microsoft.com/office/drawing/2014/main" id="{20D2545F-2DE0-040F-3533-544F18CFC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1417" y="327310"/>
            <a:ext cx="4782383" cy="47689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setăText 10">
            <a:extLst>
              <a:ext uri="{FF2B5EF4-FFF2-40B4-BE49-F238E27FC236}">
                <a16:creationId xmlns:a16="http://schemas.microsoft.com/office/drawing/2014/main" id="{C1F9B8C1-CE38-0946-A02B-086BCDFB23EF}"/>
              </a:ext>
            </a:extLst>
          </p:cNvPr>
          <p:cNvSpPr txBox="1"/>
          <p:nvPr/>
        </p:nvSpPr>
        <p:spPr>
          <a:xfrm>
            <a:off x="6975305" y="5170251"/>
            <a:ext cx="39746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Fig. 4 Termostat inteligent, </a:t>
            </a:r>
            <a:r>
              <a:rPr lang="ro-RO" b="1" dirty="0" err="1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Wi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-Fi, TUYA, </a:t>
            </a:r>
            <a:r>
              <a:rPr lang="ro-RO" b="1" dirty="0" err="1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Smart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Life, Compatibil cu Alexa, Google Home, </a:t>
            </a:r>
            <a:r>
              <a:rPr lang="ro-RO" b="1" dirty="0" err="1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Yandex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Alice, </a:t>
            </a:r>
            <a:r>
              <a:rPr lang="ro-RO" b="1" dirty="0" err="1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Avatto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, WT100-WH-3A 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a2t.ro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64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6B652-6745-2B79-60EC-850E82C56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F2F36F66-A6E2-9CDF-1EA3-FF2E165F1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E204C688-DDBE-E4EB-4CF7-353083E85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20</a:t>
            </a:fld>
            <a:endParaRPr lang="ro-RO" dirty="0"/>
          </a:p>
        </p:txBody>
      </p:sp>
      <p:sp>
        <p:nvSpPr>
          <p:cNvPr id="4" name="Substituent subsol 6">
            <a:extLst>
              <a:ext uri="{FF2B5EF4-FFF2-40B4-BE49-F238E27FC236}">
                <a16:creationId xmlns:a16="http://schemas.microsoft.com/office/drawing/2014/main" id="{33BB7A44-E836-2857-F5C6-C56E8E192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Organe de control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CF6F6876-FC77-34DD-03C8-29D24F097DD2}"/>
              </a:ext>
            </a:extLst>
          </p:cNvPr>
          <p:cNvSpPr txBox="1"/>
          <p:nvPr/>
        </p:nvSpPr>
        <p:spPr>
          <a:xfrm>
            <a:off x="778643" y="451383"/>
            <a:ext cx="1057515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bg2"/>
                </a:solidFill>
              </a:rPr>
              <a:t>Tipuri de termostate și mod de funcționare:</a:t>
            </a:r>
          </a:p>
          <a:p>
            <a:endParaRPr lang="ro-RO" b="1" dirty="0"/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tx2"/>
                </a:solidFill>
              </a:rPr>
              <a:t>Mecanice: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Utilizează elemente sensibile la temperatură, cum ar fi un bimetal, care se dilată sau se contractă în funcție de temperatură.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/>
              <a:t>Aplicații:</a:t>
            </a:r>
            <a:r>
              <a:rPr lang="ro-RO" dirty="0"/>
              <a:t> Sisteme de încălzire/răcire simple, boilere.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tx2"/>
                </a:solidFill>
              </a:rPr>
              <a:t>Electronice: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Utilizează senzori (de obicei termistori sau PT100) pentru a măsura temperatura și microprocesoare pentru a analiza și controla răspunsul.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/>
              <a:t>Aplicații:</a:t>
            </a:r>
            <a:r>
              <a:rPr lang="ro-RO" dirty="0"/>
              <a:t> Sisteme HVAC, centrale termice, instalații industriale.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tx2"/>
                </a:solidFill>
              </a:rPr>
              <a:t>Programabile (</a:t>
            </a:r>
            <a:r>
              <a:rPr lang="ro-RO" b="1" dirty="0" err="1">
                <a:solidFill>
                  <a:schemeClr val="tx2"/>
                </a:solidFill>
              </a:rPr>
              <a:t>Smart</a:t>
            </a:r>
            <a:r>
              <a:rPr lang="ro-RO" b="1" dirty="0">
                <a:solidFill>
                  <a:schemeClr val="tx2"/>
                </a:solidFill>
              </a:rPr>
              <a:t>):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Permit programarea temperaturilor în funcție de timp și condiții. Pot fi controlate de la distanță prin aplicații mobile.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/>
              <a:t>Aplicații:</a:t>
            </a:r>
            <a:r>
              <a:rPr lang="ro-RO" dirty="0"/>
              <a:t> Clădiri inteligente, locuințe moderne.</a:t>
            </a:r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B8C69BA0-C774-3F1F-F37B-C2248EAE44FC}"/>
              </a:ext>
            </a:extLst>
          </p:cNvPr>
          <p:cNvSpPr txBox="1"/>
          <p:nvPr/>
        </p:nvSpPr>
        <p:spPr>
          <a:xfrm>
            <a:off x="778643" y="5103576"/>
            <a:ext cx="105751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b="1" dirty="0">
                <a:solidFill>
                  <a:schemeClr val="bg2"/>
                </a:solidFill>
              </a:rPr>
              <a:t>Avantaje ale termostatelor: </a:t>
            </a:r>
            <a:r>
              <a:rPr lang="ro-RO" u="sng" dirty="0"/>
              <a:t>Creșterea eficienței energetice prin optimizarea consumului</a:t>
            </a:r>
            <a:r>
              <a:rPr lang="ro-RO" dirty="0"/>
              <a:t>, asigurarea confortului termic în clădiri, automatizare simplă și fiabilă.</a:t>
            </a:r>
          </a:p>
        </p:txBody>
      </p:sp>
    </p:spTree>
    <p:extLst>
      <p:ext uri="{BB962C8B-B14F-4D97-AF65-F5344CB8AC3E}">
        <p14:creationId xmlns:p14="http://schemas.microsoft.com/office/powerpoint/2010/main" val="45532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56C82-8A9E-D15D-496C-0C4E3974C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F514650F-D1EC-DFAF-1427-8919C1180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621CD1B0-DFA5-3971-CCBA-5B288FE2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21</a:t>
            </a:fld>
            <a:endParaRPr lang="ro-RO" dirty="0"/>
          </a:p>
        </p:txBody>
      </p:sp>
      <p:sp>
        <p:nvSpPr>
          <p:cNvPr id="4" name="Substituent subsol 6">
            <a:extLst>
              <a:ext uri="{FF2B5EF4-FFF2-40B4-BE49-F238E27FC236}">
                <a16:creationId xmlns:a16="http://schemas.microsoft.com/office/drawing/2014/main" id="{5663995B-3286-48BC-04B5-FFA48D667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Organe de control</a:t>
            </a:r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3B232F89-1108-A597-5F95-BA25497CD864}"/>
              </a:ext>
            </a:extLst>
          </p:cNvPr>
          <p:cNvSpPr txBox="1"/>
          <p:nvPr/>
        </p:nvSpPr>
        <p:spPr>
          <a:xfrm>
            <a:off x="778643" y="292576"/>
            <a:ext cx="105751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b="1" dirty="0">
                <a:solidFill>
                  <a:schemeClr val="bg2"/>
                </a:solidFill>
              </a:rPr>
              <a:t>2. Regulatoare de Presiune</a:t>
            </a:r>
          </a:p>
          <a:p>
            <a:pPr algn="just"/>
            <a:r>
              <a:rPr lang="ro-RO" b="1" dirty="0"/>
              <a:t>Ce sunt regulatoarele de presiune?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bg2"/>
                </a:solidFill>
              </a:rPr>
              <a:t>Regulatoarele de presiune sunt dispozitive care mențin presiunea unui fluid </a:t>
            </a:r>
            <a:r>
              <a:rPr lang="ro-RO" dirty="0"/>
              <a:t>(gaz sau lichid) la o valoare constantă, indiferent de variațiile presiunii de intrare sau de debitul fluidului.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o-RO" dirty="0"/>
          </a:p>
          <a:p>
            <a:pPr algn="just"/>
            <a:r>
              <a:rPr lang="ro-RO" b="1" dirty="0">
                <a:solidFill>
                  <a:schemeClr val="bg2"/>
                </a:solidFill>
              </a:rPr>
              <a:t>Principiu de funcționare: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dirty="0"/>
              <a:t>Un regulator de presiune utilizează un element sensibil (membrană, piston) și un arc de reglare: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Când presiunea scade sub limita setată, arcul împinge membrana sau pistonul pentru a deschide mai mult supapa.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Când presiunea crește peste limita dorită, supapa se închide parțial.</a:t>
            </a:r>
          </a:p>
        </p:txBody>
      </p:sp>
      <p:sp>
        <p:nvSpPr>
          <p:cNvPr id="15" name="CasetăText 14">
            <a:extLst>
              <a:ext uri="{FF2B5EF4-FFF2-40B4-BE49-F238E27FC236}">
                <a16:creationId xmlns:a16="http://schemas.microsoft.com/office/drawing/2014/main" id="{B69D9C44-0F9E-7FE4-523C-78E4CE0C5577}"/>
              </a:ext>
            </a:extLst>
          </p:cNvPr>
          <p:cNvSpPr txBox="1"/>
          <p:nvPr/>
        </p:nvSpPr>
        <p:spPr>
          <a:xfrm>
            <a:off x="778643" y="3293397"/>
            <a:ext cx="10515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b="1" dirty="0">
                <a:solidFill>
                  <a:schemeClr val="bg2"/>
                </a:solidFill>
              </a:rPr>
              <a:t>Tipuri de regulatoare de presiune: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Pentru lichide:</a:t>
            </a:r>
            <a:r>
              <a:rPr lang="ro-RO" dirty="0"/>
              <a:t> Utilizate în rețele de apă sau sisteme hidraulice.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Pentru gaze:</a:t>
            </a:r>
            <a:r>
              <a:rPr lang="ro-RO" dirty="0"/>
              <a:t> Utilizate în instalații de gaz natural, rețele de aer comprimat.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Reductoare de presiune:</a:t>
            </a:r>
            <a:r>
              <a:rPr lang="ro-RO" dirty="0"/>
              <a:t> Mențin o presiune scăzută constantă după punctul de reglare.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o-RO" dirty="0"/>
          </a:p>
          <a:p>
            <a:pPr algn="just"/>
            <a:r>
              <a:rPr lang="ro-RO" b="1" dirty="0">
                <a:solidFill>
                  <a:schemeClr val="bg2"/>
                </a:solidFill>
              </a:rPr>
              <a:t>Avantaje ale regulatoarelor de presiune: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dirty="0"/>
              <a:t>Previn avariile cauzate de suprapresiune.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dirty="0"/>
              <a:t>Asigură funcționarea sigură și continuă a sistemelor.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dirty="0"/>
              <a:t>Reduc fluctuațiile de presiune pentru a proteja echipamentele.</a:t>
            </a:r>
          </a:p>
        </p:txBody>
      </p:sp>
    </p:spTree>
    <p:extLst>
      <p:ext uri="{BB962C8B-B14F-4D97-AF65-F5344CB8AC3E}">
        <p14:creationId xmlns:p14="http://schemas.microsoft.com/office/powerpoint/2010/main" val="52822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17FF7-D1FB-8338-1B59-A90BD5F15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47A86EE5-29E8-34B8-84D4-6064EC28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7BA7DDE0-B4A1-8B26-DE45-E80CCB258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22</a:t>
            </a:fld>
            <a:endParaRPr lang="ro-RO" dirty="0"/>
          </a:p>
        </p:txBody>
      </p:sp>
      <p:sp>
        <p:nvSpPr>
          <p:cNvPr id="4" name="Substituent subsol 6">
            <a:extLst>
              <a:ext uri="{FF2B5EF4-FFF2-40B4-BE49-F238E27FC236}">
                <a16:creationId xmlns:a16="http://schemas.microsoft.com/office/drawing/2014/main" id="{35334B13-782B-97BA-DE49-29A9FB693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Organe de control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0C41F1C4-C073-26D8-EA1C-C64CA2D76D51}"/>
              </a:ext>
            </a:extLst>
          </p:cNvPr>
          <p:cNvSpPr txBox="1"/>
          <p:nvPr/>
        </p:nvSpPr>
        <p:spPr>
          <a:xfrm>
            <a:off x="2992142" y="5878720"/>
            <a:ext cx="6418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10  Reductor de presiune pentru apă 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  <p:pic>
        <p:nvPicPr>
          <p:cNvPr id="5" name="Media online 4" title="Goetze Pressure reducing valve 681 | installation, function &amp; maintenance">
            <a:hlinkClick r:id="" action="ppaction://media"/>
            <a:extLst>
              <a:ext uri="{FF2B5EF4-FFF2-40B4-BE49-F238E27FC236}">
                <a16:creationId xmlns:a16="http://schemas.microsoft.com/office/drawing/2014/main" id="{1F55B873-B52E-05E1-142E-CEAF4CE7905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380546" y="338256"/>
            <a:ext cx="9641493" cy="544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3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17FF7-D1FB-8338-1B59-A90BD5F15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47A86EE5-29E8-34B8-84D4-6064EC28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7BA7DDE0-B4A1-8B26-DE45-E80CCB258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23</a:t>
            </a:fld>
            <a:endParaRPr lang="ro-RO" dirty="0"/>
          </a:p>
        </p:txBody>
      </p:sp>
      <p:sp>
        <p:nvSpPr>
          <p:cNvPr id="4" name="Substituent subsol 6">
            <a:extLst>
              <a:ext uri="{FF2B5EF4-FFF2-40B4-BE49-F238E27FC236}">
                <a16:creationId xmlns:a16="http://schemas.microsoft.com/office/drawing/2014/main" id="{35334B13-782B-97BA-DE49-29A9FB693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Organe de control</a:t>
            </a:r>
          </a:p>
        </p:txBody>
      </p:sp>
      <p:pic>
        <p:nvPicPr>
          <p:cNvPr id="2" name="Media online 1" title="How a gas regulator works">
            <a:hlinkClick r:id="" action="ppaction://media"/>
            <a:extLst>
              <a:ext uri="{FF2B5EF4-FFF2-40B4-BE49-F238E27FC236}">
                <a16:creationId xmlns:a16="http://schemas.microsoft.com/office/drawing/2014/main" id="{1FA9F9FA-923D-0B6A-2448-25CCE3E89DD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399762" y="358832"/>
            <a:ext cx="9622277" cy="5432336"/>
          </a:xfrm>
          <a:prstGeom prst="rect">
            <a:avLst/>
          </a:prstGeom>
        </p:spPr>
      </p:pic>
      <p:sp>
        <p:nvSpPr>
          <p:cNvPr id="3" name="CasetăText 2">
            <a:extLst>
              <a:ext uri="{FF2B5EF4-FFF2-40B4-BE49-F238E27FC236}">
                <a16:creationId xmlns:a16="http://schemas.microsoft.com/office/drawing/2014/main" id="{0C41F1C4-C073-26D8-EA1C-C64CA2D76D51}"/>
              </a:ext>
            </a:extLst>
          </p:cNvPr>
          <p:cNvSpPr txBox="1"/>
          <p:nvPr/>
        </p:nvSpPr>
        <p:spPr>
          <a:xfrm>
            <a:off x="3001750" y="5842707"/>
            <a:ext cx="6418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11  Regulator de presiune pentru gaz 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71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78F0B-FBBA-07FD-CFC2-42F11AD44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EBDC5637-C0A9-E252-EC56-BDDE65A93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8CD9A100-54EB-DB5F-AA9E-AEFD71484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24</a:t>
            </a:fld>
            <a:endParaRPr lang="ro-RO" dirty="0"/>
          </a:p>
        </p:txBody>
      </p:sp>
      <p:sp>
        <p:nvSpPr>
          <p:cNvPr id="4" name="Substituent subsol 6">
            <a:extLst>
              <a:ext uri="{FF2B5EF4-FFF2-40B4-BE49-F238E27FC236}">
                <a16:creationId xmlns:a16="http://schemas.microsoft.com/office/drawing/2014/main" id="{4AD25100-04AE-7DE7-5487-3C038B9A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Organe de control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AC0ADBF1-4FEC-F66C-4620-3C38255A6ECC}"/>
              </a:ext>
            </a:extLst>
          </p:cNvPr>
          <p:cNvSpPr txBox="1"/>
          <p:nvPr/>
        </p:nvSpPr>
        <p:spPr>
          <a:xfrm>
            <a:off x="778642" y="554020"/>
            <a:ext cx="1057515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b="1" dirty="0">
                <a:solidFill>
                  <a:schemeClr val="bg2"/>
                </a:solidFill>
              </a:rPr>
              <a:t>3. PLC-uri (</a:t>
            </a:r>
            <a:r>
              <a:rPr lang="ro-RO" b="1" dirty="0" err="1">
                <a:solidFill>
                  <a:schemeClr val="bg2"/>
                </a:solidFill>
              </a:rPr>
              <a:t>Programmable</a:t>
            </a:r>
            <a:r>
              <a:rPr lang="ro-RO" b="1" dirty="0">
                <a:solidFill>
                  <a:schemeClr val="bg2"/>
                </a:solidFill>
              </a:rPr>
              <a:t> Logic </a:t>
            </a:r>
            <a:r>
              <a:rPr lang="ro-RO" b="1" dirty="0" err="1">
                <a:solidFill>
                  <a:schemeClr val="bg2"/>
                </a:solidFill>
              </a:rPr>
              <a:t>Controllers</a:t>
            </a:r>
            <a:r>
              <a:rPr lang="ro-RO" b="1" dirty="0">
                <a:solidFill>
                  <a:schemeClr val="bg2"/>
                </a:solidFill>
              </a:rPr>
              <a:t>)</a:t>
            </a:r>
          </a:p>
          <a:p>
            <a:pPr algn="just"/>
            <a:endParaRPr lang="ro-RO" b="1" dirty="0">
              <a:solidFill>
                <a:schemeClr val="bg2"/>
              </a:solidFill>
            </a:endParaRPr>
          </a:p>
          <a:p>
            <a:pPr algn="just"/>
            <a:r>
              <a:rPr lang="ro-RO" b="1" dirty="0">
                <a:solidFill>
                  <a:schemeClr val="tx2"/>
                </a:solidFill>
              </a:rPr>
              <a:t>Ce sunt PLC-urile?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bg2"/>
                </a:solidFill>
              </a:rPr>
              <a:t>PLC-urile sunt controlere programabile utilizate pentru a automatiza procese complexe</a:t>
            </a:r>
            <a:r>
              <a:rPr lang="ro-RO" dirty="0"/>
              <a:t>. Acestea primesc semnale de intrare de la senzori, le procesează conform unui program predefinit și trimit comenzi către </a:t>
            </a:r>
            <a:r>
              <a:rPr lang="ro-RO" dirty="0" err="1"/>
              <a:t>actuatoare</a:t>
            </a:r>
            <a:r>
              <a:rPr lang="ro-RO" dirty="0"/>
              <a:t>.</a:t>
            </a:r>
          </a:p>
          <a:p>
            <a:pPr algn="just"/>
            <a:r>
              <a:rPr lang="ro-RO" b="1" dirty="0">
                <a:solidFill>
                  <a:schemeClr val="tx2"/>
                </a:solidFill>
              </a:rPr>
              <a:t>Componentele principale ale unui PLC</a:t>
            </a:r>
          </a:p>
          <a:p>
            <a:pPr algn="just">
              <a:buFont typeface="+mj-lt"/>
              <a:buAutoNum type="arabicPeriod"/>
            </a:pPr>
            <a:r>
              <a:rPr lang="ro-RO" b="1" dirty="0"/>
              <a:t>Unitatea centrală (CPU):</a:t>
            </a:r>
            <a:endParaRPr lang="ro-RO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Procesează semnalele primite și rulează programele de control.</a:t>
            </a:r>
          </a:p>
          <a:p>
            <a:pPr algn="just">
              <a:buFont typeface="+mj-lt"/>
              <a:buAutoNum type="arabicPeriod"/>
            </a:pPr>
            <a:r>
              <a:rPr lang="ro-RO" b="1" dirty="0"/>
              <a:t>Module de intrare/ieșire (I/O):</a:t>
            </a:r>
            <a:endParaRPr lang="ro-RO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Permit conectarea senzorilor (temperatură, presiune, flux) și a dispozitivelor de control (ventile, motoare).</a:t>
            </a:r>
          </a:p>
          <a:p>
            <a:pPr algn="just">
              <a:buFont typeface="+mj-lt"/>
              <a:buAutoNum type="arabicPeriod"/>
            </a:pPr>
            <a:r>
              <a:rPr lang="ro-RO" b="1" dirty="0"/>
              <a:t>Software de programare:</a:t>
            </a:r>
            <a:endParaRPr lang="ro-RO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Permite crearea și încărcarea programelor care controlează funcționarea sistemului.</a:t>
            </a:r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DFBECCD0-3B34-2E81-4C16-6E51393AB1F4}"/>
              </a:ext>
            </a:extLst>
          </p:cNvPr>
          <p:cNvSpPr txBox="1"/>
          <p:nvPr/>
        </p:nvSpPr>
        <p:spPr>
          <a:xfrm>
            <a:off x="778641" y="4524338"/>
            <a:ext cx="105751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tx2"/>
                </a:solidFill>
              </a:rPr>
              <a:t>Principiu de funcționare:</a:t>
            </a:r>
          </a:p>
          <a:p>
            <a:pPr>
              <a:buFont typeface="+mj-lt"/>
              <a:buAutoNum type="arabicPeriod"/>
            </a:pPr>
            <a:r>
              <a:rPr lang="ro-RO" b="1" dirty="0"/>
              <a:t>Citește semnalele de intrare:</a:t>
            </a:r>
            <a:r>
              <a:rPr lang="ro-RO" dirty="0"/>
              <a:t> de la senzori sau alte dispozitive.</a:t>
            </a:r>
          </a:p>
          <a:p>
            <a:pPr>
              <a:buFont typeface="+mj-lt"/>
              <a:buAutoNum type="arabicPeriod"/>
            </a:pPr>
            <a:r>
              <a:rPr lang="ro-RO" b="1" dirty="0"/>
              <a:t>Procesează datele:</a:t>
            </a:r>
            <a:r>
              <a:rPr lang="ro-RO" dirty="0"/>
              <a:t> conform logicii definite în program.</a:t>
            </a:r>
          </a:p>
          <a:p>
            <a:pPr>
              <a:buFont typeface="+mj-lt"/>
              <a:buAutoNum type="arabicPeriod"/>
            </a:pPr>
            <a:r>
              <a:rPr lang="ro-RO" b="1" dirty="0"/>
              <a:t>Trimitere comenzi:</a:t>
            </a:r>
            <a:r>
              <a:rPr lang="ro-RO" dirty="0"/>
              <a:t> către echipamentele din sistem (pompe, ventile, generatoare).</a:t>
            </a:r>
          </a:p>
        </p:txBody>
      </p:sp>
    </p:spTree>
    <p:extLst>
      <p:ext uri="{BB962C8B-B14F-4D97-AF65-F5344CB8AC3E}">
        <p14:creationId xmlns:p14="http://schemas.microsoft.com/office/powerpoint/2010/main" val="26225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17FF7-D1FB-8338-1B59-A90BD5F15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47A86EE5-29E8-34B8-84D4-6064EC28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7BA7DDE0-B4A1-8B26-DE45-E80CCB258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25</a:t>
            </a:fld>
            <a:endParaRPr lang="ro-RO" dirty="0"/>
          </a:p>
        </p:txBody>
      </p:sp>
      <p:sp>
        <p:nvSpPr>
          <p:cNvPr id="4" name="Substituent subsol 6">
            <a:extLst>
              <a:ext uri="{FF2B5EF4-FFF2-40B4-BE49-F238E27FC236}">
                <a16:creationId xmlns:a16="http://schemas.microsoft.com/office/drawing/2014/main" id="{35334B13-782B-97BA-DE49-29A9FB693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Organe de control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0C41F1C4-C073-26D8-EA1C-C64CA2D76D51}"/>
              </a:ext>
            </a:extLst>
          </p:cNvPr>
          <p:cNvSpPr txBox="1"/>
          <p:nvPr/>
        </p:nvSpPr>
        <p:spPr>
          <a:xfrm>
            <a:off x="3001750" y="5842707"/>
            <a:ext cx="6418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12  Controlere programabile 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  <p:pic>
        <p:nvPicPr>
          <p:cNvPr id="5" name="Media online 4" title="What is a PLC or Programmable Logic Controller? From AutomationDirect">
            <a:hlinkClick r:id="" action="ppaction://media"/>
            <a:extLst>
              <a:ext uri="{FF2B5EF4-FFF2-40B4-BE49-F238E27FC236}">
                <a16:creationId xmlns:a16="http://schemas.microsoft.com/office/drawing/2014/main" id="{EB8AE222-97B9-9206-DF7B-AE5B6C042A9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259997" y="270198"/>
            <a:ext cx="9762042" cy="551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523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4F37A-0E93-DB81-340C-AD1ED66C8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DD0D303C-3B27-4AAE-F50C-8C7A0244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03.12.2025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217AE6E1-1A14-61A0-0D4E-7748B0E3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26</a:t>
            </a:fld>
            <a:endParaRPr lang="ro-RO" dirty="0"/>
          </a:p>
        </p:txBody>
      </p:sp>
      <p:sp>
        <p:nvSpPr>
          <p:cNvPr id="4" name="Substituent subsol 6">
            <a:extLst>
              <a:ext uri="{FF2B5EF4-FFF2-40B4-BE49-F238E27FC236}">
                <a16:creationId xmlns:a16="http://schemas.microsoft.com/office/drawing/2014/main" id="{AE6E1516-ABD8-5E40-6CAA-417F921FE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Întrebări de sinteză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57D67DE3-AD59-7C33-E377-7D7629044959}"/>
              </a:ext>
            </a:extLst>
          </p:cNvPr>
          <p:cNvSpPr/>
          <p:nvPr/>
        </p:nvSpPr>
        <p:spPr>
          <a:xfrm>
            <a:off x="838199" y="525271"/>
            <a:ext cx="7498406" cy="33328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5" name="Săgeată: dreapta 4">
            <a:extLst>
              <a:ext uri="{FF2B5EF4-FFF2-40B4-BE49-F238E27FC236}">
                <a16:creationId xmlns:a16="http://schemas.microsoft.com/office/drawing/2014/main" id="{645E268F-20B5-3A09-4DF4-4E4BC48D001B}"/>
              </a:ext>
            </a:extLst>
          </p:cNvPr>
          <p:cNvSpPr/>
          <p:nvPr/>
        </p:nvSpPr>
        <p:spPr>
          <a:xfrm>
            <a:off x="999218" y="868282"/>
            <a:ext cx="322036" cy="237095"/>
          </a:xfrm>
          <a:prstGeom prst="rightArrow">
            <a:avLst/>
          </a:prstGeom>
          <a:solidFill>
            <a:srgbClr val="00B05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0" name="CasetăText 9">
            <a:extLst>
              <a:ext uri="{FF2B5EF4-FFF2-40B4-BE49-F238E27FC236}">
                <a16:creationId xmlns:a16="http://schemas.microsoft.com/office/drawing/2014/main" id="{B6FA9CB2-8FB2-3207-6908-87320C25F3CA}"/>
              </a:ext>
            </a:extLst>
          </p:cNvPr>
          <p:cNvSpPr txBox="1"/>
          <p:nvPr/>
        </p:nvSpPr>
        <p:spPr>
          <a:xfrm>
            <a:off x="778643" y="525271"/>
            <a:ext cx="75579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Care este principiul de funcționare al unui termometru cu spirală bimetalică?</a:t>
            </a:r>
          </a:p>
          <a:p>
            <a:pPr>
              <a:tabLst>
                <a:tab pos="534988" algn="l"/>
              </a:tabLst>
            </a:pPr>
            <a:r>
              <a:rPr lang="en-US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Dilatarea diferențială a două metale </a:t>
            </a:r>
          </a:p>
          <a:p>
            <a:pPr>
              <a:tabLst>
                <a:tab pos="534988" algn="l"/>
              </a:tabLst>
            </a:pPr>
            <a:r>
              <a:rPr lang="en-US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Conducția termică </a:t>
            </a:r>
          </a:p>
          <a:p>
            <a:pPr>
              <a:tabLst>
                <a:tab pos="534988" algn="l"/>
              </a:tabLst>
            </a:pPr>
            <a:r>
              <a:rPr lang="en-US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Transformarea căldurii în energie electrică </a:t>
            </a:r>
          </a:p>
          <a:p>
            <a:pPr>
              <a:tabLst>
                <a:tab pos="534988" algn="l"/>
              </a:tabLst>
            </a:pPr>
            <a:r>
              <a:rPr lang="en-US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Convecția aerului </a:t>
            </a:r>
          </a:p>
        </p:txBody>
      </p:sp>
      <p:sp>
        <p:nvSpPr>
          <p:cNvPr id="12" name="CasetăText 11">
            <a:extLst>
              <a:ext uri="{FF2B5EF4-FFF2-40B4-BE49-F238E27FC236}">
                <a16:creationId xmlns:a16="http://schemas.microsoft.com/office/drawing/2014/main" id="{DCB96562-3856-D4F0-E249-CE25EA6196FC}"/>
              </a:ext>
            </a:extLst>
          </p:cNvPr>
          <p:cNvSpPr txBox="1"/>
          <p:nvPr/>
        </p:nvSpPr>
        <p:spPr>
          <a:xfrm>
            <a:off x="778644" y="2184977"/>
            <a:ext cx="79945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/>
            <a:r>
              <a:rPr lang="en-US" sz="1800" b="1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2. </a:t>
            </a:r>
            <a:r>
              <a:rPr lang="ro-RO" sz="1800" b="1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În ce tip de instalații se utilizează frecvent termometrele cu spirală bimetalică?</a:t>
            </a:r>
          </a:p>
          <a:p>
            <a:pPr marL="449580" rtl="0">
              <a:buNone/>
            </a:pPr>
            <a:r>
              <a:rPr lang="ro-RO" sz="1800" b="0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a) Sisteme fotovoltaice</a:t>
            </a:r>
            <a:br>
              <a:rPr lang="ro-RO" sz="1800" b="0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</a:br>
            <a:r>
              <a:rPr lang="ro-RO" sz="1800" b="0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b) Instalații termice </a:t>
            </a:r>
            <a:br>
              <a:rPr lang="ro-RO" sz="1800" b="0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</a:br>
            <a:r>
              <a:rPr lang="ro-RO" sz="1800" b="0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c) Instalații electrice </a:t>
            </a:r>
            <a:br>
              <a:rPr lang="ro-RO" sz="1800" b="0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</a:br>
            <a:r>
              <a:rPr lang="ro-RO" sz="1800" b="0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d) Sisteme de iluminat </a:t>
            </a:r>
            <a:endParaRPr lang="ro-RO" b="0" dirty="0">
              <a:solidFill>
                <a:schemeClr val="bg2"/>
              </a:solidFill>
              <a:effectLst/>
            </a:endParaRPr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E962B9F3-95C0-BED7-F14D-D78B988F9C30}"/>
              </a:ext>
            </a:extLst>
          </p:cNvPr>
          <p:cNvSpPr/>
          <p:nvPr/>
        </p:nvSpPr>
        <p:spPr>
          <a:xfrm>
            <a:off x="778643" y="2184977"/>
            <a:ext cx="7799963" cy="33328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4" name="Săgeată: dreapta 13">
            <a:extLst>
              <a:ext uri="{FF2B5EF4-FFF2-40B4-BE49-F238E27FC236}">
                <a16:creationId xmlns:a16="http://schemas.microsoft.com/office/drawing/2014/main" id="{6A4BB97D-7AAF-742C-18A9-7B260DD4A778}"/>
              </a:ext>
            </a:extLst>
          </p:cNvPr>
          <p:cNvSpPr/>
          <p:nvPr/>
        </p:nvSpPr>
        <p:spPr>
          <a:xfrm>
            <a:off x="939663" y="2786831"/>
            <a:ext cx="322036" cy="237095"/>
          </a:xfrm>
          <a:prstGeom prst="rightArrow">
            <a:avLst/>
          </a:prstGeom>
          <a:solidFill>
            <a:srgbClr val="00B05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6" name="CasetăText 15">
            <a:extLst>
              <a:ext uri="{FF2B5EF4-FFF2-40B4-BE49-F238E27FC236}">
                <a16:creationId xmlns:a16="http://schemas.microsoft.com/office/drawing/2014/main" id="{49120CBF-0FF4-C8E5-0C9E-44F170D30DB9}"/>
              </a:ext>
            </a:extLst>
          </p:cNvPr>
          <p:cNvSpPr txBox="1"/>
          <p:nvPr/>
        </p:nvSpPr>
        <p:spPr>
          <a:xfrm>
            <a:off x="838197" y="3900394"/>
            <a:ext cx="79945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/>
            <a:r>
              <a:rPr lang="en-US" sz="1800" b="1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3. </a:t>
            </a:r>
            <a:r>
              <a:rPr lang="ro-RO" sz="1800" b="1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Ce este un manometru cu resort </a:t>
            </a:r>
            <a:r>
              <a:rPr lang="ro-RO" sz="1800" b="1" i="0" u="none" strike="noStrike" dirty="0" err="1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Bourdon</a:t>
            </a:r>
            <a:r>
              <a:rPr lang="ro-RO" sz="1800" b="1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?</a:t>
            </a:r>
          </a:p>
          <a:p>
            <a:pPr marL="449580" rtl="0">
              <a:buNone/>
            </a:pPr>
            <a:r>
              <a:rPr lang="ro-RO" sz="1800" b="0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a) Un dispozitiv pentru măsurarea debitului de fluide </a:t>
            </a:r>
            <a:br>
              <a:rPr lang="ro-RO" sz="1800" b="0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</a:br>
            <a:r>
              <a:rPr lang="ro-RO" sz="1800" b="0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b) Un dispozitiv care măsoară presiunea pe baza deformării unui tub elastic </a:t>
            </a:r>
            <a:br>
              <a:rPr lang="ro-RO" sz="1800" b="0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</a:br>
            <a:r>
              <a:rPr lang="ro-RO" sz="1800" b="0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c) Un dispozitiv digital pentru măsurarea temperaturii </a:t>
            </a:r>
            <a:br>
              <a:rPr lang="ro-RO" sz="1800" b="0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</a:br>
            <a:r>
              <a:rPr lang="ro-RO" sz="1800" b="0" i="0" u="none" strike="noStrike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d) O supapă de siguranță pentru aer comprimat </a:t>
            </a:r>
            <a:endParaRPr lang="ro-RO" b="0" dirty="0">
              <a:solidFill>
                <a:schemeClr val="bg2"/>
              </a:solidFill>
              <a:effectLst/>
            </a:endParaRPr>
          </a:p>
          <a:p>
            <a:pPr>
              <a:buNone/>
            </a:pPr>
            <a:endParaRPr lang="ro-RO" dirty="0"/>
          </a:p>
        </p:txBody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BC62054D-85BB-DC32-8401-43F77F55F573}"/>
              </a:ext>
            </a:extLst>
          </p:cNvPr>
          <p:cNvSpPr/>
          <p:nvPr/>
        </p:nvSpPr>
        <p:spPr>
          <a:xfrm>
            <a:off x="838197" y="3922643"/>
            <a:ext cx="4464566" cy="29730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8" name="Săgeată: dreapta 17">
            <a:extLst>
              <a:ext uri="{FF2B5EF4-FFF2-40B4-BE49-F238E27FC236}">
                <a16:creationId xmlns:a16="http://schemas.microsoft.com/office/drawing/2014/main" id="{DB65E745-3D28-842F-4D97-6AE006E35C03}"/>
              </a:ext>
            </a:extLst>
          </p:cNvPr>
          <p:cNvSpPr/>
          <p:nvPr/>
        </p:nvSpPr>
        <p:spPr>
          <a:xfrm>
            <a:off x="999218" y="4508523"/>
            <a:ext cx="322036" cy="237095"/>
          </a:xfrm>
          <a:prstGeom prst="rightArrow">
            <a:avLst/>
          </a:prstGeom>
          <a:solidFill>
            <a:srgbClr val="00B05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062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bstituent imagine 10" descr="Fundal abstract">
            <a:extLst>
              <a:ext uri="{FF2B5EF4-FFF2-40B4-BE49-F238E27FC236}">
                <a16:creationId xmlns:a16="http://schemas.microsoft.com/office/drawing/2014/main" id="{1AFB289C-7992-E904-3106-E3E6A45D4E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32" y="1682496"/>
            <a:ext cx="12185968" cy="3493008"/>
          </a:xfrm>
          <a:prstGeom prst="rect">
            <a:avLst/>
          </a:prstGeom>
        </p:spPr>
      </p:pic>
      <p:sp>
        <p:nvSpPr>
          <p:cNvPr id="4" name="Titlu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393" y="2118367"/>
            <a:ext cx="9541213" cy="2621265"/>
          </a:xfrm>
        </p:spPr>
        <p:txBody>
          <a:bodyPr rtlCol="0">
            <a:noAutofit/>
          </a:bodyPr>
          <a:lstStyle/>
          <a:p>
            <a:pPr algn="ctr" rtl="0"/>
            <a:r>
              <a:rPr lang="ro-RO" sz="6000" dirty="0"/>
              <a:t>Vă mulțumesc </a:t>
            </a:r>
            <a:br>
              <a:rPr lang="ro-RO" sz="6000" dirty="0"/>
            </a:br>
            <a:r>
              <a:rPr lang="ro-RO" sz="6000" dirty="0"/>
              <a:t>pentru atenția acordată!</a:t>
            </a:r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ă Office">
  <a:themeElements>
    <a:clrScheme name="Custom 12">
      <a:dk1>
        <a:srgbClr val="00BBBB"/>
      </a:dk1>
      <a:lt1>
        <a:srgbClr val="000000"/>
      </a:lt1>
      <a:dk2>
        <a:srgbClr val="999999"/>
      </a:dk2>
      <a:lt2>
        <a:srgbClr val="FFFFFF"/>
      </a:lt2>
      <a:accent1>
        <a:srgbClr val="004448"/>
      </a:accent1>
      <a:accent2>
        <a:srgbClr val="482845"/>
      </a:accent2>
      <a:accent3>
        <a:srgbClr val="7A0000"/>
      </a:accent3>
      <a:accent4>
        <a:srgbClr val="969959"/>
      </a:accent4>
      <a:accent5>
        <a:srgbClr val="225B5F"/>
      </a:accent5>
      <a:accent6>
        <a:srgbClr val="3D8C41"/>
      </a:accent6>
      <a:hlink>
        <a:srgbClr val="7F7F7F"/>
      </a:hlink>
      <a:folHlink>
        <a:srgbClr val="7F7F7F"/>
      </a:folHlink>
    </a:clrScheme>
    <a:fontScheme name="Custom 13">
      <a:majorFont>
        <a:latin typeface="Gill Sans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2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5055251_TF56488565" id="{99AE117C-5766-41E4-BBEA-BD27838E8496}" vid="{B43D1C15-DF83-40B2-8395-3FBA03A95F78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DE2CC379442A4D8483D9D7B1BA3E35" ma:contentTypeVersion="3" ma:contentTypeDescription="Create a new document." ma:contentTypeScope="" ma:versionID="efbadc1e845542c3f471c9fc6745ae9c">
  <xsd:schema xmlns:xsd="http://www.w3.org/2001/XMLSchema" xmlns:xs="http://www.w3.org/2001/XMLSchema" xmlns:p="http://schemas.microsoft.com/office/2006/metadata/properties" xmlns:ns2="a1b380a0-b262-4a13-9203-497a21b8eee5" targetNamespace="http://schemas.microsoft.com/office/2006/metadata/properties" ma:root="true" ma:fieldsID="335cff0a66f7d2eed3ff4df6b121d909" ns2:_="">
    <xsd:import namespace="a1b380a0-b262-4a13-9203-497a21b8ee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b380a0-b262-4a13-9203-497a21b8e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A1E8AE2-F99B-4B29-BEC8-E22FE93A9DA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5A711A-A408-40A1-AD7F-A3A151214830}"/>
</file>

<file path=customXml/itemProps3.xml><?xml version="1.0" encoding="utf-8"?>
<ds:datastoreItem xmlns:ds="http://schemas.openxmlformats.org/officeDocument/2006/customXml" ds:itemID="{923E818E-4DAE-4280-8DC6-28007E8D6659}"/>
</file>

<file path=docProps/app.xml><?xml version="1.0" encoding="utf-8"?>
<Properties xmlns="http://schemas.openxmlformats.org/officeDocument/2006/extended-properties" xmlns:vt="http://schemas.openxmlformats.org/officeDocument/2006/docPropsVTypes">
  <Template>Prezentare futuristă</Template>
  <TotalTime>21240</TotalTime>
  <Words>2094</Words>
  <Application>Microsoft Office PowerPoint</Application>
  <PresentationFormat>Ecran lat</PresentationFormat>
  <Paragraphs>278</Paragraphs>
  <Slides>27</Slides>
  <Notes>27</Notes>
  <HiddenSlides>0</HiddenSlides>
  <MMClips>12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27</vt:i4>
      </vt:variant>
    </vt:vector>
  </HeadingPairs>
  <TitlesOfParts>
    <vt:vector size="33" baseType="lpstr">
      <vt:lpstr>Arial</vt:lpstr>
      <vt:lpstr>Calibri</vt:lpstr>
      <vt:lpstr>Courier New</vt:lpstr>
      <vt:lpstr>Segoe UI Light</vt:lpstr>
      <vt:lpstr>Tahoma</vt:lpstr>
      <vt:lpstr>Temă Office</vt:lpstr>
      <vt:lpstr>ORGANE DE MAȘINI ȘI TEHNOLOGIE MECANICĂ PENTRU INSTALAȚII</vt:lpstr>
      <vt:lpstr>Organe pentru măsura și controlul unor parametri</vt:lpstr>
      <vt:lpstr>Armături speciale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Vă mulțumesc  pentru atenția acordată!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ORGANE DE MAȘINI ȘI TEHNOLOGIE MECANICĂ PENTRU INSTALAȚII</dc:title>
  <dc:creator>Constantin Cilibiu</dc:creator>
  <cp:lastModifiedBy>Constantin Cilibiu</cp:lastModifiedBy>
  <cp:revision>345</cp:revision>
  <dcterms:created xsi:type="dcterms:W3CDTF">2024-09-29T10:19:39Z</dcterms:created>
  <dcterms:modified xsi:type="dcterms:W3CDTF">2025-12-02T19:39:35Z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2024-09-29T10:21:23Z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35f8927b-c84f-4324-8e5c-3956ce67426c</vt:lpwstr>
  </property>
  <property fmtid="{D5CDD505-2E9C-101B-9397-08002B2CF9AE}" pid="8" name="MSIP_Label_5b58b62f-6f94-46bd-8089-18e64b0a9abb_ContentBits">
    <vt:lpwstr>0</vt:lpwstr>
  </property>
  <property fmtid="{D5CDD505-2E9C-101B-9397-08002B2CF9AE}" pid="9" name="ContentTypeId">
    <vt:lpwstr>0x010100E4DE2CC379442A4D8483D9D7B1BA3E35</vt:lpwstr>
  </property>
</Properties>
</file>